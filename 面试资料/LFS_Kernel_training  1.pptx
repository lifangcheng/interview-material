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7.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ink/ink1.xml" ContentType="application/inkml+xml"/>
  <Override PartName="/ppt/ink/ink2.xml" ContentType="application/inkml+xml"/>
  <Override PartName="/ppt/ink/ink3.xml" ContentType="application/inkml+xml"/>
  <Override PartName="/ppt/comments/modernComment_86A10B0_D2DA99CB.xml" ContentType="application/vnd.ms-powerpoint.comments+xml"/>
  <Override PartName="/ppt/ink/ink4.xml" ContentType="application/inkml+xml"/>
  <Override PartName="/ppt/ink/ink5.xml" ContentType="application/inkml+xml"/>
  <Override PartName="/ppt/ink/ink6.xml" ContentType="application/inkml+xml"/>
  <Override PartName="/ppt/ink/ink7.xml" ContentType="application/inkml+xml"/>
  <Override PartName="/ppt/comments/modernComment_86A10B2_D4E06639.xml" ContentType="application/vnd.ms-powerpoint.comments+xml"/>
  <Override PartName="/ppt/comments/modernComment_86A10B6_CE837D23.xml" ContentType="application/vnd.ms-powerpoint.comments+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6"/>
    <p:sldMasterId id="2147483712" r:id="rId7"/>
    <p:sldMasterId id="2147483673" r:id="rId8"/>
    <p:sldMasterId id="2147483676" r:id="rId9"/>
    <p:sldMasterId id="2147483678" r:id="rId10"/>
    <p:sldMasterId id="2147483680" r:id="rId11"/>
    <p:sldMasterId id="2147483724" r:id="rId12"/>
    <p:sldMasterId id="2147483728" r:id="rId13"/>
    <p:sldMasterId id="2147483736" r:id="rId14"/>
  </p:sldMasterIdLst>
  <p:notesMasterIdLst>
    <p:notesMasterId r:id="rId56"/>
  </p:notesMasterIdLst>
  <p:sldIdLst>
    <p:sldId id="258" r:id="rId15"/>
    <p:sldId id="141168802" r:id="rId16"/>
    <p:sldId id="141168804" r:id="rId17"/>
    <p:sldId id="141168805" r:id="rId18"/>
    <p:sldId id="141168807" r:id="rId19"/>
    <p:sldId id="141168808" r:id="rId20"/>
    <p:sldId id="141168809" r:id="rId21"/>
    <p:sldId id="141168811" r:id="rId22"/>
    <p:sldId id="141168810" r:id="rId23"/>
    <p:sldId id="141168839" r:id="rId24"/>
    <p:sldId id="141168812" r:id="rId25"/>
    <p:sldId id="141168816" r:id="rId26"/>
    <p:sldId id="141168817" r:id="rId27"/>
    <p:sldId id="141168818" r:id="rId28"/>
    <p:sldId id="141168840" r:id="rId29"/>
    <p:sldId id="141168815" r:id="rId30"/>
    <p:sldId id="141168819" r:id="rId31"/>
    <p:sldId id="141168841" r:id="rId32"/>
    <p:sldId id="141168820" r:id="rId33"/>
    <p:sldId id="141168822" r:id="rId34"/>
    <p:sldId id="141168823" r:id="rId35"/>
    <p:sldId id="141168831" r:id="rId36"/>
    <p:sldId id="141168842" r:id="rId37"/>
    <p:sldId id="141168824" r:id="rId38"/>
    <p:sldId id="141168825" r:id="rId39"/>
    <p:sldId id="141168826" r:id="rId40"/>
    <p:sldId id="141168827" r:id="rId41"/>
    <p:sldId id="141168828" r:id="rId42"/>
    <p:sldId id="141168832" r:id="rId43"/>
    <p:sldId id="141168830" r:id="rId44"/>
    <p:sldId id="141168833" r:id="rId45"/>
    <p:sldId id="141168843" r:id="rId46"/>
    <p:sldId id="141168834" r:id="rId47"/>
    <p:sldId id="141168835" r:id="rId48"/>
    <p:sldId id="141168836" r:id="rId49"/>
    <p:sldId id="141168837" r:id="rId50"/>
    <p:sldId id="141168838" r:id="rId51"/>
    <p:sldId id="265" r:id="rId52"/>
    <p:sldId id="141168803" r:id="rId53"/>
    <p:sldId id="270" r:id="rId54"/>
    <p:sldId id="271" r:id="rId5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5AFB22-B8BA-C241-20BE-0C1AEA7103F6}" name="Wiehler, Stefan (Nokia - DE/Ulm)" initials="WD" userId="S::stefan.wiehler@nokia.com::ccecdd12-c086-46c8-aed0-736981541b1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iebe, Wladislav (Nokia - DE/Ulm)" initials="WW(-D" lastIdx="8" clrIdx="0">
    <p:extLst>
      <p:ext uri="{19B8F6BF-5375-455C-9EA6-DF929625EA0E}">
        <p15:presenceInfo xmlns:p15="http://schemas.microsoft.com/office/powerpoint/2012/main" userId="S::wladislav.wiebe@nokia.com::4f5ce772-690d-4856-923d-c29734bad352" providerId="AD"/>
      </p:ext>
    </p:extLst>
  </p:cmAuthor>
  <p:cmAuthor id="2" name="Tanzke, Sonja (Nokia - DE/Ulm)" initials="TS(-D" lastIdx="4" clrIdx="1">
    <p:extLst>
      <p:ext uri="{19B8F6BF-5375-455C-9EA6-DF929625EA0E}">
        <p15:presenceInfo xmlns:p15="http://schemas.microsoft.com/office/powerpoint/2012/main" userId="S::sonja.tanzke@nokia.com::9114220c-6584-433e-8883-3346845d4302" providerId="AD"/>
      </p:ext>
    </p:extLst>
  </p:cmAuthor>
  <p:cmAuthor id="3" name="Krohn, Martin (Nokia - DE/Ulm)" initials="KM(-D" lastIdx="3" clrIdx="2">
    <p:extLst>
      <p:ext uri="{19B8F6BF-5375-455C-9EA6-DF929625EA0E}">
        <p15:presenceInfo xmlns:p15="http://schemas.microsoft.com/office/powerpoint/2012/main" userId="S::martin.krohn@nokia.com::5e423960-2cce-420b-b91e-88d686af3e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B9B37C-617C-A264-CA85-0AF80CC99F92}" v="1" dt="2022-04-28T10:21:24.326"/>
    <p1510:client id="{ADBF7F88-529B-31ED-D680-1AE93A2AA94B}" v="175" dt="2022-04-28T08:21:43.475"/>
    <p1510:client id="{FB5FECEC-0E28-E11F-EE19-6645EBE30FCB}" v="2" dt="2022-04-28T07:17:25.1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8.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slide" Target="slides/slide36.xml"/><Relationship Id="rId55" Type="http://schemas.openxmlformats.org/officeDocument/2006/relationships/slide" Target="slides/slide41.xml"/><Relationship Id="rId63"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6.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slide" Target="slides/slide39.xml"/><Relationship Id="rId58"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tableStyles" Target="tableStyles.xml"/><Relationship Id="rId19" Type="http://schemas.openxmlformats.org/officeDocument/2006/relationships/slide" Target="slides/slide5.xml"/><Relationship Id="rId14" Type="http://schemas.openxmlformats.org/officeDocument/2006/relationships/slideMaster" Target="slideMasters/slideMaster9.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notesMaster" Target="notesMasters/notesMaster1.xml"/><Relationship Id="rId64" Type="http://schemas.microsoft.com/office/2018/10/relationships/authors" Target="authors.xml"/><Relationship Id="rId8" Type="http://schemas.openxmlformats.org/officeDocument/2006/relationships/slideMaster" Target="slideMasters/slideMaster3.xml"/><Relationship Id="rId51" Type="http://schemas.openxmlformats.org/officeDocument/2006/relationships/slide" Target="slides/slide37.xml"/><Relationship Id="rId3" Type="http://schemas.openxmlformats.org/officeDocument/2006/relationships/customXml" Target="../customXml/item3.xml"/><Relationship Id="rId12" Type="http://schemas.openxmlformats.org/officeDocument/2006/relationships/slideMaster" Target="slideMasters/slideMaster7.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viewProps" Target="viewProps.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slide" Target="slides/slide4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commentAuthors" Target="commentAuthors.xml"/><Relationship Id="rId10" Type="http://schemas.openxmlformats.org/officeDocument/2006/relationships/slideMaster" Target="slideMasters/slideMaster5.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ebe, Wladislav (Nokia - DE/Ulm)" userId="4f5ce772-690d-4856-923d-c29734bad352" providerId="ADAL" clId="{59CD7099-0446-4194-96D6-B94445D041BF}"/>
    <pc:docChg chg="undo custSel modSld">
      <pc:chgData name="Wiebe, Wladislav (Nokia - DE/Ulm)" userId="4f5ce772-690d-4856-923d-c29734bad352" providerId="ADAL" clId="{59CD7099-0446-4194-96D6-B94445D041BF}" dt="2022-04-01T13:47:10.003" v="194" actId="20577"/>
      <pc:docMkLst>
        <pc:docMk/>
      </pc:docMkLst>
      <pc:sldChg chg="modSp">
        <pc:chgData name="Wiebe, Wladislav (Nokia - DE/Ulm)" userId="4f5ce772-690d-4856-923d-c29734bad352" providerId="ADAL" clId="{59CD7099-0446-4194-96D6-B94445D041BF}" dt="2022-04-01T08:46:36.223" v="157" actId="404"/>
        <pc:sldMkLst>
          <pc:docMk/>
          <pc:sldMk cId="2561714144" sldId="141168810"/>
        </pc:sldMkLst>
        <pc:spChg chg="mod">
          <ac:chgData name="Wiebe, Wladislav (Nokia - DE/Ulm)" userId="4f5ce772-690d-4856-923d-c29734bad352" providerId="ADAL" clId="{59CD7099-0446-4194-96D6-B94445D041BF}" dt="2022-04-01T08:46:36.223" v="157" actId="404"/>
          <ac:spMkLst>
            <pc:docMk/>
            <pc:sldMk cId="2561714144" sldId="141168810"/>
            <ac:spMk id="2" creationId="{0E9986E2-6CC0-42C9-B851-60C57735743B}"/>
          </ac:spMkLst>
        </pc:spChg>
      </pc:sldChg>
      <pc:sldChg chg="addSp delSp modSp">
        <pc:chgData name="Wiebe, Wladislav (Nokia - DE/Ulm)" userId="4f5ce772-690d-4856-923d-c29734bad352" providerId="ADAL" clId="{59CD7099-0446-4194-96D6-B94445D041BF}" dt="2022-04-01T13:47:10.003" v="194" actId="20577"/>
        <pc:sldMkLst>
          <pc:docMk/>
          <pc:sldMk cId="313823123" sldId="141168812"/>
        </pc:sldMkLst>
        <pc:spChg chg="mod">
          <ac:chgData name="Wiebe, Wladislav (Nokia - DE/Ulm)" userId="4f5ce772-690d-4856-923d-c29734bad352" providerId="ADAL" clId="{59CD7099-0446-4194-96D6-B94445D041BF}" dt="2022-04-01T08:50:00.067" v="165" actId="5793"/>
          <ac:spMkLst>
            <pc:docMk/>
            <pc:sldMk cId="313823123" sldId="141168812"/>
            <ac:spMk id="2" creationId="{18CBCA36-1BE5-4BAC-BF82-D3DF78242C53}"/>
          </ac:spMkLst>
        </pc:spChg>
        <pc:spChg chg="add mod">
          <ac:chgData name="Wiebe, Wladislav (Nokia - DE/Ulm)" userId="4f5ce772-690d-4856-923d-c29734bad352" providerId="ADAL" clId="{59CD7099-0446-4194-96D6-B94445D041BF}" dt="2022-04-01T08:24:15.758" v="4" actId="14100"/>
          <ac:spMkLst>
            <pc:docMk/>
            <pc:sldMk cId="313823123" sldId="141168812"/>
            <ac:spMk id="4" creationId="{F2B771CA-FBDD-4791-83F6-8225976EE977}"/>
          </ac:spMkLst>
        </pc:spChg>
        <pc:spChg chg="add mod">
          <ac:chgData name="Wiebe, Wladislav (Nokia - DE/Ulm)" userId="4f5ce772-690d-4856-923d-c29734bad352" providerId="ADAL" clId="{59CD7099-0446-4194-96D6-B94445D041BF}" dt="2022-04-01T13:47:10.003" v="194" actId="20577"/>
          <ac:spMkLst>
            <pc:docMk/>
            <pc:sldMk cId="313823123" sldId="141168812"/>
            <ac:spMk id="9" creationId="{4DB3019B-54AA-49FC-A18E-334041033CB2}"/>
          </ac:spMkLst>
        </pc:spChg>
        <pc:spChg chg="add del mod">
          <ac:chgData name="Wiebe, Wladislav (Nokia - DE/Ulm)" userId="4f5ce772-690d-4856-923d-c29734bad352" providerId="ADAL" clId="{59CD7099-0446-4194-96D6-B94445D041BF}" dt="2022-04-01T13:39:45.909" v="181" actId="11529"/>
          <ac:spMkLst>
            <pc:docMk/>
            <pc:sldMk cId="313823123" sldId="141168812"/>
            <ac:spMk id="12" creationId="{02636D1D-7160-4875-9410-F4D7C650FD32}"/>
          </ac:spMkLst>
        </pc:spChg>
        <pc:picChg chg="add del mod">
          <ac:chgData name="Wiebe, Wladislav (Nokia - DE/Ulm)" userId="4f5ce772-690d-4856-923d-c29734bad352" providerId="ADAL" clId="{59CD7099-0446-4194-96D6-B94445D041BF}" dt="2022-04-01T08:42:06.048" v="100" actId="478"/>
          <ac:picMkLst>
            <pc:docMk/>
            <pc:sldMk cId="313823123" sldId="141168812"/>
            <ac:picMk id="10" creationId="{0BA1F12A-C6BD-47D5-8369-DC439F8D4675}"/>
          </ac:picMkLst>
        </pc:picChg>
        <pc:picChg chg="add del mod">
          <ac:chgData name="Wiebe, Wladislav (Nokia - DE/Ulm)" userId="4f5ce772-690d-4856-923d-c29734bad352" providerId="ADAL" clId="{59CD7099-0446-4194-96D6-B94445D041BF}" dt="2022-04-01T13:38:13.598" v="169" actId="478"/>
          <ac:picMkLst>
            <pc:docMk/>
            <pc:sldMk cId="313823123" sldId="141168812"/>
            <ac:picMk id="11" creationId="{10A3B5DA-D928-467F-B454-CA977E10F8E0}"/>
          </ac:picMkLst>
        </pc:picChg>
        <pc:cxnChg chg="add mod">
          <ac:chgData name="Wiebe, Wladislav (Nokia - DE/Ulm)" userId="4f5ce772-690d-4856-923d-c29734bad352" providerId="ADAL" clId="{59CD7099-0446-4194-96D6-B94445D041BF}" dt="2022-04-01T08:25:33.888" v="6" actId="13822"/>
          <ac:cxnSpMkLst>
            <pc:docMk/>
            <pc:sldMk cId="313823123" sldId="141168812"/>
            <ac:cxnSpMk id="7" creationId="{E01A0627-4C0C-4EFD-AD6A-16DBAAC4A13C}"/>
          </ac:cxnSpMkLst>
        </pc:cxnChg>
        <pc:cxnChg chg="add del mod">
          <ac:chgData name="Wiebe, Wladislav (Nokia - DE/Ulm)" userId="4f5ce772-690d-4856-923d-c29734bad352" providerId="ADAL" clId="{59CD7099-0446-4194-96D6-B94445D041BF}" dt="2022-04-01T13:40:20.293" v="183" actId="11529"/>
          <ac:cxnSpMkLst>
            <pc:docMk/>
            <pc:sldMk cId="313823123" sldId="141168812"/>
            <ac:cxnSpMk id="14" creationId="{D4F23AA3-6885-4DCE-A27F-10511FDB25FA}"/>
          </ac:cxnSpMkLst>
        </pc:cxnChg>
      </pc:sldChg>
    </pc:docChg>
  </pc:docChgLst>
  <pc:docChgLst>
    <pc:chgData name="Wiebe, Wladislav (Nokia - DE/Ulm)" userId="S::wladislav.wiebe@nokia.com::4f5ce772-690d-4856-923d-c29734bad352" providerId="AD" clId="Web-{783FA93A-BE20-0071-FC24-B34CF62FD892}"/>
    <pc:docChg chg="modSld">
      <pc:chgData name="Wiebe, Wladislav (Nokia - DE/Ulm)" userId="S::wladislav.wiebe@nokia.com::4f5ce772-690d-4856-923d-c29734bad352" providerId="AD" clId="Web-{783FA93A-BE20-0071-FC24-B34CF62FD892}" dt="2022-04-27T06:18:58.274" v="5" actId="20577"/>
      <pc:docMkLst>
        <pc:docMk/>
      </pc:docMkLst>
      <pc:sldChg chg="modSp">
        <pc:chgData name="Wiebe, Wladislav (Nokia - DE/Ulm)" userId="S::wladislav.wiebe@nokia.com::4f5ce772-690d-4856-923d-c29734bad352" providerId="AD" clId="Web-{783FA93A-BE20-0071-FC24-B34CF62FD892}" dt="2022-04-27T06:18:58.274" v="5" actId="20577"/>
        <pc:sldMkLst>
          <pc:docMk/>
          <pc:sldMk cId="1695291613" sldId="141168802"/>
        </pc:sldMkLst>
        <pc:spChg chg="mod">
          <ac:chgData name="Wiebe, Wladislav (Nokia - DE/Ulm)" userId="S::wladislav.wiebe@nokia.com::4f5ce772-690d-4856-923d-c29734bad352" providerId="AD" clId="Web-{783FA93A-BE20-0071-FC24-B34CF62FD892}" dt="2022-04-27T06:18:58.274" v="5" actId="20577"/>
          <ac:spMkLst>
            <pc:docMk/>
            <pc:sldMk cId="1695291613" sldId="141168802"/>
            <ac:spMk id="4" creationId="{0AD0545C-635C-457F-B2BF-CA82FE9B1388}"/>
          </ac:spMkLst>
        </pc:spChg>
      </pc:sldChg>
    </pc:docChg>
  </pc:docChgLst>
  <pc:docChgLst>
    <pc:chgData name="Wiebe, Wladislav (Nokia - DE/Ulm)" userId="S::wladislav.wiebe@nokia.com::4f5ce772-690d-4856-923d-c29734bad352" providerId="AD" clId="Web-{FB5FECEC-0E28-E11F-EE19-6645EBE30FCB}"/>
    <pc:docChg chg="modSld">
      <pc:chgData name="Wiebe, Wladislav (Nokia - DE/Ulm)" userId="S::wladislav.wiebe@nokia.com::4f5ce772-690d-4856-923d-c29734bad352" providerId="AD" clId="Web-{FB5FECEC-0E28-E11F-EE19-6645EBE30FCB}" dt="2022-04-28T07:17:25.152" v="1" actId="1076"/>
      <pc:docMkLst>
        <pc:docMk/>
      </pc:docMkLst>
      <pc:sldChg chg="modSp">
        <pc:chgData name="Wiebe, Wladislav (Nokia - DE/Ulm)" userId="S::wladislav.wiebe@nokia.com::4f5ce772-690d-4856-923d-c29734bad352" providerId="AD" clId="Web-{FB5FECEC-0E28-E11F-EE19-6645EBE30FCB}" dt="2022-04-28T07:17:25.152" v="1" actId="1076"/>
        <pc:sldMkLst>
          <pc:docMk/>
          <pc:sldMk cId="2593954605" sldId="141168828"/>
        </pc:sldMkLst>
        <pc:picChg chg="mod">
          <ac:chgData name="Wiebe, Wladislav (Nokia - DE/Ulm)" userId="S::wladislav.wiebe@nokia.com::4f5ce772-690d-4856-923d-c29734bad352" providerId="AD" clId="Web-{FB5FECEC-0E28-E11F-EE19-6645EBE30FCB}" dt="2022-04-28T07:17:25.152" v="1" actId="1076"/>
          <ac:picMkLst>
            <pc:docMk/>
            <pc:sldMk cId="2593954605" sldId="141168828"/>
            <ac:picMk id="8" creationId="{195A04ED-E6AE-4881-B044-59BA96CA2DC6}"/>
          </ac:picMkLst>
        </pc:picChg>
      </pc:sldChg>
    </pc:docChg>
  </pc:docChgLst>
  <pc:docChgLst>
    <pc:chgData name="Wiebe, Wladislav (Nokia - DE/Ulm)" userId="S::wladislav.wiebe@nokia.com::4f5ce772-690d-4856-923d-c29734bad352" providerId="AD" clId="Web-{FDEB5EE6-1324-B59C-C0A9-FF75A74016C7}"/>
    <pc:docChg chg="modSld">
      <pc:chgData name="Wiebe, Wladislav (Nokia - DE/Ulm)" userId="S::wladislav.wiebe@nokia.com::4f5ce772-690d-4856-923d-c29734bad352" providerId="AD" clId="Web-{FDEB5EE6-1324-B59C-C0A9-FF75A74016C7}" dt="2022-04-27T07:33:36.415" v="46" actId="1076"/>
      <pc:docMkLst>
        <pc:docMk/>
      </pc:docMkLst>
      <pc:sldChg chg="modSp">
        <pc:chgData name="Wiebe, Wladislav (Nokia - DE/Ulm)" userId="S::wladislav.wiebe@nokia.com::4f5ce772-690d-4856-923d-c29734bad352" providerId="AD" clId="Web-{FDEB5EE6-1324-B59C-C0A9-FF75A74016C7}" dt="2022-04-27T07:26:20.080" v="34" actId="20577"/>
        <pc:sldMkLst>
          <pc:docMk/>
          <pc:sldMk cId="1695291613" sldId="141168802"/>
        </pc:sldMkLst>
        <pc:spChg chg="mod">
          <ac:chgData name="Wiebe, Wladislav (Nokia - DE/Ulm)" userId="S::wladislav.wiebe@nokia.com::4f5ce772-690d-4856-923d-c29734bad352" providerId="AD" clId="Web-{FDEB5EE6-1324-B59C-C0A9-FF75A74016C7}" dt="2022-04-27T07:26:20.080" v="34" actId="20577"/>
          <ac:spMkLst>
            <pc:docMk/>
            <pc:sldMk cId="1695291613" sldId="141168802"/>
            <ac:spMk id="4" creationId="{0AD0545C-635C-457F-B2BF-CA82FE9B1388}"/>
          </ac:spMkLst>
        </pc:spChg>
      </pc:sldChg>
      <pc:sldChg chg="modSp">
        <pc:chgData name="Wiebe, Wladislav (Nokia - DE/Ulm)" userId="S::wladislav.wiebe@nokia.com::4f5ce772-690d-4856-923d-c29734bad352" providerId="AD" clId="Web-{FDEB5EE6-1324-B59C-C0A9-FF75A74016C7}" dt="2022-04-27T07:25:53.017" v="32" actId="20577"/>
        <pc:sldMkLst>
          <pc:docMk/>
          <pc:sldMk cId="2959639868" sldId="141168804"/>
        </pc:sldMkLst>
        <pc:spChg chg="mod">
          <ac:chgData name="Wiebe, Wladislav (Nokia - DE/Ulm)" userId="S::wladislav.wiebe@nokia.com::4f5ce772-690d-4856-923d-c29734bad352" providerId="AD" clId="Web-{FDEB5EE6-1324-B59C-C0A9-FF75A74016C7}" dt="2022-04-27T07:25:53.017" v="32" actId="20577"/>
          <ac:spMkLst>
            <pc:docMk/>
            <pc:sldMk cId="2959639868" sldId="141168804"/>
            <ac:spMk id="3" creationId="{0FCEC714-D88E-44CC-AEFB-93A2403C3143}"/>
          </ac:spMkLst>
        </pc:spChg>
      </pc:sldChg>
      <pc:sldChg chg="modSp">
        <pc:chgData name="Wiebe, Wladislav (Nokia - DE/Ulm)" userId="S::wladislav.wiebe@nokia.com::4f5ce772-690d-4856-923d-c29734bad352" providerId="AD" clId="Web-{FDEB5EE6-1324-B59C-C0A9-FF75A74016C7}" dt="2022-04-27T07:26:36.894" v="45" actId="14100"/>
        <pc:sldMkLst>
          <pc:docMk/>
          <pc:sldMk cId="3049514994" sldId="141168805"/>
        </pc:sldMkLst>
        <pc:spChg chg="mod">
          <ac:chgData name="Wiebe, Wladislav (Nokia - DE/Ulm)" userId="S::wladislav.wiebe@nokia.com::4f5ce772-690d-4856-923d-c29734bad352" providerId="AD" clId="Web-{FDEB5EE6-1324-B59C-C0A9-FF75A74016C7}" dt="2022-04-27T07:26:36.894" v="45" actId="14100"/>
          <ac:spMkLst>
            <pc:docMk/>
            <pc:sldMk cId="3049514994" sldId="141168805"/>
            <ac:spMk id="3" creationId="{668F1737-3B17-4557-8805-8ADE8F672D30}"/>
          </ac:spMkLst>
        </pc:spChg>
      </pc:sldChg>
      <pc:sldChg chg="modSp">
        <pc:chgData name="Wiebe, Wladislav (Nokia - DE/Ulm)" userId="S::wladislav.wiebe@nokia.com::4f5ce772-690d-4856-923d-c29734bad352" providerId="AD" clId="Web-{FDEB5EE6-1324-B59C-C0A9-FF75A74016C7}" dt="2022-04-27T07:33:36.415" v="46" actId="1076"/>
        <pc:sldMkLst>
          <pc:docMk/>
          <pc:sldMk cId="217464393" sldId="141168815"/>
        </pc:sldMkLst>
        <pc:spChg chg="mod">
          <ac:chgData name="Wiebe, Wladislav (Nokia - DE/Ulm)" userId="S::wladislav.wiebe@nokia.com::4f5ce772-690d-4856-923d-c29734bad352" providerId="AD" clId="Web-{FDEB5EE6-1324-B59C-C0A9-FF75A74016C7}" dt="2022-04-27T07:33:36.415" v="46" actId="1076"/>
          <ac:spMkLst>
            <pc:docMk/>
            <pc:sldMk cId="217464393" sldId="141168815"/>
            <ac:spMk id="15" creationId="{EBC4096B-D3CA-4DD4-B6DB-01ED44135ADB}"/>
          </ac:spMkLst>
        </pc:spChg>
      </pc:sldChg>
      <pc:sldChg chg="modSp">
        <pc:chgData name="Wiebe, Wladislav (Nokia - DE/Ulm)" userId="S::wladislav.wiebe@nokia.com::4f5ce772-690d-4856-923d-c29734bad352" providerId="AD" clId="Web-{FDEB5EE6-1324-B59C-C0A9-FF75A74016C7}" dt="2022-04-27T07:24:26.325" v="31" actId="20577"/>
        <pc:sldMkLst>
          <pc:docMk/>
          <pc:sldMk cId="3355507764" sldId="141168837"/>
        </pc:sldMkLst>
        <pc:spChg chg="mod">
          <ac:chgData name="Wiebe, Wladislav (Nokia - DE/Ulm)" userId="S::wladislav.wiebe@nokia.com::4f5ce772-690d-4856-923d-c29734bad352" providerId="AD" clId="Web-{FDEB5EE6-1324-B59C-C0A9-FF75A74016C7}" dt="2022-04-27T07:24:26.325" v="31" actId="20577"/>
          <ac:spMkLst>
            <pc:docMk/>
            <pc:sldMk cId="3355507764" sldId="141168837"/>
            <ac:spMk id="8" creationId="{12622ECB-0CF9-4D4C-B8A1-10E8FD8FA478}"/>
          </ac:spMkLst>
        </pc:spChg>
      </pc:sldChg>
    </pc:docChg>
  </pc:docChgLst>
  <pc:docChgLst>
    <pc:chgData name="Wiebe, Wladislav (Nokia - DE/Ulm)" userId="S::wladislav.wiebe@nokia.com::4f5ce772-690d-4856-923d-c29734bad352" providerId="AD" clId="Web-{7924EC76-140E-5E4D-2352-4563857D2494}"/>
    <pc:docChg chg="delSld">
      <pc:chgData name="Wiebe, Wladislav (Nokia - DE/Ulm)" userId="S::wladislav.wiebe@nokia.com::4f5ce772-690d-4856-923d-c29734bad352" providerId="AD" clId="Web-{7924EC76-140E-5E4D-2352-4563857D2494}" dt="2022-04-27T06:18:08.229" v="0"/>
      <pc:docMkLst>
        <pc:docMk/>
      </pc:docMkLst>
      <pc:sldChg chg="del">
        <pc:chgData name="Wiebe, Wladislav (Nokia - DE/Ulm)" userId="S::wladislav.wiebe@nokia.com::4f5ce772-690d-4856-923d-c29734bad352" providerId="AD" clId="Web-{7924EC76-140E-5E4D-2352-4563857D2494}" dt="2022-04-27T06:18:08.229" v="0"/>
        <pc:sldMkLst>
          <pc:docMk/>
          <pc:sldMk cId="905433494" sldId="141168813"/>
        </pc:sldMkLst>
      </pc:sldChg>
    </pc:docChg>
  </pc:docChgLst>
  <pc:docChgLst>
    <pc:chgData name="Wiebe, Wladislav (Nokia - DE/Ulm)" userId="S::wladislav.wiebe@nokia.com::4f5ce772-690d-4856-923d-c29734bad352" providerId="AD" clId="Web-{440EC9AB-4A11-BD39-54C9-00B0C6F98DA7}"/>
    <pc:docChg chg="modSld">
      <pc:chgData name="Wiebe, Wladislav (Nokia - DE/Ulm)" userId="S::wladislav.wiebe@nokia.com::4f5ce772-690d-4856-923d-c29734bad352" providerId="AD" clId="Web-{440EC9AB-4A11-BD39-54C9-00B0C6F98DA7}" dt="2022-04-27T07:56:35.849" v="84"/>
      <pc:docMkLst>
        <pc:docMk/>
      </pc:docMkLst>
      <pc:sldChg chg="modSp modCm">
        <pc:chgData name="Wiebe, Wladislav (Nokia - DE/Ulm)" userId="S::wladislav.wiebe@nokia.com::4f5ce772-690d-4856-923d-c29734bad352" providerId="AD" clId="Web-{440EC9AB-4A11-BD39-54C9-00B0C6F98DA7}" dt="2022-04-27T07:56:35.849" v="84"/>
        <pc:sldMkLst>
          <pc:docMk/>
          <pc:sldMk cId="3464723747" sldId="141168822"/>
        </pc:sldMkLst>
        <pc:spChg chg="mod">
          <ac:chgData name="Wiebe, Wladislav (Nokia - DE/Ulm)" userId="S::wladislav.wiebe@nokia.com::4f5ce772-690d-4856-923d-c29734bad352" providerId="AD" clId="Web-{440EC9AB-4A11-BD39-54C9-00B0C6F98DA7}" dt="2022-04-27T07:56:24.692" v="83" actId="14100"/>
          <ac:spMkLst>
            <pc:docMk/>
            <pc:sldMk cId="3464723747" sldId="141168822"/>
            <ac:spMk id="14" creationId="{96509919-549C-44D8-8692-00506B244811}"/>
          </ac:spMkLst>
        </pc:spChg>
      </pc:sldChg>
    </pc:docChg>
  </pc:docChgLst>
  <pc:docChgLst>
    <pc:chgData name="Czarnuch, Szymon (Nokia - PL/Wroclaw)" userId="S::szymon.czarnuch@nokia.com::f7d1ffb8-5d06-4aab-9b7b-58a9797c2af9" providerId="AD" clId="Web-{14D8043B-1347-CCF6-9844-E8A222A63E2D}"/>
    <pc:docChg chg="delSld">
      <pc:chgData name="Czarnuch, Szymon (Nokia - PL/Wroclaw)" userId="S::szymon.czarnuch@nokia.com::f7d1ffb8-5d06-4aab-9b7b-58a9797c2af9" providerId="AD" clId="Web-{14D8043B-1347-CCF6-9844-E8A222A63E2D}" dt="2022-04-27T11:26:22.072" v="0"/>
      <pc:docMkLst>
        <pc:docMk/>
      </pc:docMkLst>
      <pc:sldChg chg="del">
        <pc:chgData name="Czarnuch, Szymon (Nokia - PL/Wroclaw)" userId="S::szymon.czarnuch@nokia.com::f7d1ffb8-5d06-4aab-9b7b-58a9797c2af9" providerId="AD" clId="Web-{14D8043B-1347-CCF6-9844-E8A222A63E2D}" dt="2022-04-27T11:26:22.072" v="0"/>
        <pc:sldMkLst>
          <pc:docMk/>
          <pc:sldMk cId="3657097631" sldId="141168806"/>
        </pc:sldMkLst>
      </pc:sldChg>
    </pc:docChg>
  </pc:docChgLst>
  <pc:docChgLst>
    <pc:chgData name="Wiebe, Wladislav (Nokia - DE/Ulm)" userId="S::wladislav.wiebe@nokia.com::4f5ce772-690d-4856-923d-c29734bad352" providerId="AD" clId="Web-{8CBF825D-F9F8-EDB3-024F-803FA723E9D6}"/>
    <pc:docChg chg="modSld">
      <pc:chgData name="Wiebe, Wladislav (Nokia - DE/Ulm)" userId="S::wladislav.wiebe@nokia.com::4f5ce772-690d-4856-923d-c29734bad352" providerId="AD" clId="Web-{8CBF825D-F9F8-EDB3-024F-803FA723E9D6}" dt="2022-04-27T06:41:10.004" v="77" actId="20577"/>
      <pc:docMkLst>
        <pc:docMk/>
      </pc:docMkLst>
      <pc:sldChg chg="addSp modSp">
        <pc:chgData name="Wiebe, Wladislav (Nokia - DE/Ulm)" userId="S::wladislav.wiebe@nokia.com::4f5ce772-690d-4856-923d-c29734bad352" providerId="AD" clId="Web-{8CBF825D-F9F8-EDB3-024F-803FA723E9D6}" dt="2022-04-27T06:41:10.004" v="77" actId="20577"/>
        <pc:sldMkLst>
          <pc:docMk/>
          <pc:sldMk cId="3537541579" sldId="141168816"/>
        </pc:sldMkLst>
        <pc:spChg chg="add mod">
          <ac:chgData name="Wiebe, Wladislav (Nokia - DE/Ulm)" userId="S::wladislav.wiebe@nokia.com::4f5ce772-690d-4856-923d-c29734bad352" providerId="AD" clId="Web-{8CBF825D-F9F8-EDB3-024F-803FA723E9D6}" dt="2022-04-27T06:41:10.004" v="77" actId="20577"/>
          <ac:spMkLst>
            <pc:docMk/>
            <pc:sldMk cId="3537541579" sldId="141168816"/>
            <ac:spMk id="4" creationId="{2B9DFE13-8924-076F-0C47-33F6A365C9DA}"/>
          </ac:spMkLst>
        </pc:spChg>
      </pc:sldChg>
    </pc:docChg>
  </pc:docChgLst>
  <pc:docChgLst>
    <pc:chgData name="Wiebe, Wladislav (Nokia - DE/Ulm)" userId="S::wladislav.wiebe@nokia.com::4f5ce772-690d-4856-923d-c29734bad352" providerId="AD" clId="Web-{982B2FEA-903F-24CD-F68C-A186FC6CB644}"/>
    <pc:docChg chg="">
      <pc:chgData name="Wiebe, Wladislav (Nokia - DE/Ulm)" userId="S::wladislav.wiebe@nokia.com::4f5ce772-690d-4856-923d-c29734bad352" providerId="AD" clId="Web-{982B2FEA-903F-24CD-F68C-A186FC6CB644}" dt="2022-04-27T06:56:53.536" v="1"/>
      <pc:docMkLst>
        <pc:docMk/>
      </pc:docMkLst>
      <pc:sldChg chg="modCm">
        <pc:chgData name="Wiebe, Wladislav (Nokia - DE/Ulm)" userId="S::wladislav.wiebe@nokia.com::4f5ce772-690d-4856-923d-c29734bad352" providerId="AD" clId="Web-{982B2FEA-903F-24CD-F68C-A186FC6CB644}" dt="2022-04-27T06:56:53.536" v="1"/>
        <pc:sldMkLst>
          <pc:docMk/>
          <pc:sldMk cId="3537541579" sldId="141168816"/>
        </pc:sldMkLst>
      </pc:sldChg>
    </pc:docChg>
  </pc:docChgLst>
  <pc:docChgLst>
    <pc:chgData name="Wiehler, Stefan (Nokia - DE/Ulm)" userId="S::stefan.wiehler@nokia.com::ccecdd12-c086-46c8-aed0-736981541b11" providerId="AD" clId="Web-{2EBA90CC-2A04-5CDE-6B2B-4455003467E7}"/>
    <pc:docChg chg="mod modSld">
      <pc:chgData name="Wiehler, Stefan (Nokia - DE/Ulm)" userId="S::stefan.wiehler@nokia.com::ccecdd12-c086-46c8-aed0-736981541b11" providerId="AD" clId="Web-{2EBA90CC-2A04-5CDE-6B2B-4455003467E7}" dt="2022-04-27T08:25:10.157" v="12"/>
      <pc:docMkLst>
        <pc:docMk/>
      </pc:docMkLst>
      <pc:sldChg chg="modSp">
        <pc:chgData name="Wiehler, Stefan (Nokia - DE/Ulm)" userId="S::stefan.wiehler@nokia.com::ccecdd12-c086-46c8-aed0-736981541b11" providerId="AD" clId="Web-{2EBA90CC-2A04-5CDE-6B2B-4455003467E7}" dt="2022-04-27T07:56:19.933" v="11" actId="20577"/>
        <pc:sldMkLst>
          <pc:docMk/>
          <pc:sldMk cId="3657097631" sldId="141168806"/>
        </pc:sldMkLst>
        <pc:spChg chg="mod">
          <ac:chgData name="Wiehler, Stefan (Nokia - DE/Ulm)" userId="S::stefan.wiehler@nokia.com::ccecdd12-c086-46c8-aed0-736981541b11" providerId="AD" clId="Web-{2EBA90CC-2A04-5CDE-6B2B-4455003467E7}" dt="2022-04-27T07:56:19.933" v="11" actId="20577"/>
          <ac:spMkLst>
            <pc:docMk/>
            <pc:sldMk cId="3657097631" sldId="141168806"/>
            <ac:spMk id="8" creationId="{05555C5F-BF76-4A22-BFA2-5BA8018F3631}"/>
          </ac:spMkLst>
        </pc:spChg>
      </pc:sldChg>
      <pc:sldChg chg="addCm">
        <pc:chgData name="Wiehler, Stefan (Nokia - DE/Ulm)" userId="S::stefan.wiehler@nokia.com::ccecdd12-c086-46c8-aed0-736981541b11" providerId="AD" clId="Web-{2EBA90CC-2A04-5CDE-6B2B-4455003467E7}" dt="2022-04-27T06:31:10.444" v="2"/>
        <pc:sldMkLst>
          <pc:docMk/>
          <pc:sldMk cId="3537541579" sldId="141168816"/>
        </pc:sldMkLst>
      </pc:sldChg>
      <pc:sldChg chg="addCm">
        <pc:chgData name="Wiehler, Stefan (Nokia - DE/Ulm)" userId="S::stefan.wiehler@nokia.com::ccecdd12-c086-46c8-aed0-736981541b11" providerId="AD" clId="Web-{2EBA90CC-2A04-5CDE-6B2B-4455003467E7}" dt="2022-04-27T08:25:10.157" v="12"/>
        <pc:sldMkLst>
          <pc:docMk/>
          <pc:sldMk cId="3571476025" sldId="141168818"/>
        </pc:sldMkLst>
      </pc:sldChg>
      <pc:sldChg chg="addCm">
        <pc:chgData name="Wiehler, Stefan (Nokia - DE/Ulm)" userId="S::stefan.wiehler@nokia.com::ccecdd12-c086-46c8-aed0-736981541b11" providerId="AD" clId="Web-{2EBA90CC-2A04-5CDE-6B2B-4455003467E7}" dt="2022-04-27T07:45:33" v="3"/>
        <pc:sldMkLst>
          <pc:docMk/>
          <pc:sldMk cId="3464723747" sldId="141168822"/>
        </pc:sldMkLst>
      </pc:sldChg>
    </pc:docChg>
  </pc:docChgLst>
  <pc:docChgLst>
    <pc:chgData name="Wiebe, Wladislav (Nokia - DE/Ulm)" userId="S::wladislav.wiebe@nokia.com::4f5ce772-690d-4856-923d-c29734bad352" providerId="AD" clId="Web-{9556AAEA-2846-A312-F2B9-82D5868E80EF}"/>
    <pc:docChg chg="modSld">
      <pc:chgData name="Wiebe, Wladislav (Nokia - DE/Ulm)" userId="S::wladislav.wiebe@nokia.com::4f5ce772-690d-4856-923d-c29734bad352" providerId="AD" clId="Web-{9556AAEA-2846-A312-F2B9-82D5868E80EF}" dt="2022-04-27T07:14:28.474" v="19" actId="1076"/>
      <pc:docMkLst>
        <pc:docMk/>
      </pc:docMkLst>
      <pc:sldChg chg="modSp">
        <pc:chgData name="Wiebe, Wladislav (Nokia - DE/Ulm)" userId="S::wladislav.wiebe@nokia.com::4f5ce772-690d-4856-923d-c29734bad352" providerId="AD" clId="Web-{9556AAEA-2846-A312-F2B9-82D5868E80EF}" dt="2022-04-27T07:14:28.474" v="19" actId="1076"/>
        <pc:sldMkLst>
          <pc:docMk/>
          <pc:sldMk cId="2593954605" sldId="141168828"/>
        </pc:sldMkLst>
        <pc:spChg chg="mod">
          <ac:chgData name="Wiebe, Wladislav (Nokia - DE/Ulm)" userId="S::wladislav.wiebe@nokia.com::4f5ce772-690d-4856-923d-c29734bad352" providerId="AD" clId="Web-{9556AAEA-2846-A312-F2B9-82D5868E80EF}" dt="2022-04-27T07:14:28.474" v="19" actId="1076"/>
          <ac:spMkLst>
            <pc:docMk/>
            <pc:sldMk cId="2593954605" sldId="141168828"/>
            <ac:spMk id="4" creationId="{3D6B8821-D541-4C10-A707-C03B2F05CD33}"/>
          </ac:spMkLst>
        </pc:spChg>
      </pc:sldChg>
    </pc:docChg>
  </pc:docChgLst>
  <pc:docChgLst>
    <pc:chgData name="Wiebe, Wladislav (Nokia - DE/Ulm)" userId="4f5ce772-690d-4856-923d-c29734bad352" providerId="ADAL" clId="{FE99CBA5-98A5-49F9-B104-1F092AC2E731}"/>
    <pc:docChg chg="undo custSel addSld delSld modSld sldOrd">
      <pc:chgData name="Wiebe, Wladislav (Nokia - DE/Ulm)" userId="4f5ce772-690d-4856-923d-c29734bad352" providerId="ADAL" clId="{FE99CBA5-98A5-49F9-B104-1F092AC2E731}" dt="2022-04-26T15:59:56.636" v="15517" actId="1076"/>
      <pc:docMkLst>
        <pc:docMk/>
      </pc:docMkLst>
      <pc:sldChg chg="delSp modSp mod">
        <pc:chgData name="Wiebe, Wladislav (Nokia - DE/Ulm)" userId="4f5ce772-690d-4856-923d-c29734bad352" providerId="ADAL" clId="{FE99CBA5-98A5-49F9-B104-1F092AC2E731}" dt="2022-04-26T15:14:15.863" v="15135" actId="20577"/>
        <pc:sldMkLst>
          <pc:docMk/>
          <pc:sldMk cId="1695291613" sldId="141168802"/>
        </pc:sldMkLst>
        <pc:spChg chg="del">
          <ac:chgData name="Wiebe, Wladislav (Nokia - DE/Ulm)" userId="4f5ce772-690d-4856-923d-c29734bad352" providerId="ADAL" clId="{FE99CBA5-98A5-49F9-B104-1F092AC2E731}" dt="2022-04-26T15:08:44.362" v="14997" actId="478"/>
          <ac:spMkLst>
            <pc:docMk/>
            <pc:sldMk cId="1695291613" sldId="141168802"/>
            <ac:spMk id="2" creationId="{1002099F-F736-4E28-8721-8BF8B1A37D2D}"/>
          </ac:spMkLst>
        </pc:spChg>
        <pc:spChg chg="mod">
          <ac:chgData name="Wiebe, Wladislav (Nokia - DE/Ulm)" userId="4f5ce772-690d-4856-923d-c29734bad352" providerId="ADAL" clId="{FE99CBA5-98A5-49F9-B104-1F092AC2E731}" dt="2022-04-26T15:14:15.863" v="15135" actId="20577"/>
          <ac:spMkLst>
            <pc:docMk/>
            <pc:sldMk cId="1695291613" sldId="141168802"/>
            <ac:spMk id="4" creationId="{0AD0545C-635C-457F-B2BF-CA82FE9B1388}"/>
          </ac:spMkLst>
        </pc:spChg>
        <pc:spChg chg="del">
          <ac:chgData name="Wiebe, Wladislav (Nokia - DE/Ulm)" userId="4f5ce772-690d-4856-923d-c29734bad352" providerId="ADAL" clId="{FE99CBA5-98A5-49F9-B104-1F092AC2E731}" dt="2022-04-26T15:08:38.897" v="14996" actId="478"/>
          <ac:spMkLst>
            <pc:docMk/>
            <pc:sldMk cId="1695291613" sldId="141168802"/>
            <ac:spMk id="5" creationId="{029FE281-5963-4033-8643-59DD7A6DC3AC}"/>
          </ac:spMkLst>
        </pc:spChg>
      </pc:sldChg>
      <pc:sldChg chg="modSp mod">
        <pc:chgData name="Wiebe, Wladislav (Nokia - DE/Ulm)" userId="4f5ce772-690d-4856-923d-c29734bad352" providerId="ADAL" clId="{FE99CBA5-98A5-49F9-B104-1F092AC2E731}" dt="2022-04-22T07:51:05.769" v="9169" actId="20577"/>
        <pc:sldMkLst>
          <pc:docMk/>
          <pc:sldMk cId="1571102148" sldId="141168803"/>
        </pc:sldMkLst>
        <pc:spChg chg="mod">
          <ac:chgData name="Wiebe, Wladislav (Nokia - DE/Ulm)" userId="4f5ce772-690d-4856-923d-c29734bad352" providerId="ADAL" clId="{FE99CBA5-98A5-49F9-B104-1F092AC2E731}" dt="2022-04-22T07:51:05.769" v="9169" actId="20577"/>
          <ac:spMkLst>
            <pc:docMk/>
            <pc:sldMk cId="1571102148" sldId="141168803"/>
            <ac:spMk id="4" creationId="{9DD9F33C-5BA4-44D1-8B6B-87E2026F18AC}"/>
          </ac:spMkLst>
        </pc:spChg>
      </pc:sldChg>
      <pc:sldChg chg="addSp modSp mod">
        <pc:chgData name="Wiebe, Wladislav (Nokia - DE/Ulm)" userId="4f5ce772-690d-4856-923d-c29734bad352" providerId="ADAL" clId="{FE99CBA5-98A5-49F9-B104-1F092AC2E731}" dt="2022-04-26T15:16:17.824" v="15142" actId="14100"/>
        <pc:sldMkLst>
          <pc:docMk/>
          <pc:sldMk cId="2959639868" sldId="141168804"/>
        </pc:sldMkLst>
        <pc:spChg chg="add mod">
          <ac:chgData name="Wiebe, Wladislav (Nokia - DE/Ulm)" userId="4f5ce772-690d-4856-923d-c29734bad352" providerId="ADAL" clId="{FE99CBA5-98A5-49F9-B104-1F092AC2E731}" dt="2022-04-26T15:16:17.824" v="15142" actId="14100"/>
          <ac:spMkLst>
            <pc:docMk/>
            <pc:sldMk cId="2959639868" sldId="141168804"/>
            <ac:spMk id="2" creationId="{C3B9DB3B-2277-4AEE-B80D-78541FDAE245}"/>
          </ac:spMkLst>
        </pc:spChg>
      </pc:sldChg>
      <pc:sldChg chg="modSp mod">
        <pc:chgData name="Wiebe, Wladislav (Nokia - DE/Ulm)" userId="4f5ce772-690d-4856-923d-c29734bad352" providerId="ADAL" clId="{FE99CBA5-98A5-49F9-B104-1F092AC2E731}" dt="2022-04-26T15:17:11.332" v="15143" actId="20577"/>
        <pc:sldMkLst>
          <pc:docMk/>
          <pc:sldMk cId="3657097631" sldId="141168806"/>
        </pc:sldMkLst>
        <pc:spChg chg="mod">
          <ac:chgData name="Wiebe, Wladislav (Nokia - DE/Ulm)" userId="4f5ce772-690d-4856-923d-c29734bad352" providerId="ADAL" clId="{FE99CBA5-98A5-49F9-B104-1F092AC2E731}" dt="2022-04-26T15:17:11.332" v="15143" actId="20577"/>
          <ac:spMkLst>
            <pc:docMk/>
            <pc:sldMk cId="3657097631" sldId="141168806"/>
            <ac:spMk id="10" creationId="{A954D63D-B386-45F8-9E05-820E1E038703}"/>
          </ac:spMkLst>
        </pc:spChg>
      </pc:sldChg>
      <pc:sldChg chg="modSp mod">
        <pc:chgData name="Wiebe, Wladislav (Nokia - DE/Ulm)" userId="4f5ce772-690d-4856-923d-c29734bad352" providerId="ADAL" clId="{FE99CBA5-98A5-49F9-B104-1F092AC2E731}" dt="2022-04-26T15:17:57.872" v="15144" actId="20577"/>
        <pc:sldMkLst>
          <pc:docMk/>
          <pc:sldMk cId="2339512861" sldId="141168807"/>
        </pc:sldMkLst>
        <pc:spChg chg="mod">
          <ac:chgData name="Wiebe, Wladislav (Nokia - DE/Ulm)" userId="4f5ce772-690d-4856-923d-c29734bad352" providerId="ADAL" clId="{FE99CBA5-98A5-49F9-B104-1F092AC2E731}" dt="2022-04-26T15:17:57.872" v="15144" actId="20577"/>
          <ac:spMkLst>
            <pc:docMk/>
            <pc:sldMk cId="2339512861" sldId="141168807"/>
            <ac:spMk id="8" creationId="{D899404D-0A46-40D9-820A-4DF8F02D8AA3}"/>
          </ac:spMkLst>
        </pc:spChg>
      </pc:sldChg>
      <pc:sldChg chg="modSp mod">
        <pc:chgData name="Wiebe, Wladislav (Nokia - DE/Ulm)" userId="4f5ce772-690d-4856-923d-c29734bad352" providerId="ADAL" clId="{FE99CBA5-98A5-49F9-B104-1F092AC2E731}" dt="2022-04-26T15:18:28.718" v="15145" actId="20577"/>
        <pc:sldMkLst>
          <pc:docMk/>
          <pc:sldMk cId="2831766200" sldId="141168808"/>
        </pc:sldMkLst>
        <pc:spChg chg="mod">
          <ac:chgData name="Wiebe, Wladislav (Nokia - DE/Ulm)" userId="4f5ce772-690d-4856-923d-c29734bad352" providerId="ADAL" clId="{FE99CBA5-98A5-49F9-B104-1F092AC2E731}" dt="2022-04-26T15:18:28.718" v="15145" actId="20577"/>
          <ac:spMkLst>
            <pc:docMk/>
            <pc:sldMk cId="2831766200" sldId="141168808"/>
            <ac:spMk id="10" creationId="{7B8A4227-0462-44AC-A50C-9034074FC1D2}"/>
          </ac:spMkLst>
        </pc:spChg>
      </pc:sldChg>
      <pc:sldChg chg="modSp mod">
        <pc:chgData name="Wiebe, Wladislav (Nokia - DE/Ulm)" userId="4f5ce772-690d-4856-923d-c29734bad352" providerId="ADAL" clId="{FE99CBA5-98A5-49F9-B104-1F092AC2E731}" dt="2022-04-26T15:18:39.559" v="15146" actId="20577"/>
        <pc:sldMkLst>
          <pc:docMk/>
          <pc:sldMk cId="3515302497" sldId="141168809"/>
        </pc:sldMkLst>
        <pc:spChg chg="mod">
          <ac:chgData name="Wiebe, Wladislav (Nokia - DE/Ulm)" userId="4f5ce772-690d-4856-923d-c29734bad352" providerId="ADAL" clId="{FE99CBA5-98A5-49F9-B104-1F092AC2E731}" dt="2022-04-26T15:18:39.559" v="15146" actId="20577"/>
          <ac:spMkLst>
            <pc:docMk/>
            <pc:sldMk cId="3515302497" sldId="141168809"/>
            <ac:spMk id="8" creationId="{DBA97E9D-5D4D-4580-A49E-7867C620AE86}"/>
          </ac:spMkLst>
        </pc:spChg>
      </pc:sldChg>
      <pc:sldChg chg="modSp mod">
        <pc:chgData name="Wiebe, Wladislav (Nokia - DE/Ulm)" userId="4f5ce772-690d-4856-923d-c29734bad352" providerId="ADAL" clId="{FE99CBA5-98A5-49F9-B104-1F092AC2E731}" dt="2022-04-26T15:20:17.840" v="15148"/>
        <pc:sldMkLst>
          <pc:docMk/>
          <pc:sldMk cId="2561714144" sldId="141168810"/>
        </pc:sldMkLst>
        <pc:spChg chg="mod">
          <ac:chgData name="Wiebe, Wladislav (Nokia - DE/Ulm)" userId="4f5ce772-690d-4856-923d-c29734bad352" providerId="ADAL" clId="{FE99CBA5-98A5-49F9-B104-1F092AC2E731}" dt="2022-04-26T15:20:17.840" v="15148"/>
          <ac:spMkLst>
            <pc:docMk/>
            <pc:sldMk cId="2561714144" sldId="141168810"/>
            <ac:spMk id="2" creationId="{0E9986E2-6CC0-42C9-B851-60C57735743B}"/>
          </ac:spMkLst>
        </pc:spChg>
        <pc:spChg chg="mod">
          <ac:chgData name="Wiebe, Wladislav (Nokia - DE/Ulm)" userId="4f5ce772-690d-4856-923d-c29734bad352" providerId="ADAL" clId="{FE99CBA5-98A5-49F9-B104-1F092AC2E731}" dt="2022-04-11T07:14:05.296" v="1879" actId="20577"/>
          <ac:spMkLst>
            <pc:docMk/>
            <pc:sldMk cId="2561714144" sldId="141168810"/>
            <ac:spMk id="4" creationId="{30540571-A48D-4D72-8BB3-2E6EEC0FA4C3}"/>
          </ac:spMkLst>
        </pc:spChg>
      </pc:sldChg>
      <pc:sldChg chg="modSp mod">
        <pc:chgData name="Wiebe, Wladislav (Nokia - DE/Ulm)" userId="4f5ce772-690d-4856-923d-c29734bad352" providerId="ADAL" clId="{FE99CBA5-98A5-49F9-B104-1F092AC2E731}" dt="2022-04-26T15:21:38.246" v="15157" actId="20577"/>
        <pc:sldMkLst>
          <pc:docMk/>
          <pc:sldMk cId="739267309" sldId="141168811"/>
        </pc:sldMkLst>
        <pc:graphicFrameChg chg="modGraphic">
          <ac:chgData name="Wiebe, Wladislav (Nokia - DE/Ulm)" userId="4f5ce772-690d-4856-923d-c29734bad352" providerId="ADAL" clId="{FE99CBA5-98A5-49F9-B104-1F092AC2E731}" dt="2022-04-26T15:21:38.246" v="15157" actId="20577"/>
          <ac:graphicFrameMkLst>
            <pc:docMk/>
            <pc:sldMk cId="739267309" sldId="141168811"/>
            <ac:graphicFrameMk id="9" creationId="{2B2C572E-3B14-43E3-9147-E973B004A6F1}"/>
          </ac:graphicFrameMkLst>
        </pc:graphicFrameChg>
      </pc:sldChg>
      <pc:sldChg chg="addSp delSp modSp mod">
        <pc:chgData name="Wiebe, Wladislav (Nokia - DE/Ulm)" userId="4f5ce772-690d-4856-923d-c29734bad352" providerId="ADAL" clId="{FE99CBA5-98A5-49F9-B104-1F092AC2E731}" dt="2022-04-26T10:22:57.853" v="12027" actId="9405"/>
        <pc:sldMkLst>
          <pc:docMk/>
          <pc:sldMk cId="313823123" sldId="141168812"/>
        </pc:sldMkLst>
        <pc:spChg chg="mod">
          <ac:chgData name="Wiebe, Wladislav (Nokia - DE/Ulm)" userId="4f5ce772-690d-4856-923d-c29734bad352" providerId="ADAL" clId="{FE99CBA5-98A5-49F9-B104-1F092AC2E731}" dt="2022-04-12T08:22:26.722" v="5120" actId="113"/>
          <ac:spMkLst>
            <pc:docMk/>
            <pc:sldMk cId="313823123" sldId="141168812"/>
            <ac:spMk id="2" creationId="{18CBCA36-1BE5-4BAC-BF82-D3DF78242C53}"/>
          </ac:spMkLst>
        </pc:spChg>
        <pc:spChg chg="add del">
          <ac:chgData name="Wiebe, Wladislav (Nokia - DE/Ulm)" userId="4f5ce772-690d-4856-923d-c29734bad352" providerId="ADAL" clId="{FE99CBA5-98A5-49F9-B104-1F092AC2E731}" dt="2022-04-07T12:17:50.779" v="1" actId="478"/>
          <ac:spMkLst>
            <pc:docMk/>
            <pc:sldMk cId="313823123" sldId="141168812"/>
            <ac:spMk id="5" creationId="{60334182-6E19-4756-907F-FF60AEB7BDF1}"/>
          </ac:spMkLst>
        </pc:spChg>
        <pc:spChg chg="mod">
          <ac:chgData name="Wiebe, Wladislav (Nokia - DE/Ulm)" userId="4f5ce772-690d-4856-923d-c29734bad352" providerId="ADAL" clId="{FE99CBA5-98A5-49F9-B104-1F092AC2E731}" dt="2022-04-08T10:11:01.149" v="1017" actId="1076"/>
          <ac:spMkLst>
            <pc:docMk/>
            <pc:sldMk cId="313823123" sldId="141168812"/>
            <ac:spMk id="9" creationId="{4DB3019B-54AA-49FC-A18E-334041033CB2}"/>
          </ac:spMkLst>
        </pc:spChg>
        <pc:spChg chg="add del mod">
          <ac:chgData name="Wiebe, Wladislav (Nokia - DE/Ulm)" userId="4f5ce772-690d-4856-923d-c29734bad352" providerId="ADAL" clId="{FE99CBA5-98A5-49F9-B104-1F092AC2E731}" dt="2022-04-07T12:17:57.886" v="5"/>
          <ac:spMkLst>
            <pc:docMk/>
            <pc:sldMk cId="313823123" sldId="141168812"/>
            <ac:spMk id="10" creationId="{3299EADF-4C39-47D3-A496-06E276E0DD39}"/>
          </ac:spMkLst>
        </pc:spChg>
        <pc:spChg chg="add mod">
          <ac:chgData name="Wiebe, Wladislav (Nokia - DE/Ulm)" userId="4f5ce772-690d-4856-923d-c29734bad352" providerId="ADAL" clId="{FE99CBA5-98A5-49F9-B104-1F092AC2E731}" dt="2022-04-26T07:24:38.025" v="11757" actId="13926"/>
          <ac:spMkLst>
            <pc:docMk/>
            <pc:sldMk cId="313823123" sldId="141168812"/>
            <ac:spMk id="11" creationId="{44E4B375-810A-4E60-9EB5-65E6848DF483}"/>
          </ac:spMkLst>
        </pc:spChg>
        <pc:spChg chg="add mod">
          <ac:chgData name="Wiebe, Wladislav (Nokia - DE/Ulm)" userId="4f5ce772-690d-4856-923d-c29734bad352" providerId="ADAL" clId="{FE99CBA5-98A5-49F9-B104-1F092AC2E731}" dt="2022-04-07T14:16:32.041" v="555" actId="14100"/>
          <ac:spMkLst>
            <pc:docMk/>
            <pc:sldMk cId="313823123" sldId="141168812"/>
            <ac:spMk id="12" creationId="{9EB7F7F5-849B-4429-B8BD-AB464B3840C5}"/>
          </ac:spMkLst>
        </pc:spChg>
        <pc:spChg chg="add mod">
          <ac:chgData name="Wiebe, Wladislav (Nokia - DE/Ulm)" userId="4f5ce772-690d-4856-923d-c29734bad352" providerId="ADAL" clId="{FE99CBA5-98A5-49F9-B104-1F092AC2E731}" dt="2022-04-07T13:00:25.092" v="70" actId="14100"/>
          <ac:spMkLst>
            <pc:docMk/>
            <pc:sldMk cId="313823123" sldId="141168812"/>
            <ac:spMk id="13" creationId="{A0AE4DD2-229C-4BA4-9A86-8CC8E42B2A39}"/>
          </ac:spMkLst>
        </pc:spChg>
        <pc:spChg chg="add mod">
          <ac:chgData name="Wiebe, Wladislav (Nokia - DE/Ulm)" userId="4f5ce772-690d-4856-923d-c29734bad352" providerId="ADAL" clId="{FE99CBA5-98A5-49F9-B104-1F092AC2E731}" dt="2022-04-08T09:57:06.796" v="977" actId="1076"/>
          <ac:spMkLst>
            <pc:docMk/>
            <pc:sldMk cId="313823123" sldId="141168812"/>
            <ac:spMk id="14" creationId="{85C7B90C-D2B6-4DCE-A27C-77D142873879}"/>
          </ac:spMkLst>
        </pc:spChg>
        <pc:spChg chg="add mod">
          <ac:chgData name="Wiebe, Wladislav (Nokia - DE/Ulm)" userId="4f5ce772-690d-4856-923d-c29734bad352" providerId="ADAL" clId="{FE99CBA5-98A5-49F9-B104-1F092AC2E731}" dt="2022-04-08T10:14:01.187" v="1027" actId="14100"/>
          <ac:spMkLst>
            <pc:docMk/>
            <pc:sldMk cId="313823123" sldId="141168812"/>
            <ac:spMk id="15" creationId="{CDE4DA68-5346-4DC6-B94D-963960044D39}"/>
          </ac:spMkLst>
        </pc:spChg>
        <pc:spChg chg="add mod">
          <ac:chgData name="Wiebe, Wladislav (Nokia - DE/Ulm)" userId="4f5ce772-690d-4856-923d-c29734bad352" providerId="ADAL" clId="{FE99CBA5-98A5-49F9-B104-1F092AC2E731}" dt="2022-04-08T10:15:05.044" v="1058" actId="1076"/>
          <ac:spMkLst>
            <pc:docMk/>
            <pc:sldMk cId="313823123" sldId="141168812"/>
            <ac:spMk id="16" creationId="{93D9D2CB-D170-406F-B33A-F96579E61E05}"/>
          </ac:spMkLst>
        </pc:spChg>
        <pc:spChg chg="add del">
          <ac:chgData name="Wiebe, Wladislav (Nokia - DE/Ulm)" userId="4f5ce772-690d-4856-923d-c29734bad352" providerId="ADAL" clId="{FE99CBA5-98A5-49F9-B104-1F092AC2E731}" dt="2022-04-08T08:40:49.517" v="973" actId="478"/>
          <ac:spMkLst>
            <pc:docMk/>
            <pc:sldMk cId="313823123" sldId="141168812"/>
            <ac:spMk id="21" creationId="{FFBFBB99-62EE-4126-AFBA-92115AE6F186}"/>
          </ac:spMkLst>
        </pc:spChg>
        <pc:spChg chg="add del mod">
          <ac:chgData name="Wiebe, Wladislav (Nokia - DE/Ulm)" userId="4f5ce772-690d-4856-923d-c29734bad352" providerId="ADAL" clId="{FE99CBA5-98A5-49F9-B104-1F092AC2E731}" dt="2022-04-08T10:10:53.873" v="1015"/>
          <ac:spMkLst>
            <pc:docMk/>
            <pc:sldMk cId="313823123" sldId="141168812"/>
            <ac:spMk id="22" creationId="{C38306A7-E434-4E4B-8E09-7596EC769317}"/>
          </ac:spMkLst>
        </pc:spChg>
        <pc:spChg chg="add del mod ord">
          <ac:chgData name="Wiebe, Wladislav (Nokia - DE/Ulm)" userId="4f5ce772-690d-4856-923d-c29734bad352" providerId="ADAL" clId="{FE99CBA5-98A5-49F9-B104-1F092AC2E731}" dt="2022-04-08T10:13:52.462" v="1026" actId="478"/>
          <ac:spMkLst>
            <pc:docMk/>
            <pc:sldMk cId="313823123" sldId="141168812"/>
            <ac:spMk id="23" creationId="{B885B2B9-3FB2-4689-8EF5-751F606C5732}"/>
          </ac:spMkLst>
        </pc:spChg>
        <pc:spChg chg="add mod">
          <ac:chgData name="Wiebe, Wladislav (Nokia - DE/Ulm)" userId="4f5ce772-690d-4856-923d-c29734bad352" providerId="ADAL" clId="{FE99CBA5-98A5-49F9-B104-1F092AC2E731}" dt="2022-04-08T10:29:27.796" v="1126" actId="14100"/>
          <ac:spMkLst>
            <pc:docMk/>
            <pc:sldMk cId="313823123" sldId="141168812"/>
            <ac:spMk id="24" creationId="{84A24FC8-9A91-4DF5-BE31-9ABA2172DE52}"/>
          </ac:spMkLst>
        </pc:spChg>
        <pc:spChg chg="add mod">
          <ac:chgData name="Wiebe, Wladislav (Nokia - DE/Ulm)" userId="4f5ce772-690d-4856-923d-c29734bad352" providerId="ADAL" clId="{FE99CBA5-98A5-49F9-B104-1F092AC2E731}" dt="2022-04-08T10:26:53.758" v="1119" actId="20577"/>
          <ac:spMkLst>
            <pc:docMk/>
            <pc:sldMk cId="313823123" sldId="141168812"/>
            <ac:spMk id="25" creationId="{B867768D-5345-40C4-9657-7C56AE631EC2}"/>
          </ac:spMkLst>
        </pc:spChg>
        <pc:spChg chg="add del mod">
          <ac:chgData name="Wiebe, Wladislav (Nokia - DE/Ulm)" userId="4f5ce772-690d-4856-923d-c29734bad352" providerId="ADAL" clId="{FE99CBA5-98A5-49F9-B104-1F092AC2E731}" dt="2022-04-08T10:24:20.644" v="1114" actId="478"/>
          <ac:spMkLst>
            <pc:docMk/>
            <pc:sldMk cId="313823123" sldId="141168812"/>
            <ac:spMk id="29" creationId="{C7063FA0-CC11-4F46-9B42-2B70E189415B}"/>
          </ac:spMkLst>
        </pc:spChg>
        <pc:picChg chg="mod">
          <ac:chgData name="Wiebe, Wladislav (Nokia - DE/Ulm)" userId="4f5ce772-690d-4856-923d-c29734bad352" providerId="ADAL" clId="{FE99CBA5-98A5-49F9-B104-1F092AC2E731}" dt="2022-04-08T10:12:45.780" v="1023" actId="1076"/>
          <ac:picMkLst>
            <pc:docMk/>
            <pc:sldMk cId="313823123" sldId="141168812"/>
            <ac:picMk id="8" creationId="{3E8917AB-75B4-4860-A015-781D3C0A001A}"/>
          </ac:picMkLst>
        </pc:picChg>
        <pc:picChg chg="add del mod">
          <ac:chgData name="Wiebe, Wladislav (Nokia - DE/Ulm)" userId="4f5ce772-690d-4856-923d-c29734bad352" providerId="ADAL" clId="{FE99CBA5-98A5-49F9-B104-1F092AC2E731}" dt="2022-04-08T08:14:34.994" v="821" actId="478"/>
          <ac:picMkLst>
            <pc:docMk/>
            <pc:sldMk cId="313823123" sldId="141168812"/>
            <ac:picMk id="18" creationId="{2B3DD475-EC26-4789-B58A-D2EB262C46A7}"/>
          </ac:picMkLst>
        </pc:picChg>
        <pc:inkChg chg="add">
          <ac:chgData name="Wiebe, Wladislav (Nokia - DE/Ulm)" userId="4f5ce772-690d-4856-923d-c29734bad352" providerId="ADAL" clId="{FE99CBA5-98A5-49F9-B104-1F092AC2E731}" dt="2022-04-26T10:22:17.622" v="12023" actId="9405"/>
          <ac:inkMkLst>
            <pc:docMk/>
            <pc:sldMk cId="313823123" sldId="141168812"/>
            <ac:inkMk id="5" creationId="{7DFE8345-F31B-4D7F-B3AF-19720D4B9C3A}"/>
          </ac:inkMkLst>
        </pc:inkChg>
        <pc:inkChg chg="add">
          <ac:chgData name="Wiebe, Wladislav (Nokia - DE/Ulm)" userId="4f5ce772-690d-4856-923d-c29734bad352" providerId="ADAL" clId="{FE99CBA5-98A5-49F9-B104-1F092AC2E731}" dt="2022-04-26T10:22:22.090" v="12024" actId="9405"/>
          <ac:inkMkLst>
            <pc:docMk/>
            <pc:sldMk cId="313823123" sldId="141168812"/>
            <ac:inkMk id="10" creationId="{7568B2C7-D02F-4A01-9086-3C799B212AA9}"/>
          </ac:inkMkLst>
        </pc:inkChg>
        <pc:inkChg chg="add">
          <ac:chgData name="Wiebe, Wladislav (Nokia - DE/Ulm)" userId="4f5ce772-690d-4856-923d-c29734bad352" providerId="ADAL" clId="{FE99CBA5-98A5-49F9-B104-1F092AC2E731}" dt="2022-04-26T10:22:24.923" v="12025" actId="9405"/>
          <ac:inkMkLst>
            <pc:docMk/>
            <pc:sldMk cId="313823123" sldId="141168812"/>
            <ac:inkMk id="17" creationId="{45CF64A5-D4D9-4842-B528-5D8A9C962435}"/>
          </ac:inkMkLst>
        </pc:inkChg>
        <pc:inkChg chg="add del">
          <ac:chgData name="Wiebe, Wladislav (Nokia - DE/Ulm)" userId="4f5ce772-690d-4856-923d-c29734bad352" providerId="ADAL" clId="{FE99CBA5-98A5-49F9-B104-1F092AC2E731}" dt="2022-04-26T10:22:57.853" v="12027" actId="9405"/>
          <ac:inkMkLst>
            <pc:docMk/>
            <pc:sldMk cId="313823123" sldId="141168812"/>
            <ac:inkMk id="18" creationId="{59F7E885-2A27-443F-920A-E5FC3CE1352E}"/>
          </ac:inkMkLst>
        </pc:inkChg>
        <pc:inkChg chg="add del">
          <ac:chgData name="Wiebe, Wladislav (Nokia - DE/Ulm)" userId="4f5ce772-690d-4856-923d-c29734bad352" providerId="ADAL" clId="{FE99CBA5-98A5-49F9-B104-1F092AC2E731}" dt="2022-04-08T08:39:56.184" v="971" actId="9405"/>
          <ac:inkMkLst>
            <pc:docMk/>
            <pc:sldMk cId="313823123" sldId="141168812"/>
            <ac:inkMk id="19" creationId="{B624BBF0-4391-433B-833F-ACE735E76A0B}"/>
          </ac:inkMkLst>
        </pc:inkChg>
        <pc:inkChg chg="add del">
          <ac:chgData name="Wiebe, Wladislav (Nokia - DE/Ulm)" userId="4f5ce772-690d-4856-923d-c29734bad352" providerId="ADAL" clId="{FE99CBA5-98A5-49F9-B104-1F092AC2E731}" dt="2022-04-08T08:39:55.719" v="970" actId="9405"/>
          <ac:inkMkLst>
            <pc:docMk/>
            <pc:sldMk cId="313823123" sldId="141168812"/>
            <ac:inkMk id="20" creationId="{C626E5E2-7123-416F-94B7-6390CBE21A47}"/>
          </ac:inkMkLst>
        </pc:inkChg>
        <pc:inkChg chg="add del">
          <ac:chgData name="Wiebe, Wladislav (Nokia - DE/Ulm)" userId="4f5ce772-690d-4856-923d-c29734bad352" providerId="ADAL" clId="{FE99CBA5-98A5-49F9-B104-1F092AC2E731}" dt="2022-04-08T10:28:03.941" v="1121" actId="9405"/>
          <ac:inkMkLst>
            <pc:docMk/>
            <pc:sldMk cId="313823123" sldId="141168812"/>
            <ac:inkMk id="32" creationId="{581D2339-2332-491A-A161-A35C0DE6EE93}"/>
          </ac:inkMkLst>
        </pc:inkChg>
        <pc:inkChg chg="add del">
          <ac:chgData name="Wiebe, Wladislav (Nokia - DE/Ulm)" userId="4f5ce772-690d-4856-923d-c29734bad352" providerId="ADAL" clId="{FE99CBA5-98A5-49F9-B104-1F092AC2E731}" dt="2022-04-08T10:28:58.495" v="1123" actId="9405"/>
          <ac:inkMkLst>
            <pc:docMk/>
            <pc:sldMk cId="313823123" sldId="141168812"/>
            <ac:inkMk id="33" creationId="{46A0A0DA-2787-4CF7-A171-623FA531BD2B}"/>
          </ac:inkMkLst>
        </pc:inkChg>
        <pc:inkChg chg="add del">
          <ac:chgData name="Wiebe, Wladislav (Nokia - DE/Ulm)" userId="4f5ce772-690d-4856-923d-c29734bad352" providerId="ADAL" clId="{FE99CBA5-98A5-49F9-B104-1F092AC2E731}" dt="2022-04-08T10:29:19.618" v="1125" actId="9405"/>
          <ac:inkMkLst>
            <pc:docMk/>
            <pc:sldMk cId="313823123" sldId="141168812"/>
            <ac:inkMk id="34" creationId="{F00F8BE9-7958-4DCD-85EA-D1B3D57703FF}"/>
          </ac:inkMkLst>
        </pc:inkChg>
        <pc:cxnChg chg="add mod">
          <ac:chgData name="Wiebe, Wladislav (Nokia - DE/Ulm)" userId="4f5ce772-690d-4856-923d-c29734bad352" providerId="ADAL" clId="{FE99CBA5-98A5-49F9-B104-1F092AC2E731}" dt="2022-04-08T10:25:18.437" v="1115" actId="14100"/>
          <ac:cxnSpMkLst>
            <pc:docMk/>
            <pc:sldMk cId="313823123" sldId="141168812"/>
            <ac:cxnSpMk id="27" creationId="{547A5F04-B3B2-4F86-A0AB-3B1B7F9ED39B}"/>
          </ac:cxnSpMkLst>
        </pc:cxnChg>
      </pc:sldChg>
      <pc:sldChg chg="delSp modSp new mod">
        <pc:chgData name="Wiebe, Wladislav (Nokia - DE/Ulm)" userId="4f5ce772-690d-4856-923d-c29734bad352" providerId="ADAL" clId="{FE99CBA5-98A5-49F9-B104-1F092AC2E731}" dt="2022-04-26T14:19:10.444" v="14744" actId="20577"/>
        <pc:sldMkLst>
          <pc:docMk/>
          <pc:sldMk cId="905433494" sldId="141168813"/>
        </pc:sldMkLst>
        <pc:spChg chg="del">
          <ac:chgData name="Wiebe, Wladislav (Nokia - DE/Ulm)" userId="4f5ce772-690d-4856-923d-c29734bad352" providerId="ADAL" clId="{FE99CBA5-98A5-49F9-B104-1F092AC2E731}" dt="2022-04-07T14:17:36.219" v="566" actId="478"/>
          <ac:spMkLst>
            <pc:docMk/>
            <pc:sldMk cId="905433494" sldId="141168813"/>
            <ac:spMk id="2" creationId="{FDC86E07-C0C0-42F2-AA7D-FD4EEB36163E}"/>
          </ac:spMkLst>
        </pc:spChg>
        <pc:spChg chg="mod">
          <ac:chgData name="Wiebe, Wladislav (Nokia - DE/Ulm)" userId="4f5ce772-690d-4856-923d-c29734bad352" providerId="ADAL" clId="{FE99CBA5-98A5-49F9-B104-1F092AC2E731}" dt="2022-04-26T14:19:10.444" v="14744" actId="20577"/>
          <ac:spMkLst>
            <pc:docMk/>
            <pc:sldMk cId="905433494" sldId="141168813"/>
            <ac:spMk id="3" creationId="{FACAA4AB-9092-4651-A2D7-B33FC57799ED}"/>
          </ac:spMkLst>
        </pc:spChg>
        <pc:spChg chg="mod">
          <ac:chgData name="Wiebe, Wladislav (Nokia - DE/Ulm)" userId="4f5ce772-690d-4856-923d-c29734bad352" providerId="ADAL" clId="{FE99CBA5-98A5-49F9-B104-1F092AC2E731}" dt="2022-04-26T13:07:06.503" v="13768" actId="20577"/>
          <ac:spMkLst>
            <pc:docMk/>
            <pc:sldMk cId="905433494" sldId="141168813"/>
            <ac:spMk id="4" creationId="{11B28C88-4FCB-47D8-BF28-8498931A8BF6}"/>
          </ac:spMkLst>
        </pc:spChg>
        <pc:spChg chg="del">
          <ac:chgData name="Wiebe, Wladislav (Nokia - DE/Ulm)" userId="4f5ce772-690d-4856-923d-c29734bad352" providerId="ADAL" clId="{FE99CBA5-98A5-49F9-B104-1F092AC2E731}" dt="2022-04-07T14:17:38.921" v="567" actId="478"/>
          <ac:spMkLst>
            <pc:docMk/>
            <pc:sldMk cId="905433494" sldId="141168813"/>
            <ac:spMk id="5" creationId="{42CD6BBF-96FD-485A-9844-B4B31FCCC29B}"/>
          </ac:spMkLst>
        </pc:spChg>
      </pc:sldChg>
      <pc:sldChg chg="new del">
        <pc:chgData name="Wiebe, Wladislav (Nokia - DE/Ulm)" userId="4f5ce772-690d-4856-923d-c29734bad352" providerId="ADAL" clId="{FE99CBA5-98A5-49F9-B104-1F092AC2E731}" dt="2022-04-08T08:01:13.829" v="604" actId="47"/>
        <pc:sldMkLst>
          <pc:docMk/>
          <pc:sldMk cId="680413499" sldId="141168814"/>
        </pc:sldMkLst>
      </pc:sldChg>
      <pc:sldChg chg="addSp delSp modSp add del mod">
        <pc:chgData name="Wiebe, Wladislav (Nokia - DE/Ulm)" userId="4f5ce772-690d-4856-923d-c29734bad352" providerId="ADAL" clId="{FE99CBA5-98A5-49F9-B104-1F092AC2E731}" dt="2022-04-08T10:34:26.345" v="1128" actId="2696"/>
        <pc:sldMkLst>
          <pc:docMk/>
          <pc:sldMk cId="1236475908" sldId="141168814"/>
        </pc:sldMkLst>
        <pc:spChg chg="del">
          <ac:chgData name="Wiebe, Wladislav (Nokia - DE/Ulm)" userId="4f5ce772-690d-4856-923d-c29734bad352" providerId="ADAL" clId="{FE99CBA5-98A5-49F9-B104-1F092AC2E731}" dt="2022-04-08T08:01:51.538" v="611" actId="478"/>
          <ac:spMkLst>
            <pc:docMk/>
            <pc:sldMk cId="1236475908" sldId="141168814"/>
            <ac:spMk id="4" creationId="{F2B771CA-FBDD-4791-83F6-8225976EE977}"/>
          </ac:spMkLst>
        </pc:spChg>
        <pc:spChg chg="del">
          <ac:chgData name="Wiebe, Wladislav (Nokia - DE/Ulm)" userId="4f5ce772-690d-4856-923d-c29734bad352" providerId="ADAL" clId="{FE99CBA5-98A5-49F9-B104-1F092AC2E731}" dt="2022-04-08T08:01:49.042" v="610" actId="478"/>
          <ac:spMkLst>
            <pc:docMk/>
            <pc:sldMk cId="1236475908" sldId="141168814"/>
            <ac:spMk id="9" creationId="{4DB3019B-54AA-49FC-A18E-334041033CB2}"/>
          </ac:spMkLst>
        </pc:spChg>
        <pc:spChg chg="del">
          <ac:chgData name="Wiebe, Wladislav (Nokia - DE/Ulm)" userId="4f5ce772-690d-4856-923d-c29734bad352" providerId="ADAL" clId="{FE99CBA5-98A5-49F9-B104-1F092AC2E731}" dt="2022-04-08T08:01:39.019" v="608" actId="478"/>
          <ac:spMkLst>
            <pc:docMk/>
            <pc:sldMk cId="1236475908" sldId="141168814"/>
            <ac:spMk id="11" creationId="{44E4B375-810A-4E60-9EB5-65E6848DF483}"/>
          </ac:spMkLst>
        </pc:spChg>
        <pc:spChg chg="del">
          <ac:chgData name="Wiebe, Wladislav (Nokia - DE/Ulm)" userId="4f5ce772-690d-4856-923d-c29734bad352" providerId="ADAL" clId="{FE99CBA5-98A5-49F9-B104-1F092AC2E731}" dt="2022-04-08T08:01:44.892" v="609" actId="478"/>
          <ac:spMkLst>
            <pc:docMk/>
            <pc:sldMk cId="1236475908" sldId="141168814"/>
            <ac:spMk id="12" creationId="{9EB7F7F5-849B-4429-B8BD-AB464B3840C5}"/>
          </ac:spMkLst>
        </pc:spChg>
        <pc:spChg chg="del">
          <ac:chgData name="Wiebe, Wladislav (Nokia - DE/Ulm)" userId="4f5ce772-690d-4856-923d-c29734bad352" providerId="ADAL" clId="{FE99CBA5-98A5-49F9-B104-1F092AC2E731}" dt="2022-04-08T08:01:39.019" v="608" actId="478"/>
          <ac:spMkLst>
            <pc:docMk/>
            <pc:sldMk cId="1236475908" sldId="141168814"/>
            <ac:spMk id="13" creationId="{A0AE4DD2-229C-4BA4-9A86-8CC8E42B2A39}"/>
          </ac:spMkLst>
        </pc:spChg>
        <pc:spChg chg="del">
          <ac:chgData name="Wiebe, Wladislav (Nokia - DE/Ulm)" userId="4f5ce772-690d-4856-923d-c29734bad352" providerId="ADAL" clId="{FE99CBA5-98A5-49F9-B104-1F092AC2E731}" dt="2022-04-08T08:01:55.395" v="612" actId="478"/>
          <ac:spMkLst>
            <pc:docMk/>
            <pc:sldMk cId="1236475908" sldId="141168814"/>
            <ac:spMk id="14" creationId="{85C7B90C-D2B6-4DCE-A27C-77D142873879}"/>
          </ac:spMkLst>
        </pc:spChg>
        <pc:spChg chg="del">
          <ac:chgData name="Wiebe, Wladislav (Nokia - DE/Ulm)" userId="4f5ce772-690d-4856-923d-c29734bad352" providerId="ADAL" clId="{FE99CBA5-98A5-49F9-B104-1F092AC2E731}" dt="2022-04-08T08:01:39.019" v="608" actId="478"/>
          <ac:spMkLst>
            <pc:docMk/>
            <pc:sldMk cId="1236475908" sldId="141168814"/>
            <ac:spMk id="15" creationId="{CDE4DA68-5346-4DC6-B94D-963960044D39}"/>
          </ac:spMkLst>
        </pc:spChg>
        <pc:spChg chg="del">
          <ac:chgData name="Wiebe, Wladislav (Nokia - DE/Ulm)" userId="4f5ce772-690d-4856-923d-c29734bad352" providerId="ADAL" clId="{FE99CBA5-98A5-49F9-B104-1F092AC2E731}" dt="2022-04-08T08:01:32.685" v="607" actId="478"/>
          <ac:spMkLst>
            <pc:docMk/>
            <pc:sldMk cId="1236475908" sldId="141168814"/>
            <ac:spMk id="16" creationId="{93D9D2CB-D170-406F-B33A-F96579E61E05}"/>
          </ac:spMkLst>
        </pc:spChg>
        <pc:spChg chg="add mod">
          <ac:chgData name="Wiebe, Wladislav (Nokia - DE/Ulm)" userId="4f5ce772-690d-4856-923d-c29734bad352" providerId="ADAL" clId="{FE99CBA5-98A5-49F9-B104-1F092AC2E731}" dt="2022-04-08T09:23:52.943" v="975" actId="1076"/>
          <ac:spMkLst>
            <pc:docMk/>
            <pc:sldMk cId="1236475908" sldId="141168814"/>
            <ac:spMk id="20" creationId="{85849997-E6CD-4CCA-B618-334700FD35C6}"/>
          </ac:spMkLst>
        </pc:spChg>
        <pc:spChg chg="add mod">
          <ac:chgData name="Wiebe, Wladislav (Nokia - DE/Ulm)" userId="4f5ce772-690d-4856-923d-c29734bad352" providerId="ADAL" clId="{FE99CBA5-98A5-49F9-B104-1F092AC2E731}" dt="2022-04-08T09:59:25.050" v="1011" actId="14100"/>
          <ac:spMkLst>
            <pc:docMk/>
            <pc:sldMk cId="1236475908" sldId="141168814"/>
            <ac:spMk id="23" creationId="{4B1B7CC3-89D3-426D-833E-8A6334ECC90E}"/>
          </ac:spMkLst>
        </pc:spChg>
        <pc:spChg chg="add mod">
          <ac:chgData name="Wiebe, Wladislav (Nokia - DE/Ulm)" userId="4f5ce772-690d-4856-923d-c29734bad352" providerId="ADAL" clId="{FE99CBA5-98A5-49F9-B104-1F092AC2E731}" dt="2022-04-08T08:18:12.061" v="854" actId="14100"/>
          <ac:spMkLst>
            <pc:docMk/>
            <pc:sldMk cId="1236475908" sldId="141168814"/>
            <ac:spMk id="24" creationId="{FB0FA494-6307-4436-ACB8-048E230A6BB9}"/>
          </ac:spMkLst>
        </pc:spChg>
        <pc:spChg chg="add del mod">
          <ac:chgData name="Wiebe, Wladislav (Nokia - DE/Ulm)" userId="4f5ce772-690d-4856-923d-c29734bad352" providerId="ADAL" clId="{FE99CBA5-98A5-49F9-B104-1F092AC2E731}" dt="2022-04-08T08:23:59.564" v="915" actId="478"/>
          <ac:spMkLst>
            <pc:docMk/>
            <pc:sldMk cId="1236475908" sldId="141168814"/>
            <ac:spMk id="25" creationId="{D6C34415-1851-4A54-B912-D9DDD0018D07}"/>
          </ac:spMkLst>
        </pc:spChg>
        <pc:spChg chg="add mod">
          <ac:chgData name="Wiebe, Wladislav (Nokia - DE/Ulm)" userId="4f5ce772-690d-4856-923d-c29734bad352" providerId="ADAL" clId="{FE99CBA5-98A5-49F9-B104-1F092AC2E731}" dt="2022-04-08T08:22:49.116" v="910" actId="14100"/>
          <ac:spMkLst>
            <pc:docMk/>
            <pc:sldMk cId="1236475908" sldId="141168814"/>
            <ac:spMk id="26" creationId="{881B876E-14C7-4635-A047-349DB986637F}"/>
          </ac:spMkLst>
        </pc:spChg>
        <pc:spChg chg="add mod">
          <ac:chgData name="Wiebe, Wladislav (Nokia - DE/Ulm)" userId="4f5ce772-690d-4856-923d-c29734bad352" providerId="ADAL" clId="{FE99CBA5-98A5-49F9-B104-1F092AC2E731}" dt="2022-04-08T08:28:01.957" v="965" actId="1076"/>
          <ac:spMkLst>
            <pc:docMk/>
            <pc:sldMk cId="1236475908" sldId="141168814"/>
            <ac:spMk id="33" creationId="{2D6E0041-F658-46AC-8AFE-DD4529FA664F}"/>
          </ac:spMkLst>
        </pc:spChg>
        <pc:picChg chg="del">
          <ac:chgData name="Wiebe, Wladislav (Nokia - DE/Ulm)" userId="4f5ce772-690d-4856-923d-c29734bad352" providerId="ADAL" clId="{FE99CBA5-98A5-49F9-B104-1F092AC2E731}" dt="2022-04-08T08:01:24.798" v="606" actId="478"/>
          <ac:picMkLst>
            <pc:docMk/>
            <pc:sldMk cId="1236475908" sldId="141168814"/>
            <ac:picMk id="8" creationId="{3E8917AB-75B4-4860-A015-781D3C0A001A}"/>
          </ac:picMkLst>
        </pc:picChg>
        <pc:picChg chg="add del mod">
          <ac:chgData name="Wiebe, Wladislav (Nokia - DE/Ulm)" userId="4f5ce772-690d-4856-923d-c29734bad352" providerId="ADAL" clId="{FE99CBA5-98A5-49F9-B104-1F092AC2E731}" dt="2022-04-08T08:03:52.887" v="621" actId="478"/>
          <ac:picMkLst>
            <pc:docMk/>
            <pc:sldMk cId="1236475908" sldId="141168814"/>
            <ac:picMk id="10" creationId="{4CFC7F4E-89BD-48F8-8265-3B617FB00B08}"/>
          </ac:picMkLst>
        </pc:picChg>
        <pc:picChg chg="mod">
          <ac:chgData name="Wiebe, Wladislav (Nokia - DE/Ulm)" userId="4f5ce772-690d-4856-923d-c29734bad352" providerId="ADAL" clId="{FE99CBA5-98A5-49F9-B104-1F092AC2E731}" dt="2022-04-08T08:17:57.583" v="852" actId="1076"/>
          <ac:picMkLst>
            <pc:docMk/>
            <pc:sldMk cId="1236475908" sldId="141168814"/>
            <ac:picMk id="18" creationId="{2B3DD475-EC26-4789-B58A-D2EB262C46A7}"/>
          </ac:picMkLst>
        </pc:picChg>
        <pc:picChg chg="add mod">
          <ac:chgData name="Wiebe, Wladislav (Nokia - DE/Ulm)" userId="4f5ce772-690d-4856-923d-c29734bad352" providerId="ADAL" clId="{FE99CBA5-98A5-49F9-B104-1F092AC2E731}" dt="2022-04-08T08:21:41.418" v="898" actId="1076"/>
          <ac:picMkLst>
            <pc:docMk/>
            <pc:sldMk cId="1236475908" sldId="141168814"/>
            <ac:picMk id="19" creationId="{53695BA8-EDCD-46A2-9FB3-CDCC98317528}"/>
          </ac:picMkLst>
        </pc:picChg>
        <pc:picChg chg="add mod">
          <ac:chgData name="Wiebe, Wladislav (Nokia - DE/Ulm)" userId="4f5ce772-690d-4856-923d-c29734bad352" providerId="ADAL" clId="{FE99CBA5-98A5-49F9-B104-1F092AC2E731}" dt="2022-04-08T08:15:30.588" v="844" actId="1076"/>
          <ac:picMkLst>
            <pc:docMk/>
            <pc:sldMk cId="1236475908" sldId="141168814"/>
            <ac:picMk id="22" creationId="{D5E128F9-5CC9-455D-B8C3-00B9A7FDDB76}"/>
          </ac:picMkLst>
        </pc:picChg>
        <pc:inkChg chg="add">
          <ac:chgData name="Wiebe, Wladislav (Nokia - DE/Ulm)" userId="4f5ce772-690d-4856-923d-c29734bad352" providerId="ADAL" clId="{FE99CBA5-98A5-49F9-B104-1F092AC2E731}" dt="2022-04-08T08:26:51.941" v="961" actId="9405"/>
          <ac:inkMkLst>
            <pc:docMk/>
            <pc:sldMk cId="1236475908" sldId="141168814"/>
            <ac:inkMk id="34" creationId="{68DA3C21-9EC2-43DA-9838-D14930CB01BB}"/>
          </ac:inkMkLst>
        </pc:inkChg>
        <pc:inkChg chg="add">
          <ac:chgData name="Wiebe, Wladislav (Nokia - DE/Ulm)" userId="4f5ce772-690d-4856-923d-c29734bad352" providerId="ADAL" clId="{FE99CBA5-98A5-49F9-B104-1F092AC2E731}" dt="2022-04-08T08:26:55.257" v="962" actId="9405"/>
          <ac:inkMkLst>
            <pc:docMk/>
            <pc:sldMk cId="1236475908" sldId="141168814"/>
            <ac:inkMk id="35" creationId="{9B129CA8-9C1A-43A8-AE79-98738CB19747}"/>
          </ac:inkMkLst>
        </pc:inkChg>
        <pc:inkChg chg="add del">
          <ac:chgData name="Wiebe, Wladislav (Nokia - DE/Ulm)" userId="4f5ce772-690d-4856-923d-c29734bad352" providerId="ADAL" clId="{FE99CBA5-98A5-49F9-B104-1F092AC2E731}" dt="2022-04-08T08:27:42.981" v="964" actId="9405"/>
          <ac:inkMkLst>
            <pc:docMk/>
            <pc:sldMk cId="1236475908" sldId="141168814"/>
            <ac:inkMk id="36" creationId="{8FC32AAF-6693-46FB-BAED-3A7312E9E33C}"/>
          </ac:inkMkLst>
        </pc:inkChg>
        <pc:inkChg chg="add">
          <ac:chgData name="Wiebe, Wladislav (Nokia - DE/Ulm)" userId="4f5ce772-690d-4856-923d-c29734bad352" providerId="ADAL" clId="{FE99CBA5-98A5-49F9-B104-1F092AC2E731}" dt="2022-04-08T08:28:24.660" v="966" actId="9405"/>
          <ac:inkMkLst>
            <pc:docMk/>
            <pc:sldMk cId="1236475908" sldId="141168814"/>
            <ac:inkMk id="37" creationId="{EA01C381-6E6A-4344-B404-F2A5CA055F1E}"/>
          </ac:inkMkLst>
        </pc:inkChg>
        <pc:inkChg chg="add">
          <ac:chgData name="Wiebe, Wladislav (Nokia - DE/Ulm)" userId="4f5ce772-690d-4856-923d-c29734bad352" providerId="ADAL" clId="{FE99CBA5-98A5-49F9-B104-1F092AC2E731}" dt="2022-04-08T08:28:28.591" v="967" actId="9405"/>
          <ac:inkMkLst>
            <pc:docMk/>
            <pc:sldMk cId="1236475908" sldId="141168814"/>
            <ac:inkMk id="38" creationId="{322D60FE-6680-4535-A6EB-34D482D4A865}"/>
          </ac:inkMkLst>
        </pc:inkChg>
        <pc:cxnChg chg="del">
          <ac:chgData name="Wiebe, Wladislav (Nokia - DE/Ulm)" userId="4f5ce772-690d-4856-923d-c29734bad352" providerId="ADAL" clId="{FE99CBA5-98A5-49F9-B104-1F092AC2E731}" dt="2022-04-08T08:01:39.019" v="608" actId="478"/>
          <ac:cxnSpMkLst>
            <pc:docMk/>
            <pc:sldMk cId="1236475908" sldId="141168814"/>
            <ac:cxnSpMk id="7" creationId="{E01A0627-4C0C-4EFD-AD6A-16DBAAC4A13C}"/>
          </ac:cxnSpMkLst>
        </pc:cxnChg>
        <pc:cxnChg chg="add mod">
          <ac:chgData name="Wiebe, Wladislav (Nokia - DE/Ulm)" userId="4f5ce772-690d-4856-923d-c29734bad352" providerId="ADAL" clId="{FE99CBA5-98A5-49F9-B104-1F092AC2E731}" dt="2022-04-08T08:23:59.564" v="915" actId="478"/>
          <ac:cxnSpMkLst>
            <pc:docMk/>
            <pc:sldMk cId="1236475908" sldId="141168814"/>
            <ac:cxnSpMk id="28" creationId="{DF350630-0077-4ECE-A28F-E2977C6FCF95}"/>
          </ac:cxnSpMkLst>
        </pc:cxnChg>
      </pc:sldChg>
      <pc:sldChg chg="addSp delSp modSp new mod">
        <pc:chgData name="Wiebe, Wladislav (Nokia - DE/Ulm)" userId="4f5ce772-690d-4856-923d-c29734bad352" providerId="ADAL" clId="{FE99CBA5-98A5-49F9-B104-1F092AC2E731}" dt="2022-04-14T09:16:21.040" v="7039" actId="1076"/>
        <pc:sldMkLst>
          <pc:docMk/>
          <pc:sldMk cId="217464393" sldId="141168815"/>
        </pc:sldMkLst>
        <pc:spChg chg="mod">
          <ac:chgData name="Wiebe, Wladislav (Nokia - DE/Ulm)" userId="4f5ce772-690d-4856-923d-c29734bad352" providerId="ADAL" clId="{FE99CBA5-98A5-49F9-B104-1F092AC2E731}" dt="2022-04-12T08:22:11.161" v="5116" actId="113"/>
          <ac:spMkLst>
            <pc:docMk/>
            <pc:sldMk cId="217464393" sldId="141168815"/>
            <ac:spMk id="2" creationId="{B1DFAA85-59E1-409F-B82F-409CB062A065}"/>
          </ac:spMkLst>
        </pc:spChg>
        <pc:spChg chg="mod">
          <ac:chgData name="Wiebe, Wladislav (Nokia - DE/Ulm)" userId="4f5ce772-690d-4856-923d-c29734bad352" providerId="ADAL" clId="{FE99CBA5-98A5-49F9-B104-1F092AC2E731}" dt="2022-04-11T13:10:16.710" v="4092" actId="20577"/>
          <ac:spMkLst>
            <pc:docMk/>
            <pc:sldMk cId="217464393" sldId="141168815"/>
            <ac:spMk id="3" creationId="{8717BCBC-662C-47F1-A53A-80578018A635}"/>
          </ac:spMkLst>
        </pc:spChg>
        <pc:spChg chg="del mod">
          <ac:chgData name="Wiebe, Wladislav (Nokia - DE/Ulm)" userId="4f5ce772-690d-4856-923d-c29734bad352" providerId="ADAL" clId="{FE99CBA5-98A5-49F9-B104-1F092AC2E731}" dt="2022-04-11T15:05:21.057" v="4189" actId="478"/>
          <ac:spMkLst>
            <pc:docMk/>
            <pc:sldMk cId="217464393" sldId="141168815"/>
            <ac:spMk id="4" creationId="{7BB29573-1EF1-4A40-A97F-B45A6E5DE839}"/>
          </ac:spMkLst>
        </pc:spChg>
        <pc:spChg chg="del">
          <ac:chgData name="Wiebe, Wladislav (Nokia - DE/Ulm)" userId="4f5ce772-690d-4856-923d-c29734bad352" providerId="ADAL" clId="{FE99CBA5-98A5-49F9-B104-1F092AC2E731}" dt="2022-04-11T13:11:19.988" v="4118" actId="478"/>
          <ac:spMkLst>
            <pc:docMk/>
            <pc:sldMk cId="217464393" sldId="141168815"/>
            <ac:spMk id="5" creationId="{AB5CC02A-824B-4A57-AC82-F978259366DD}"/>
          </ac:spMkLst>
        </pc:spChg>
        <pc:spChg chg="add del mod">
          <ac:chgData name="Wiebe, Wladislav (Nokia - DE/Ulm)" userId="4f5ce772-690d-4856-923d-c29734bad352" providerId="ADAL" clId="{FE99CBA5-98A5-49F9-B104-1F092AC2E731}" dt="2022-04-11T15:05:27.065" v="4190" actId="478"/>
          <ac:spMkLst>
            <pc:docMk/>
            <pc:sldMk cId="217464393" sldId="141168815"/>
            <ac:spMk id="8" creationId="{1B50BF88-4EE4-45DA-908B-F4346C23E1C5}"/>
          </ac:spMkLst>
        </pc:spChg>
        <pc:spChg chg="add mod">
          <ac:chgData name="Wiebe, Wladislav (Nokia - DE/Ulm)" userId="4f5ce772-690d-4856-923d-c29734bad352" providerId="ADAL" clId="{FE99CBA5-98A5-49F9-B104-1F092AC2E731}" dt="2022-04-12T07:29:59.599" v="4243" actId="14100"/>
          <ac:spMkLst>
            <pc:docMk/>
            <pc:sldMk cId="217464393" sldId="141168815"/>
            <ac:spMk id="11" creationId="{941E5AA0-5171-49CF-BD1D-D6AD53961BB8}"/>
          </ac:spMkLst>
        </pc:spChg>
        <pc:spChg chg="add mod">
          <ac:chgData name="Wiebe, Wladislav (Nokia - DE/Ulm)" userId="4f5ce772-690d-4856-923d-c29734bad352" providerId="ADAL" clId="{FE99CBA5-98A5-49F9-B104-1F092AC2E731}" dt="2022-04-12T07:29:39.960" v="4239" actId="14100"/>
          <ac:spMkLst>
            <pc:docMk/>
            <pc:sldMk cId="217464393" sldId="141168815"/>
            <ac:spMk id="12" creationId="{3EAAB8A3-B221-40B9-901C-AACDE70408A4}"/>
          </ac:spMkLst>
        </pc:spChg>
        <pc:spChg chg="add mod">
          <ac:chgData name="Wiebe, Wladislav (Nokia - DE/Ulm)" userId="4f5ce772-690d-4856-923d-c29734bad352" providerId="ADAL" clId="{FE99CBA5-98A5-49F9-B104-1F092AC2E731}" dt="2022-04-14T09:16:21.040" v="7039" actId="1076"/>
          <ac:spMkLst>
            <pc:docMk/>
            <pc:sldMk cId="217464393" sldId="141168815"/>
            <ac:spMk id="15" creationId="{EBC4096B-D3CA-4DD4-B6DB-01ED44135ADB}"/>
          </ac:spMkLst>
        </pc:spChg>
        <pc:spChg chg="add mod">
          <ac:chgData name="Wiebe, Wladislav (Nokia - DE/Ulm)" userId="4f5ce772-690d-4856-923d-c29734bad352" providerId="ADAL" clId="{FE99CBA5-98A5-49F9-B104-1F092AC2E731}" dt="2022-04-14T09:15:46.039" v="7034" actId="404"/>
          <ac:spMkLst>
            <pc:docMk/>
            <pc:sldMk cId="217464393" sldId="141168815"/>
            <ac:spMk id="18" creationId="{1C24963D-3769-4AFA-A0A8-86D2C17020DF}"/>
          </ac:spMkLst>
        </pc:spChg>
        <pc:picChg chg="add del mod">
          <ac:chgData name="Wiebe, Wladislav (Nokia - DE/Ulm)" userId="4f5ce772-690d-4856-923d-c29734bad352" providerId="ADAL" clId="{FE99CBA5-98A5-49F9-B104-1F092AC2E731}" dt="2022-04-12T07:29:07.798" v="4233" actId="478"/>
          <ac:picMkLst>
            <pc:docMk/>
            <pc:sldMk cId="217464393" sldId="141168815"/>
            <ac:picMk id="10" creationId="{3F6C42AF-2A6B-46FB-9566-10D4B91658C2}"/>
          </ac:picMkLst>
        </pc:picChg>
        <pc:picChg chg="add mod">
          <ac:chgData name="Wiebe, Wladislav (Nokia - DE/Ulm)" userId="4f5ce772-690d-4856-923d-c29734bad352" providerId="ADAL" clId="{FE99CBA5-98A5-49F9-B104-1F092AC2E731}" dt="2022-04-14T09:16:17.149" v="7038" actId="1076"/>
          <ac:picMkLst>
            <pc:docMk/>
            <pc:sldMk cId="217464393" sldId="141168815"/>
            <ac:picMk id="14" creationId="{3B54B076-67D5-431C-81E9-75ACDF5BEE76}"/>
          </ac:picMkLst>
        </pc:picChg>
        <pc:picChg chg="add mod ord">
          <ac:chgData name="Wiebe, Wladislav (Nokia - DE/Ulm)" userId="4f5ce772-690d-4856-923d-c29734bad352" providerId="ADAL" clId="{FE99CBA5-98A5-49F9-B104-1F092AC2E731}" dt="2022-04-12T07:29:31.255" v="4237" actId="1076"/>
          <ac:picMkLst>
            <pc:docMk/>
            <pc:sldMk cId="217464393" sldId="141168815"/>
            <ac:picMk id="17" creationId="{C40BFE7D-600C-4B6A-8BB9-73C4EFCFEDAA}"/>
          </ac:picMkLst>
        </pc:picChg>
      </pc:sldChg>
      <pc:sldChg chg="modSp add mod">
        <pc:chgData name="Wiebe, Wladislav (Nokia - DE/Ulm)" userId="4f5ce772-690d-4856-923d-c29734bad352" providerId="ADAL" clId="{FE99CBA5-98A5-49F9-B104-1F092AC2E731}" dt="2022-04-12T08:22:22.750" v="5119" actId="113"/>
        <pc:sldMkLst>
          <pc:docMk/>
          <pc:sldMk cId="3537541579" sldId="141168816"/>
        </pc:sldMkLst>
        <pc:spChg chg="mod">
          <ac:chgData name="Wiebe, Wladislav (Nokia - DE/Ulm)" userId="4f5ce772-690d-4856-923d-c29734bad352" providerId="ADAL" clId="{FE99CBA5-98A5-49F9-B104-1F092AC2E731}" dt="2022-04-12T08:22:22.750" v="5119" actId="113"/>
          <ac:spMkLst>
            <pc:docMk/>
            <pc:sldMk cId="3537541579" sldId="141168816"/>
            <ac:spMk id="2" creationId="{18CBCA36-1BE5-4BAC-BF82-D3DF78242C53}"/>
          </ac:spMkLst>
        </pc:spChg>
        <pc:spChg chg="mod">
          <ac:chgData name="Wiebe, Wladislav (Nokia - DE/Ulm)" userId="4f5ce772-690d-4856-923d-c29734bad352" providerId="ADAL" clId="{FE99CBA5-98A5-49F9-B104-1F092AC2E731}" dt="2022-04-12T08:18:16.864" v="5113" actId="20577"/>
          <ac:spMkLst>
            <pc:docMk/>
            <pc:sldMk cId="3537541579" sldId="141168816"/>
            <ac:spMk id="33" creationId="{2D6E0041-F658-46AC-8AFE-DD4529FA664F}"/>
          </ac:spMkLst>
        </pc:spChg>
        <pc:picChg chg="mod">
          <ac:chgData name="Wiebe, Wladislav (Nokia - DE/Ulm)" userId="4f5ce772-690d-4856-923d-c29734bad352" providerId="ADAL" clId="{FE99CBA5-98A5-49F9-B104-1F092AC2E731}" dt="2022-04-08T10:33:27.477" v="1127" actId="1076"/>
          <ac:picMkLst>
            <pc:docMk/>
            <pc:sldMk cId="3537541579" sldId="141168816"/>
            <ac:picMk id="22" creationId="{D5E128F9-5CC9-455D-B8C3-00B9A7FDDB76}"/>
          </ac:picMkLst>
        </pc:picChg>
      </pc:sldChg>
      <pc:sldChg chg="addSp delSp modSp add mod">
        <pc:chgData name="Wiebe, Wladislav (Nokia - DE/Ulm)" userId="4f5ce772-690d-4856-923d-c29734bad352" providerId="ADAL" clId="{FE99CBA5-98A5-49F9-B104-1F092AC2E731}" dt="2022-04-12T08:23:58.112" v="5136" actId="6549"/>
        <pc:sldMkLst>
          <pc:docMk/>
          <pc:sldMk cId="855158476" sldId="141168817"/>
        </pc:sldMkLst>
        <pc:spChg chg="mod">
          <ac:chgData name="Wiebe, Wladislav (Nokia - DE/Ulm)" userId="4f5ce772-690d-4856-923d-c29734bad352" providerId="ADAL" clId="{FE99CBA5-98A5-49F9-B104-1F092AC2E731}" dt="2022-04-12T08:22:18.771" v="5118" actId="113"/>
          <ac:spMkLst>
            <pc:docMk/>
            <pc:sldMk cId="855158476" sldId="141168817"/>
            <ac:spMk id="2" creationId="{18CBCA36-1BE5-4BAC-BF82-D3DF78242C53}"/>
          </ac:spMkLst>
        </pc:spChg>
        <pc:spChg chg="del">
          <ac:chgData name="Wiebe, Wladislav (Nokia - DE/Ulm)" userId="4f5ce772-690d-4856-923d-c29734bad352" providerId="ADAL" clId="{FE99CBA5-98A5-49F9-B104-1F092AC2E731}" dt="2022-04-08T12:22:07.312" v="1147" actId="478"/>
          <ac:spMkLst>
            <pc:docMk/>
            <pc:sldMk cId="855158476" sldId="141168817"/>
            <ac:spMk id="20" creationId="{85849997-E6CD-4CCA-B618-334700FD35C6}"/>
          </ac:spMkLst>
        </pc:spChg>
        <pc:spChg chg="add mod">
          <ac:chgData name="Wiebe, Wladislav (Nokia - DE/Ulm)" userId="4f5ce772-690d-4856-923d-c29734bad352" providerId="ADAL" clId="{FE99CBA5-98A5-49F9-B104-1F092AC2E731}" dt="2022-04-12T08:23:58.112" v="5136" actId="6549"/>
          <ac:spMkLst>
            <pc:docMk/>
            <pc:sldMk cId="855158476" sldId="141168817"/>
            <ac:spMk id="21" creationId="{079E192A-DBAD-44C5-9EBC-93D896875317}"/>
          </ac:spMkLst>
        </pc:spChg>
        <pc:spChg chg="del">
          <ac:chgData name="Wiebe, Wladislav (Nokia - DE/Ulm)" userId="4f5ce772-690d-4856-923d-c29734bad352" providerId="ADAL" clId="{FE99CBA5-98A5-49F9-B104-1F092AC2E731}" dt="2022-04-08T12:22:21.912" v="1152" actId="478"/>
          <ac:spMkLst>
            <pc:docMk/>
            <pc:sldMk cId="855158476" sldId="141168817"/>
            <ac:spMk id="23" creationId="{4B1B7CC3-89D3-426D-833E-8A6334ECC90E}"/>
          </ac:spMkLst>
        </pc:spChg>
        <pc:spChg chg="del">
          <ac:chgData name="Wiebe, Wladislav (Nokia - DE/Ulm)" userId="4f5ce772-690d-4856-923d-c29734bad352" providerId="ADAL" clId="{FE99CBA5-98A5-49F9-B104-1F092AC2E731}" dt="2022-04-08T12:22:41.459" v="1159" actId="478"/>
          <ac:spMkLst>
            <pc:docMk/>
            <pc:sldMk cId="855158476" sldId="141168817"/>
            <ac:spMk id="24" creationId="{FB0FA494-6307-4436-ACB8-048E230A6BB9}"/>
          </ac:spMkLst>
        </pc:spChg>
        <pc:spChg chg="del">
          <ac:chgData name="Wiebe, Wladislav (Nokia - DE/Ulm)" userId="4f5ce772-690d-4856-923d-c29734bad352" providerId="ADAL" clId="{FE99CBA5-98A5-49F9-B104-1F092AC2E731}" dt="2022-04-08T12:22:25.504" v="1153" actId="478"/>
          <ac:spMkLst>
            <pc:docMk/>
            <pc:sldMk cId="855158476" sldId="141168817"/>
            <ac:spMk id="26" creationId="{881B876E-14C7-4635-A047-349DB986637F}"/>
          </ac:spMkLst>
        </pc:spChg>
        <pc:spChg chg="del">
          <ac:chgData name="Wiebe, Wladislav (Nokia - DE/Ulm)" userId="4f5ce772-690d-4856-923d-c29734bad352" providerId="ADAL" clId="{FE99CBA5-98A5-49F9-B104-1F092AC2E731}" dt="2022-04-08T12:22:36.467" v="1157" actId="478"/>
          <ac:spMkLst>
            <pc:docMk/>
            <pc:sldMk cId="855158476" sldId="141168817"/>
            <ac:spMk id="33" creationId="{2D6E0041-F658-46AC-8AFE-DD4529FA664F}"/>
          </ac:spMkLst>
        </pc:spChg>
        <pc:picChg chg="del">
          <ac:chgData name="Wiebe, Wladislav (Nokia - DE/Ulm)" userId="4f5ce772-690d-4856-923d-c29734bad352" providerId="ADAL" clId="{FE99CBA5-98A5-49F9-B104-1F092AC2E731}" dt="2022-04-08T12:22:11.485" v="1149" actId="478"/>
          <ac:picMkLst>
            <pc:docMk/>
            <pc:sldMk cId="855158476" sldId="141168817"/>
            <ac:picMk id="18" creationId="{2B3DD475-EC26-4789-B58A-D2EB262C46A7}"/>
          </ac:picMkLst>
        </pc:picChg>
        <pc:picChg chg="del">
          <ac:chgData name="Wiebe, Wladislav (Nokia - DE/Ulm)" userId="4f5ce772-690d-4856-923d-c29734bad352" providerId="ADAL" clId="{FE99CBA5-98A5-49F9-B104-1F092AC2E731}" dt="2022-04-08T12:22:39.054" v="1158" actId="478"/>
          <ac:picMkLst>
            <pc:docMk/>
            <pc:sldMk cId="855158476" sldId="141168817"/>
            <ac:picMk id="19" creationId="{53695BA8-EDCD-46A2-9FB3-CDCC98317528}"/>
          </ac:picMkLst>
        </pc:picChg>
        <pc:picChg chg="del">
          <ac:chgData name="Wiebe, Wladislav (Nokia - DE/Ulm)" userId="4f5ce772-690d-4856-923d-c29734bad352" providerId="ADAL" clId="{FE99CBA5-98A5-49F9-B104-1F092AC2E731}" dt="2022-04-08T12:22:09.262" v="1148" actId="478"/>
          <ac:picMkLst>
            <pc:docMk/>
            <pc:sldMk cId="855158476" sldId="141168817"/>
            <ac:picMk id="22" creationId="{D5E128F9-5CC9-455D-B8C3-00B9A7FDDB76}"/>
          </ac:picMkLst>
        </pc:picChg>
        <pc:inkChg chg="del">
          <ac:chgData name="Wiebe, Wladislav (Nokia - DE/Ulm)" userId="4f5ce772-690d-4856-923d-c29734bad352" providerId="ADAL" clId="{FE99CBA5-98A5-49F9-B104-1F092AC2E731}" dt="2022-04-08T12:22:19.339" v="1151" actId="478"/>
          <ac:inkMkLst>
            <pc:docMk/>
            <pc:sldMk cId="855158476" sldId="141168817"/>
            <ac:inkMk id="34" creationId="{68DA3C21-9EC2-43DA-9838-D14930CB01BB}"/>
          </ac:inkMkLst>
        </pc:inkChg>
        <pc:inkChg chg="del">
          <ac:chgData name="Wiebe, Wladislav (Nokia - DE/Ulm)" userId="4f5ce772-690d-4856-923d-c29734bad352" providerId="ADAL" clId="{FE99CBA5-98A5-49F9-B104-1F092AC2E731}" dt="2022-04-08T12:22:30.899" v="1155" actId="478"/>
          <ac:inkMkLst>
            <pc:docMk/>
            <pc:sldMk cId="855158476" sldId="141168817"/>
            <ac:inkMk id="35" creationId="{9B129CA8-9C1A-43A8-AE79-98738CB19747}"/>
          </ac:inkMkLst>
        </pc:inkChg>
        <pc:inkChg chg="del">
          <ac:chgData name="Wiebe, Wladislav (Nokia - DE/Ulm)" userId="4f5ce772-690d-4856-923d-c29734bad352" providerId="ADAL" clId="{FE99CBA5-98A5-49F9-B104-1F092AC2E731}" dt="2022-04-08T12:22:13.725" v="1150" actId="478"/>
          <ac:inkMkLst>
            <pc:docMk/>
            <pc:sldMk cId="855158476" sldId="141168817"/>
            <ac:inkMk id="37" creationId="{EA01C381-6E6A-4344-B404-F2A5CA055F1E}"/>
          </ac:inkMkLst>
        </pc:inkChg>
        <pc:inkChg chg="del">
          <ac:chgData name="Wiebe, Wladislav (Nokia - DE/Ulm)" userId="4f5ce772-690d-4856-923d-c29734bad352" providerId="ADAL" clId="{FE99CBA5-98A5-49F9-B104-1F092AC2E731}" dt="2022-04-08T12:22:28.692" v="1154" actId="478"/>
          <ac:inkMkLst>
            <pc:docMk/>
            <pc:sldMk cId="855158476" sldId="141168817"/>
            <ac:inkMk id="38" creationId="{322D60FE-6680-4535-A6EB-34D482D4A865}"/>
          </ac:inkMkLst>
        </pc:inkChg>
        <pc:cxnChg chg="del">
          <ac:chgData name="Wiebe, Wladislav (Nokia - DE/Ulm)" userId="4f5ce772-690d-4856-923d-c29734bad352" providerId="ADAL" clId="{FE99CBA5-98A5-49F9-B104-1F092AC2E731}" dt="2022-04-08T12:22:33.415" v="1156" actId="478"/>
          <ac:cxnSpMkLst>
            <pc:docMk/>
            <pc:sldMk cId="855158476" sldId="141168817"/>
            <ac:cxnSpMk id="28" creationId="{DF350630-0077-4ECE-A28F-E2977C6FCF95}"/>
          </ac:cxnSpMkLst>
        </pc:cxnChg>
      </pc:sldChg>
      <pc:sldChg chg="addSp delSp modSp add mod">
        <pc:chgData name="Wiebe, Wladislav (Nokia - DE/Ulm)" userId="4f5ce772-690d-4856-923d-c29734bad352" providerId="ADAL" clId="{FE99CBA5-98A5-49F9-B104-1F092AC2E731}" dt="2022-04-26T15:24:01.651" v="15163" actId="20577"/>
        <pc:sldMkLst>
          <pc:docMk/>
          <pc:sldMk cId="3571476025" sldId="141168818"/>
        </pc:sldMkLst>
        <pc:spChg chg="mod">
          <ac:chgData name="Wiebe, Wladislav (Nokia - DE/Ulm)" userId="4f5ce772-690d-4856-923d-c29734bad352" providerId="ADAL" clId="{FE99CBA5-98A5-49F9-B104-1F092AC2E731}" dt="2022-04-12T08:22:14.897" v="5117" actId="113"/>
          <ac:spMkLst>
            <pc:docMk/>
            <pc:sldMk cId="3571476025" sldId="141168818"/>
            <ac:spMk id="2" creationId="{18CBCA36-1BE5-4BAC-BF82-D3DF78242C53}"/>
          </ac:spMkLst>
        </pc:spChg>
        <pc:spChg chg="add del">
          <ac:chgData name="Wiebe, Wladislav (Nokia - DE/Ulm)" userId="4f5ce772-690d-4856-923d-c29734bad352" providerId="ADAL" clId="{FE99CBA5-98A5-49F9-B104-1F092AC2E731}" dt="2022-04-11T08:27:45.880" v="2220"/>
          <ac:spMkLst>
            <pc:docMk/>
            <pc:sldMk cId="3571476025" sldId="141168818"/>
            <ac:spMk id="4" creationId="{F569BE43-25DD-428A-90C7-831AE3F43EA2}"/>
          </ac:spMkLst>
        </pc:spChg>
        <pc:spChg chg="add del">
          <ac:chgData name="Wiebe, Wladislav (Nokia - DE/Ulm)" userId="4f5ce772-690d-4856-923d-c29734bad352" providerId="ADAL" clId="{FE99CBA5-98A5-49F9-B104-1F092AC2E731}" dt="2022-04-11T08:27:56.036" v="2223"/>
          <ac:spMkLst>
            <pc:docMk/>
            <pc:sldMk cId="3571476025" sldId="141168818"/>
            <ac:spMk id="5" creationId="{E099A723-CAC8-4BF0-AA17-6706802B65FE}"/>
          </ac:spMkLst>
        </pc:spChg>
        <pc:spChg chg="add del mod">
          <ac:chgData name="Wiebe, Wladislav (Nokia - DE/Ulm)" userId="4f5ce772-690d-4856-923d-c29734bad352" providerId="ADAL" clId="{FE99CBA5-98A5-49F9-B104-1F092AC2E731}" dt="2022-04-11T12:59:19.362" v="3813" actId="478"/>
          <ac:spMkLst>
            <pc:docMk/>
            <pc:sldMk cId="3571476025" sldId="141168818"/>
            <ac:spMk id="7" creationId="{D1FAB1FE-753D-4431-B8B5-BAEF37F4E0CF}"/>
          </ac:spMkLst>
        </pc:spChg>
        <pc:spChg chg="add del mod">
          <ac:chgData name="Wiebe, Wladislav (Nokia - DE/Ulm)" userId="4f5ce772-690d-4856-923d-c29734bad352" providerId="ADAL" clId="{FE99CBA5-98A5-49F9-B104-1F092AC2E731}" dt="2022-04-11T13:04:48.428" v="4059" actId="478"/>
          <ac:spMkLst>
            <pc:docMk/>
            <pc:sldMk cId="3571476025" sldId="141168818"/>
            <ac:spMk id="8" creationId="{CEB7B707-5952-4BFF-9FEB-CB3C3B110C77}"/>
          </ac:spMkLst>
        </pc:spChg>
        <pc:spChg chg="add mod">
          <ac:chgData name="Wiebe, Wladislav (Nokia - DE/Ulm)" userId="4f5ce772-690d-4856-923d-c29734bad352" providerId="ADAL" clId="{FE99CBA5-98A5-49F9-B104-1F092AC2E731}" dt="2022-04-26T15:24:01.651" v="15163" actId="20577"/>
          <ac:spMkLst>
            <pc:docMk/>
            <pc:sldMk cId="3571476025" sldId="141168818"/>
            <ac:spMk id="9" creationId="{74222F1E-B871-41EA-9888-C79BE672861F}"/>
          </ac:spMkLst>
        </pc:spChg>
        <pc:spChg chg="mod">
          <ac:chgData name="Wiebe, Wladislav (Nokia - DE/Ulm)" userId="4f5ce772-690d-4856-923d-c29734bad352" providerId="ADAL" clId="{FE99CBA5-98A5-49F9-B104-1F092AC2E731}" dt="2022-04-26T12:33:19.225" v="13484" actId="255"/>
          <ac:spMkLst>
            <pc:docMk/>
            <pc:sldMk cId="3571476025" sldId="141168818"/>
            <ac:spMk id="21" creationId="{079E192A-DBAD-44C5-9EBC-93D896875317}"/>
          </ac:spMkLst>
        </pc:spChg>
      </pc:sldChg>
      <pc:sldChg chg="addSp delSp modSp add mod">
        <pc:chgData name="Wiebe, Wladislav (Nokia - DE/Ulm)" userId="4f5ce772-690d-4856-923d-c29734bad352" providerId="ADAL" clId="{FE99CBA5-98A5-49F9-B104-1F092AC2E731}" dt="2022-04-26T15:43:03.811" v="15440" actId="14100"/>
        <pc:sldMkLst>
          <pc:docMk/>
          <pc:sldMk cId="1117522442" sldId="141168819"/>
        </pc:sldMkLst>
        <pc:spChg chg="mod">
          <ac:chgData name="Wiebe, Wladislav (Nokia - DE/Ulm)" userId="4f5ce772-690d-4856-923d-c29734bad352" providerId="ADAL" clId="{FE99CBA5-98A5-49F9-B104-1F092AC2E731}" dt="2022-04-12T08:22:05.234" v="5115" actId="113"/>
          <ac:spMkLst>
            <pc:docMk/>
            <pc:sldMk cId="1117522442" sldId="141168819"/>
            <ac:spMk id="2" creationId="{B1DFAA85-59E1-409F-B82F-409CB062A065}"/>
          </ac:spMkLst>
        </pc:spChg>
        <pc:spChg chg="add mod">
          <ac:chgData name="Wiebe, Wladislav (Nokia - DE/Ulm)" userId="4f5ce772-690d-4856-923d-c29734bad352" providerId="ADAL" clId="{FE99CBA5-98A5-49F9-B104-1F092AC2E731}" dt="2022-04-13T12:24:44.147" v="6328" actId="113"/>
          <ac:spMkLst>
            <pc:docMk/>
            <pc:sldMk cId="1117522442" sldId="141168819"/>
            <ac:spMk id="4" creationId="{3D6B8821-D541-4C10-A707-C03B2F05CD33}"/>
          </ac:spMkLst>
        </pc:spChg>
        <pc:spChg chg="add mod">
          <ac:chgData name="Wiebe, Wladislav (Nokia - DE/Ulm)" userId="4f5ce772-690d-4856-923d-c29734bad352" providerId="ADAL" clId="{FE99CBA5-98A5-49F9-B104-1F092AC2E731}" dt="2022-04-26T15:43:03.811" v="15440" actId="14100"/>
          <ac:spMkLst>
            <pc:docMk/>
            <pc:sldMk cId="1117522442" sldId="141168819"/>
            <ac:spMk id="8" creationId="{66801F68-33A2-49AF-8CDD-D875D8D0AF09}"/>
          </ac:spMkLst>
        </pc:spChg>
        <pc:spChg chg="del">
          <ac:chgData name="Wiebe, Wladislav (Nokia - DE/Ulm)" userId="4f5ce772-690d-4856-923d-c29734bad352" providerId="ADAL" clId="{FE99CBA5-98A5-49F9-B104-1F092AC2E731}" dt="2022-04-12T07:51:32.895" v="4321" actId="478"/>
          <ac:spMkLst>
            <pc:docMk/>
            <pc:sldMk cId="1117522442" sldId="141168819"/>
            <ac:spMk id="11" creationId="{941E5AA0-5171-49CF-BD1D-D6AD53961BB8}"/>
          </ac:spMkLst>
        </pc:spChg>
        <pc:spChg chg="del">
          <ac:chgData name="Wiebe, Wladislav (Nokia - DE/Ulm)" userId="4f5ce772-690d-4856-923d-c29734bad352" providerId="ADAL" clId="{FE99CBA5-98A5-49F9-B104-1F092AC2E731}" dt="2022-04-12T07:51:32.895" v="4321" actId="478"/>
          <ac:spMkLst>
            <pc:docMk/>
            <pc:sldMk cId="1117522442" sldId="141168819"/>
            <ac:spMk id="12" creationId="{3EAAB8A3-B221-40B9-901C-AACDE70408A4}"/>
          </ac:spMkLst>
        </pc:spChg>
        <pc:spChg chg="del">
          <ac:chgData name="Wiebe, Wladislav (Nokia - DE/Ulm)" userId="4f5ce772-690d-4856-923d-c29734bad352" providerId="ADAL" clId="{FE99CBA5-98A5-49F9-B104-1F092AC2E731}" dt="2022-04-12T07:51:23.057" v="4319" actId="478"/>
          <ac:spMkLst>
            <pc:docMk/>
            <pc:sldMk cId="1117522442" sldId="141168819"/>
            <ac:spMk id="15" creationId="{EBC4096B-D3CA-4DD4-B6DB-01ED44135ADB}"/>
          </ac:spMkLst>
        </pc:spChg>
        <pc:picChg chg="add mod">
          <ac:chgData name="Wiebe, Wladislav (Nokia - DE/Ulm)" userId="4f5ce772-690d-4856-923d-c29734bad352" providerId="ADAL" clId="{FE99CBA5-98A5-49F9-B104-1F092AC2E731}" dt="2022-04-12T08:15:35.776" v="5073" actId="1076"/>
          <ac:picMkLst>
            <pc:docMk/>
            <pc:sldMk cId="1117522442" sldId="141168819"/>
            <ac:picMk id="7" creationId="{306FCBFB-0E1F-44E6-8753-11CF19D09331}"/>
          </ac:picMkLst>
        </pc:picChg>
        <pc:picChg chg="del">
          <ac:chgData name="Wiebe, Wladislav (Nokia - DE/Ulm)" userId="4f5ce772-690d-4856-923d-c29734bad352" providerId="ADAL" clId="{FE99CBA5-98A5-49F9-B104-1F092AC2E731}" dt="2022-04-12T07:51:20.688" v="4318" actId="478"/>
          <ac:picMkLst>
            <pc:docMk/>
            <pc:sldMk cId="1117522442" sldId="141168819"/>
            <ac:picMk id="14" creationId="{3B54B076-67D5-431C-81E9-75ACDF5BEE76}"/>
          </ac:picMkLst>
        </pc:picChg>
        <pc:picChg chg="del">
          <ac:chgData name="Wiebe, Wladislav (Nokia - DE/Ulm)" userId="4f5ce772-690d-4856-923d-c29734bad352" providerId="ADAL" clId="{FE99CBA5-98A5-49F9-B104-1F092AC2E731}" dt="2022-04-12T07:51:25.631" v="4320" actId="478"/>
          <ac:picMkLst>
            <pc:docMk/>
            <pc:sldMk cId="1117522442" sldId="141168819"/>
            <ac:picMk id="17" creationId="{C40BFE7D-600C-4B6A-8BB9-73C4EFCFEDAA}"/>
          </ac:picMkLst>
        </pc:picChg>
      </pc:sldChg>
      <pc:sldChg chg="new del">
        <pc:chgData name="Wiebe, Wladislav (Nokia - DE/Ulm)" userId="4f5ce772-690d-4856-923d-c29734bad352" providerId="ADAL" clId="{FE99CBA5-98A5-49F9-B104-1F092AC2E731}" dt="2022-04-12T07:32:50.519" v="4274" actId="2696"/>
        <pc:sldMkLst>
          <pc:docMk/>
          <pc:sldMk cId="1560378907" sldId="141168819"/>
        </pc:sldMkLst>
      </pc:sldChg>
      <pc:sldChg chg="delSp modSp add mod">
        <pc:chgData name="Wiebe, Wladislav (Nokia - DE/Ulm)" userId="4f5ce772-690d-4856-923d-c29734bad352" providerId="ADAL" clId="{FE99CBA5-98A5-49F9-B104-1F092AC2E731}" dt="2022-04-12T10:22:54.226" v="6121" actId="20577"/>
        <pc:sldMkLst>
          <pc:docMk/>
          <pc:sldMk cId="3458239845" sldId="141168820"/>
        </pc:sldMkLst>
        <pc:spChg chg="mod">
          <ac:chgData name="Wiebe, Wladislav (Nokia - DE/Ulm)" userId="4f5ce772-690d-4856-923d-c29734bad352" providerId="ADAL" clId="{FE99CBA5-98A5-49F9-B104-1F092AC2E731}" dt="2022-04-12T08:37:35.337" v="5385" actId="20577"/>
          <ac:spMkLst>
            <pc:docMk/>
            <pc:sldMk cId="3458239845" sldId="141168820"/>
            <ac:spMk id="2" creationId="{B1DFAA85-59E1-409F-B82F-409CB062A065}"/>
          </ac:spMkLst>
        </pc:spChg>
        <pc:spChg chg="mod">
          <ac:chgData name="Wiebe, Wladislav (Nokia - DE/Ulm)" userId="4f5ce772-690d-4856-923d-c29734bad352" providerId="ADAL" clId="{FE99CBA5-98A5-49F9-B104-1F092AC2E731}" dt="2022-04-12T10:22:54.226" v="6121" actId="20577"/>
          <ac:spMkLst>
            <pc:docMk/>
            <pc:sldMk cId="3458239845" sldId="141168820"/>
            <ac:spMk id="4" creationId="{3D6B8821-D541-4C10-A707-C03B2F05CD33}"/>
          </ac:spMkLst>
        </pc:spChg>
        <pc:picChg chg="del">
          <ac:chgData name="Wiebe, Wladislav (Nokia - DE/Ulm)" userId="4f5ce772-690d-4856-923d-c29734bad352" providerId="ADAL" clId="{FE99CBA5-98A5-49F9-B104-1F092AC2E731}" dt="2022-04-12T08:35:56.182" v="5314" actId="478"/>
          <ac:picMkLst>
            <pc:docMk/>
            <pc:sldMk cId="3458239845" sldId="141168820"/>
            <ac:picMk id="7" creationId="{306FCBFB-0E1F-44E6-8753-11CF19D09331}"/>
          </ac:picMkLst>
        </pc:picChg>
      </pc:sldChg>
      <pc:sldChg chg="addSp delSp modSp add del mod">
        <pc:chgData name="Wiebe, Wladislav (Nokia - DE/Ulm)" userId="4f5ce772-690d-4856-923d-c29734bad352" providerId="ADAL" clId="{FE99CBA5-98A5-49F9-B104-1F092AC2E731}" dt="2022-04-13T12:48:48.450" v="6918" actId="2696"/>
        <pc:sldMkLst>
          <pc:docMk/>
          <pc:sldMk cId="990685848" sldId="141168821"/>
        </pc:sldMkLst>
        <pc:spChg chg="mod">
          <ac:chgData name="Wiebe, Wladislav (Nokia - DE/Ulm)" userId="4f5ce772-690d-4856-923d-c29734bad352" providerId="ADAL" clId="{FE99CBA5-98A5-49F9-B104-1F092AC2E731}" dt="2022-04-12T10:24:16.734" v="6171" actId="20577"/>
          <ac:spMkLst>
            <pc:docMk/>
            <pc:sldMk cId="990685848" sldId="141168821"/>
            <ac:spMk id="2" creationId="{B1DFAA85-59E1-409F-B82F-409CB062A065}"/>
          </ac:spMkLst>
        </pc:spChg>
        <pc:spChg chg="mod">
          <ac:chgData name="Wiebe, Wladislav (Nokia - DE/Ulm)" userId="4f5ce772-690d-4856-923d-c29734bad352" providerId="ADAL" clId="{FE99CBA5-98A5-49F9-B104-1F092AC2E731}" dt="2022-04-13T12:26:40.114" v="6376" actId="20577"/>
          <ac:spMkLst>
            <pc:docMk/>
            <pc:sldMk cId="990685848" sldId="141168821"/>
            <ac:spMk id="4" creationId="{3D6B8821-D541-4C10-A707-C03B2F05CD33}"/>
          </ac:spMkLst>
        </pc:spChg>
        <pc:spChg chg="add mod">
          <ac:chgData name="Wiebe, Wladislav (Nokia - DE/Ulm)" userId="4f5ce772-690d-4856-923d-c29734bad352" providerId="ADAL" clId="{FE99CBA5-98A5-49F9-B104-1F092AC2E731}" dt="2022-04-13T12:30:34.389" v="6583" actId="20577"/>
          <ac:spMkLst>
            <pc:docMk/>
            <pc:sldMk cId="990685848" sldId="141168821"/>
            <ac:spMk id="14" creationId="{96509919-549C-44D8-8692-00506B244811}"/>
          </ac:spMkLst>
        </pc:spChg>
        <pc:picChg chg="add del mod">
          <ac:chgData name="Wiebe, Wladislav (Nokia - DE/Ulm)" userId="4f5ce772-690d-4856-923d-c29734bad352" providerId="ADAL" clId="{FE99CBA5-98A5-49F9-B104-1F092AC2E731}" dt="2022-04-13T12:10:04.336" v="6288" actId="478"/>
          <ac:picMkLst>
            <pc:docMk/>
            <pc:sldMk cId="990685848" sldId="141168821"/>
            <ac:picMk id="7" creationId="{C18C25CB-CE41-48E0-A00E-7E79D74C3823}"/>
          </ac:picMkLst>
        </pc:picChg>
        <pc:picChg chg="add del mod">
          <ac:chgData name="Wiebe, Wladislav (Nokia - DE/Ulm)" userId="4f5ce772-690d-4856-923d-c29734bad352" providerId="ADAL" clId="{FE99CBA5-98A5-49F9-B104-1F092AC2E731}" dt="2022-04-13T12:10:41.283" v="6294" actId="478"/>
          <ac:picMkLst>
            <pc:docMk/>
            <pc:sldMk cId="990685848" sldId="141168821"/>
            <ac:picMk id="9" creationId="{C9C17856-7C24-408D-995C-F0B98571306E}"/>
          </ac:picMkLst>
        </pc:picChg>
        <pc:picChg chg="add del mod">
          <ac:chgData name="Wiebe, Wladislav (Nokia - DE/Ulm)" userId="4f5ce772-690d-4856-923d-c29734bad352" providerId="ADAL" clId="{FE99CBA5-98A5-49F9-B104-1F092AC2E731}" dt="2022-04-13T12:11:41.344" v="6298" actId="478"/>
          <ac:picMkLst>
            <pc:docMk/>
            <pc:sldMk cId="990685848" sldId="141168821"/>
            <ac:picMk id="11" creationId="{59175B48-3592-4114-88AC-D76527EC0C13}"/>
          </ac:picMkLst>
        </pc:picChg>
        <pc:picChg chg="add mod">
          <ac:chgData name="Wiebe, Wladislav (Nokia - DE/Ulm)" userId="4f5ce772-690d-4856-923d-c29734bad352" providerId="ADAL" clId="{FE99CBA5-98A5-49F9-B104-1F092AC2E731}" dt="2022-04-13T12:13:01.877" v="6306" actId="1076"/>
          <ac:picMkLst>
            <pc:docMk/>
            <pc:sldMk cId="990685848" sldId="141168821"/>
            <ac:picMk id="13" creationId="{295C6BFF-6FB0-48AF-927E-9B01B39E1233}"/>
          </ac:picMkLst>
        </pc:picChg>
      </pc:sldChg>
      <pc:sldChg chg="modSp add del mod">
        <pc:chgData name="Wiebe, Wladislav (Nokia - DE/Ulm)" userId="4f5ce772-690d-4856-923d-c29734bad352" providerId="ADAL" clId="{FE99CBA5-98A5-49F9-B104-1F092AC2E731}" dt="2022-04-12T10:23:30.633" v="6122" actId="2696"/>
        <pc:sldMkLst>
          <pc:docMk/>
          <pc:sldMk cId="2326361261" sldId="141168821"/>
        </pc:sldMkLst>
        <pc:spChg chg="mod">
          <ac:chgData name="Wiebe, Wladislav (Nokia - DE/Ulm)" userId="4f5ce772-690d-4856-923d-c29734bad352" providerId="ADAL" clId="{FE99CBA5-98A5-49F9-B104-1F092AC2E731}" dt="2022-04-12T10:21:27.710" v="6064" actId="20577"/>
          <ac:spMkLst>
            <pc:docMk/>
            <pc:sldMk cId="2326361261" sldId="141168821"/>
            <ac:spMk id="4" creationId="{3D6B8821-D541-4C10-A707-C03B2F05CD33}"/>
          </ac:spMkLst>
        </pc:spChg>
      </pc:sldChg>
      <pc:sldChg chg="modSp add mod">
        <pc:chgData name="Wiebe, Wladislav (Nokia - DE/Ulm)" userId="4f5ce772-690d-4856-923d-c29734bad352" providerId="ADAL" clId="{FE99CBA5-98A5-49F9-B104-1F092AC2E731}" dt="2022-04-26T15:27:41.718" v="15164" actId="404"/>
        <pc:sldMkLst>
          <pc:docMk/>
          <pc:sldMk cId="3464723747" sldId="141168822"/>
        </pc:sldMkLst>
        <pc:spChg chg="mod">
          <ac:chgData name="Wiebe, Wladislav (Nokia - DE/Ulm)" userId="4f5ce772-690d-4856-923d-c29734bad352" providerId="ADAL" clId="{FE99CBA5-98A5-49F9-B104-1F092AC2E731}" dt="2022-04-26T15:27:41.718" v="15164" actId="404"/>
          <ac:spMkLst>
            <pc:docMk/>
            <pc:sldMk cId="3464723747" sldId="141168822"/>
            <ac:spMk id="14" creationId="{96509919-549C-44D8-8692-00506B244811}"/>
          </ac:spMkLst>
        </pc:spChg>
      </pc:sldChg>
      <pc:sldChg chg="addSp delSp modSp add mod">
        <pc:chgData name="Wiebe, Wladislav (Nokia - DE/Ulm)" userId="4f5ce772-690d-4856-923d-c29734bad352" providerId="ADAL" clId="{FE99CBA5-98A5-49F9-B104-1F092AC2E731}" dt="2022-04-14T06:53:34.612" v="7016" actId="20577"/>
        <pc:sldMkLst>
          <pc:docMk/>
          <pc:sldMk cId="1977111385" sldId="141168823"/>
        </pc:sldMkLst>
        <pc:spChg chg="mod">
          <ac:chgData name="Wiebe, Wladislav (Nokia - DE/Ulm)" userId="4f5ce772-690d-4856-923d-c29734bad352" providerId="ADAL" clId="{FE99CBA5-98A5-49F9-B104-1F092AC2E731}" dt="2022-04-14T06:53:34.612" v="7016" actId="20577"/>
          <ac:spMkLst>
            <pc:docMk/>
            <pc:sldMk cId="1977111385" sldId="141168823"/>
            <ac:spMk id="2" creationId="{B1DFAA85-59E1-409F-B82F-409CB062A065}"/>
          </ac:spMkLst>
        </pc:spChg>
        <pc:spChg chg="mod">
          <ac:chgData name="Wiebe, Wladislav (Nokia - DE/Ulm)" userId="4f5ce772-690d-4856-923d-c29734bad352" providerId="ADAL" clId="{FE99CBA5-98A5-49F9-B104-1F092AC2E731}" dt="2022-04-14T06:47:11.704" v="6919" actId="6549"/>
          <ac:spMkLst>
            <pc:docMk/>
            <pc:sldMk cId="1977111385" sldId="141168823"/>
            <ac:spMk id="4" creationId="{3D6B8821-D541-4C10-A707-C03B2F05CD33}"/>
          </ac:spMkLst>
        </pc:spChg>
        <pc:spChg chg="del">
          <ac:chgData name="Wiebe, Wladislav (Nokia - DE/Ulm)" userId="4f5ce772-690d-4856-923d-c29734bad352" providerId="ADAL" clId="{FE99CBA5-98A5-49F9-B104-1F092AC2E731}" dt="2022-04-13T12:39:40.041" v="6858" actId="478"/>
          <ac:spMkLst>
            <pc:docMk/>
            <pc:sldMk cId="1977111385" sldId="141168823"/>
            <ac:spMk id="14" creationId="{96509919-549C-44D8-8692-00506B244811}"/>
          </ac:spMkLst>
        </pc:spChg>
        <pc:picChg chg="add mod">
          <ac:chgData name="Wiebe, Wladislav (Nokia - DE/Ulm)" userId="4f5ce772-690d-4856-923d-c29734bad352" providerId="ADAL" clId="{FE99CBA5-98A5-49F9-B104-1F092AC2E731}" dt="2022-04-14T06:52:40.289" v="6999" actId="1076"/>
          <ac:picMkLst>
            <pc:docMk/>
            <pc:sldMk cId="1977111385" sldId="141168823"/>
            <ac:picMk id="7" creationId="{EF1B7E96-F15D-4812-B8F1-BB980279A04A}"/>
          </ac:picMkLst>
        </pc:picChg>
        <pc:picChg chg="del">
          <ac:chgData name="Wiebe, Wladislav (Nokia - DE/Ulm)" userId="4f5ce772-690d-4856-923d-c29734bad352" providerId="ADAL" clId="{FE99CBA5-98A5-49F9-B104-1F092AC2E731}" dt="2022-04-13T12:39:36.639" v="6857" actId="478"/>
          <ac:picMkLst>
            <pc:docMk/>
            <pc:sldMk cId="1977111385" sldId="141168823"/>
            <ac:picMk id="13" creationId="{295C6BFF-6FB0-48AF-927E-9B01B39E1233}"/>
          </ac:picMkLst>
        </pc:picChg>
      </pc:sldChg>
      <pc:sldChg chg="addSp delSp modSp add mod">
        <pc:chgData name="Wiebe, Wladislav (Nokia - DE/Ulm)" userId="4f5ce772-690d-4856-923d-c29734bad352" providerId="ADAL" clId="{FE99CBA5-98A5-49F9-B104-1F092AC2E731}" dt="2022-04-26T15:30:56.386" v="15168" actId="20577"/>
        <pc:sldMkLst>
          <pc:docMk/>
          <pc:sldMk cId="4273391360" sldId="141168824"/>
        </pc:sldMkLst>
        <pc:spChg chg="mod">
          <ac:chgData name="Wiebe, Wladislav (Nokia - DE/Ulm)" userId="4f5ce772-690d-4856-923d-c29734bad352" providerId="ADAL" clId="{FE99CBA5-98A5-49F9-B104-1F092AC2E731}" dt="2022-04-14T08:20:00.551" v="7026" actId="20577"/>
          <ac:spMkLst>
            <pc:docMk/>
            <pc:sldMk cId="4273391360" sldId="141168824"/>
            <ac:spMk id="2" creationId="{B1DFAA85-59E1-409F-B82F-409CB062A065}"/>
          </ac:spMkLst>
        </pc:spChg>
        <pc:spChg chg="mod">
          <ac:chgData name="Wiebe, Wladislav (Nokia - DE/Ulm)" userId="4f5ce772-690d-4856-923d-c29734bad352" providerId="ADAL" clId="{FE99CBA5-98A5-49F9-B104-1F092AC2E731}" dt="2022-04-26T15:30:56.386" v="15168" actId="20577"/>
          <ac:spMkLst>
            <pc:docMk/>
            <pc:sldMk cId="4273391360" sldId="141168824"/>
            <ac:spMk id="4" creationId="{3D6B8821-D541-4C10-A707-C03B2F05CD33}"/>
          </ac:spMkLst>
        </pc:spChg>
        <pc:spChg chg="add del">
          <ac:chgData name="Wiebe, Wladislav (Nokia - DE/Ulm)" userId="4f5ce772-690d-4856-923d-c29734bad352" providerId="ADAL" clId="{FE99CBA5-98A5-49F9-B104-1F092AC2E731}" dt="2022-04-20T08:42:33.904" v="7402"/>
          <ac:spMkLst>
            <pc:docMk/>
            <pc:sldMk cId="4273391360" sldId="141168824"/>
            <ac:spMk id="5" creationId="{C4D5C34A-80BC-4D15-AB1A-EEC6B27A6DB9}"/>
          </ac:spMkLst>
        </pc:spChg>
        <pc:picChg chg="del">
          <ac:chgData name="Wiebe, Wladislav (Nokia - DE/Ulm)" userId="4f5ce772-690d-4856-923d-c29734bad352" providerId="ADAL" clId="{FE99CBA5-98A5-49F9-B104-1F092AC2E731}" dt="2022-04-14T08:20:03.077" v="7027" actId="478"/>
          <ac:picMkLst>
            <pc:docMk/>
            <pc:sldMk cId="4273391360" sldId="141168824"/>
            <ac:picMk id="7" creationId="{EF1B7E96-F15D-4812-B8F1-BB980279A04A}"/>
          </ac:picMkLst>
        </pc:picChg>
      </pc:sldChg>
      <pc:sldChg chg="addSp modSp add mod">
        <pc:chgData name="Wiebe, Wladislav (Nokia - DE/Ulm)" userId="4f5ce772-690d-4856-923d-c29734bad352" providerId="ADAL" clId="{FE99CBA5-98A5-49F9-B104-1F092AC2E731}" dt="2022-04-20T09:30:18.695" v="7718" actId="1076"/>
        <pc:sldMkLst>
          <pc:docMk/>
          <pc:sldMk cId="3393766671" sldId="141168825"/>
        </pc:sldMkLst>
        <pc:spChg chg="mod">
          <ac:chgData name="Wiebe, Wladislav (Nokia - DE/Ulm)" userId="4f5ce772-690d-4856-923d-c29734bad352" providerId="ADAL" clId="{FE99CBA5-98A5-49F9-B104-1F092AC2E731}" dt="2022-04-20T09:17:15.608" v="7440" actId="20577"/>
          <ac:spMkLst>
            <pc:docMk/>
            <pc:sldMk cId="3393766671" sldId="141168825"/>
            <ac:spMk id="2" creationId="{B1DFAA85-59E1-409F-B82F-409CB062A065}"/>
          </ac:spMkLst>
        </pc:spChg>
        <pc:spChg chg="mod">
          <ac:chgData name="Wiebe, Wladislav (Nokia - DE/Ulm)" userId="4f5ce772-690d-4856-923d-c29734bad352" providerId="ADAL" clId="{FE99CBA5-98A5-49F9-B104-1F092AC2E731}" dt="2022-04-20T09:30:13.106" v="7717" actId="20577"/>
          <ac:spMkLst>
            <pc:docMk/>
            <pc:sldMk cId="3393766671" sldId="141168825"/>
            <ac:spMk id="4" creationId="{3D6B8821-D541-4C10-A707-C03B2F05CD33}"/>
          </ac:spMkLst>
        </pc:spChg>
        <pc:picChg chg="add mod">
          <ac:chgData name="Wiebe, Wladislav (Nokia - DE/Ulm)" userId="4f5ce772-690d-4856-923d-c29734bad352" providerId="ADAL" clId="{FE99CBA5-98A5-49F9-B104-1F092AC2E731}" dt="2022-04-20T09:30:18.695" v="7718" actId="1076"/>
          <ac:picMkLst>
            <pc:docMk/>
            <pc:sldMk cId="3393766671" sldId="141168825"/>
            <ac:picMk id="7" creationId="{E04CE769-CEE8-48A6-8490-0915EF66B371}"/>
          </ac:picMkLst>
        </pc:picChg>
      </pc:sldChg>
      <pc:sldChg chg="addSp delSp modSp add mod">
        <pc:chgData name="Wiebe, Wladislav (Nokia - DE/Ulm)" userId="4f5ce772-690d-4856-923d-c29734bad352" providerId="ADAL" clId="{FE99CBA5-98A5-49F9-B104-1F092AC2E731}" dt="2022-04-26T12:20:38.373" v="13300" actId="6549"/>
        <pc:sldMkLst>
          <pc:docMk/>
          <pc:sldMk cId="2239532195" sldId="141168826"/>
        </pc:sldMkLst>
        <pc:spChg chg="mod">
          <ac:chgData name="Wiebe, Wladislav (Nokia - DE/Ulm)" userId="4f5ce772-690d-4856-923d-c29734bad352" providerId="ADAL" clId="{FE99CBA5-98A5-49F9-B104-1F092AC2E731}" dt="2022-04-20T09:56:39.597" v="7777" actId="20577"/>
          <ac:spMkLst>
            <pc:docMk/>
            <pc:sldMk cId="2239532195" sldId="141168826"/>
            <ac:spMk id="2" creationId="{B1DFAA85-59E1-409F-B82F-409CB062A065}"/>
          </ac:spMkLst>
        </pc:spChg>
        <pc:spChg chg="add del mod">
          <ac:chgData name="Wiebe, Wladislav (Nokia - DE/Ulm)" userId="4f5ce772-690d-4856-923d-c29734bad352" providerId="ADAL" clId="{FE99CBA5-98A5-49F9-B104-1F092AC2E731}" dt="2022-04-26T12:20:38.373" v="13300" actId="6549"/>
          <ac:spMkLst>
            <pc:docMk/>
            <pc:sldMk cId="2239532195" sldId="141168826"/>
            <ac:spMk id="4" creationId="{3D6B8821-D541-4C10-A707-C03B2F05CD33}"/>
          </ac:spMkLst>
        </pc:spChg>
        <pc:spChg chg="add del">
          <ac:chgData name="Wiebe, Wladislav (Nokia - DE/Ulm)" userId="4f5ce772-690d-4856-923d-c29734bad352" providerId="ADAL" clId="{FE99CBA5-98A5-49F9-B104-1F092AC2E731}" dt="2022-04-20T09:59:03.270" v="7919"/>
          <ac:spMkLst>
            <pc:docMk/>
            <pc:sldMk cId="2239532195" sldId="141168826"/>
            <ac:spMk id="5" creationId="{4811539B-2259-45EF-B052-42E067B17B5C}"/>
          </ac:spMkLst>
        </pc:spChg>
        <pc:picChg chg="del">
          <ac:chgData name="Wiebe, Wladislav (Nokia - DE/Ulm)" userId="4f5ce772-690d-4856-923d-c29734bad352" providerId="ADAL" clId="{FE99CBA5-98A5-49F9-B104-1F092AC2E731}" dt="2022-04-20T09:45:15.498" v="7722" actId="478"/>
          <ac:picMkLst>
            <pc:docMk/>
            <pc:sldMk cId="2239532195" sldId="141168826"/>
            <ac:picMk id="7" creationId="{E04CE769-CEE8-48A6-8490-0915EF66B371}"/>
          </ac:picMkLst>
        </pc:picChg>
      </pc:sldChg>
      <pc:sldChg chg="addSp modSp add mod">
        <pc:chgData name="Wiebe, Wladislav (Nokia - DE/Ulm)" userId="4f5ce772-690d-4856-923d-c29734bad352" providerId="ADAL" clId="{FE99CBA5-98A5-49F9-B104-1F092AC2E731}" dt="2022-04-26T15:32:42.439" v="15169" actId="13926"/>
        <pc:sldMkLst>
          <pc:docMk/>
          <pc:sldMk cId="3211763082" sldId="141168827"/>
        </pc:sldMkLst>
        <pc:spChg chg="mod">
          <ac:chgData name="Wiebe, Wladislav (Nokia - DE/Ulm)" userId="4f5ce772-690d-4856-923d-c29734bad352" providerId="ADAL" clId="{FE99CBA5-98A5-49F9-B104-1F092AC2E731}" dt="2022-04-26T15:32:42.439" v="15169" actId="13926"/>
          <ac:spMkLst>
            <pc:docMk/>
            <pc:sldMk cId="3211763082" sldId="141168827"/>
            <ac:spMk id="4" creationId="{3D6B8821-D541-4C10-A707-C03B2F05CD33}"/>
          </ac:spMkLst>
        </pc:spChg>
        <pc:picChg chg="add mod">
          <ac:chgData name="Wiebe, Wladislav (Nokia - DE/Ulm)" userId="4f5ce772-690d-4856-923d-c29734bad352" providerId="ADAL" clId="{FE99CBA5-98A5-49F9-B104-1F092AC2E731}" dt="2022-04-21T08:53:20.024" v="8117" actId="208"/>
          <ac:picMkLst>
            <pc:docMk/>
            <pc:sldMk cId="3211763082" sldId="141168827"/>
            <ac:picMk id="7" creationId="{A344C175-D5F6-4CCA-85CE-3057CF9C404E}"/>
          </ac:picMkLst>
        </pc:picChg>
      </pc:sldChg>
      <pc:sldChg chg="addSp delSp modSp add mod">
        <pc:chgData name="Wiebe, Wladislav (Nokia - DE/Ulm)" userId="4f5ce772-690d-4856-923d-c29734bad352" providerId="ADAL" clId="{FE99CBA5-98A5-49F9-B104-1F092AC2E731}" dt="2022-04-26T15:32:52.308" v="15170" actId="13926"/>
        <pc:sldMkLst>
          <pc:docMk/>
          <pc:sldMk cId="2593954605" sldId="141168828"/>
        </pc:sldMkLst>
        <pc:spChg chg="mod">
          <ac:chgData name="Wiebe, Wladislav (Nokia - DE/Ulm)" userId="4f5ce772-690d-4856-923d-c29734bad352" providerId="ADAL" clId="{FE99CBA5-98A5-49F9-B104-1F092AC2E731}" dt="2022-04-26T15:32:52.308" v="15170" actId="13926"/>
          <ac:spMkLst>
            <pc:docMk/>
            <pc:sldMk cId="2593954605" sldId="141168828"/>
            <ac:spMk id="4" creationId="{3D6B8821-D541-4C10-A707-C03B2F05CD33}"/>
          </ac:spMkLst>
        </pc:spChg>
        <pc:picChg chg="del">
          <ac:chgData name="Wiebe, Wladislav (Nokia - DE/Ulm)" userId="4f5ce772-690d-4856-923d-c29734bad352" providerId="ADAL" clId="{FE99CBA5-98A5-49F9-B104-1F092AC2E731}" dt="2022-04-20T12:44:41.896" v="8076" actId="478"/>
          <ac:picMkLst>
            <pc:docMk/>
            <pc:sldMk cId="2593954605" sldId="141168828"/>
            <ac:picMk id="7" creationId="{A344C175-D5F6-4CCA-85CE-3057CF9C404E}"/>
          </ac:picMkLst>
        </pc:picChg>
        <pc:picChg chg="add mod">
          <ac:chgData name="Wiebe, Wladislav (Nokia - DE/Ulm)" userId="4f5ce772-690d-4856-923d-c29734bad352" providerId="ADAL" clId="{FE99CBA5-98A5-49F9-B104-1F092AC2E731}" dt="2022-04-21T08:31:58.492" v="8112" actId="1076"/>
          <ac:picMkLst>
            <pc:docMk/>
            <pc:sldMk cId="2593954605" sldId="141168828"/>
            <ac:picMk id="8" creationId="{195A04ED-E6AE-4881-B044-59BA96CA2DC6}"/>
          </ac:picMkLst>
        </pc:picChg>
      </pc:sldChg>
      <pc:sldChg chg="addSp delSp modSp add del mod">
        <pc:chgData name="Wiebe, Wladislav (Nokia - DE/Ulm)" userId="4f5ce772-690d-4856-923d-c29734bad352" providerId="ADAL" clId="{FE99CBA5-98A5-49F9-B104-1F092AC2E731}" dt="2022-04-21T16:30:23.053" v="8970" actId="2696"/>
        <pc:sldMkLst>
          <pc:docMk/>
          <pc:sldMk cId="1238316677" sldId="141168829"/>
        </pc:sldMkLst>
        <pc:spChg chg="mod">
          <ac:chgData name="Wiebe, Wladislav (Nokia - DE/Ulm)" userId="4f5ce772-690d-4856-923d-c29734bad352" providerId="ADAL" clId="{FE99CBA5-98A5-49F9-B104-1F092AC2E731}" dt="2022-04-21T12:28:34.794" v="8154" actId="20577"/>
          <ac:spMkLst>
            <pc:docMk/>
            <pc:sldMk cId="1238316677" sldId="141168829"/>
            <ac:spMk id="2" creationId="{B1DFAA85-59E1-409F-B82F-409CB062A065}"/>
          </ac:spMkLst>
        </pc:spChg>
        <pc:spChg chg="del">
          <ac:chgData name="Wiebe, Wladislav (Nokia - DE/Ulm)" userId="4f5ce772-690d-4856-923d-c29734bad352" providerId="ADAL" clId="{FE99CBA5-98A5-49F9-B104-1F092AC2E731}" dt="2022-04-21T08:53:51.764" v="8119" actId="478"/>
          <ac:spMkLst>
            <pc:docMk/>
            <pc:sldMk cId="1238316677" sldId="141168829"/>
            <ac:spMk id="4" creationId="{3D6B8821-D541-4C10-A707-C03B2F05CD33}"/>
          </ac:spMkLst>
        </pc:spChg>
        <pc:spChg chg="add mod">
          <ac:chgData name="Wiebe, Wladislav (Nokia - DE/Ulm)" userId="4f5ce772-690d-4856-923d-c29734bad352" providerId="ADAL" clId="{FE99CBA5-98A5-49F9-B104-1F092AC2E731}" dt="2022-04-21T16:17:51.620" v="8821" actId="20577"/>
          <ac:spMkLst>
            <pc:docMk/>
            <pc:sldMk cId="1238316677" sldId="141168829"/>
            <ac:spMk id="5" creationId="{9A36123A-D18D-417B-B1F0-9BCFD96B2007}"/>
          </ac:spMkLst>
        </pc:spChg>
        <pc:picChg chg="del">
          <ac:chgData name="Wiebe, Wladislav (Nokia - DE/Ulm)" userId="4f5ce772-690d-4856-923d-c29734bad352" providerId="ADAL" clId="{FE99CBA5-98A5-49F9-B104-1F092AC2E731}" dt="2022-04-21T08:53:48.161" v="8118" actId="478"/>
          <ac:picMkLst>
            <pc:docMk/>
            <pc:sldMk cId="1238316677" sldId="141168829"/>
            <ac:picMk id="8" creationId="{195A04ED-E6AE-4881-B044-59BA96CA2DC6}"/>
          </ac:picMkLst>
        </pc:picChg>
        <pc:picChg chg="add del mod">
          <ac:chgData name="Wiebe, Wladislav (Nokia - DE/Ulm)" userId="4f5ce772-690d-4856-923d-c29734bad352" providerId="ADAL" clId="{FE99CBA5-98A5-49F9-B104-1F092AC2E731}" dt="2022-04-21T15:55:57.687" v="8239" actId="478"/>
          <ac:picMkLst>
            <pc:docMk/>
            <pc:sldMk cId="1238316677" sldId="141168829"/>
            <ac:picMk id="9" creationId="{533FC3FB-53C0-4EE6-80F7-6BA70DAC3A79}"/>
          </ac:picMkLst>
        </pc:picChg>
        <pc:picChg chg="add mod">
          <ac:chgData name="Wiebe, Wladislav (Nokia - DE/Ulm)" userId="4f5ce772-690d-4856-923d-c29734bad352" providerId="ADAL" clId="{FE99CBA5-98A5-49F9-B104-1F092AC2E731}" dt="2022-04-21T15:56:17.393" v="8243" actId="1076"/>
          <ac:picMkLst>
            <pc:docMk/>
            <pc:sldMk cId="1238316677" sldId="141168829"/>
            <ac:picMk id="11" creationId="{03016613-C9AD-4A83-8383-190EEF8B4344}"/>
          </ac:picMkLst>
        </pc:picChg>
        <pc:inkChg chg="add">
          <ac:chgData name="Wiebe, Wladislav (Nokia - DE/Ulm)" userId="4f5ce772-690d-4856-923d-c29734bad352" providerId="ADAL" clId="{FE99CBA5-98A5-49F9-B104-1F092AC2E731}" dt="2022-04-21T15:58:33.892" v="8277" actId="9405"/>
          <ac:inkMkLst>
            <pc:docMk/>
            <pc:sldMk cId="1238316677" sldId="141168829"/>
            <ac:inkMk id="12" creationId="{CA66FE2A-9975-4E3D-BC48-0195B02BEC96}"/>
          </ac:inkMkLst>
        </pc:inkChg>
        <pc:inkChg chg="add del">
          <ac:chgData name="Wiebe, Wladislav (Nokia - DE/Ulm)" userId="4f5ce772-690d-4856-923d-c29734bad352" providerId="ADAL" clId="{FE99CBA5-98A5-49F9-B104-1F092AC2E731}" dt="2022-04-21T15:58:51.015" v="8279" actId="9405"/>
          <ac:inkMkLst>
            <pc:docMk/>
            <pc:sldMk cId="1238316677" sldId="141168829"/>
            <ac:inkMk id="13" creationId="{6A59DEEB-4A26-4900-9E03-2DE04DC913FC}"/>
          </ac:inkMkLst>
        </pc:inkChg>
        <pc:inkChg chg="add">
          <ac:chgData name="Wiebe, Wladislav (Nokia - DE/Ulm)" userId="4f5ce772-690d-4856-923d-c29734bad352" providerId="ADAL" clId="{FE99CBA5-98A5-49F9-B104-1F092AC2E731}" dt="2022-04-21T15:58:58.611" v="8280" actId="9405"/>
          <ac:inkMkLst>
            <pc:docMk/>
            <pc:sldMk cId="1238316677" sldId="141168829"/>
            <ac:inkMk id="14" creationId="{D5A3FFE7-DD02-45A3-8095-C28833C3FDEE}"/>
          </ac:inkMkLst>
        </pc:inkChg>
        <pc:inkChg chg="add">
          <ac:chgData name="Wiebe, Wladislav (Nokia - DE/Ulm)" userId="4f5ce772-690d-4856-923d-c29734bad352" providerId="ADAL" clId="{FE99CBA5-98A5-49F9-B104-1F092AC2E731}" dt="2022-04-21T15:59:21.028" v="8281" actId="9405"/>
          <ac:inkMkLst>
            <pc:docMk/>
            <pc:sldMk cId="1238316677" sldId="141168829"/>
            <ac:inkMk id="15" creationId="{37101A25-6876-4810-8DFB-25C180F84F7F}"/>
          </ac:inkMkLst>
        </pc:inkChg>
        <pc:inkChg chg="add">
          <ac:chgData name="Wiebe, Wladislav (Nokia - DE/Ulm)" userId="4f5ce772-690d-4856-923d-c29734bad352" providerId="ADAL" clId="{FE99CBA5-98A5-49F9-B104-1F092AC2E731}" dt="2022-04-21T15:59:23.491" v="8282" actId="9405"/>
          <ac:inkMkLst>
            <pc:docMk/>
            <pc:sldMk cId="1238316677" sldId="141168829"/>
            <ac:inkMk id="16" creationId="{38A21396-E941-4E44-99D9-79C762F542CD}"/>
          </ac:inkMkLst>
        </pc:inkChg>
        <pc:inkChg chg="add del">
          <ac:chgData name="Wiebe, Wladislav (Nokia - DE/Ulm)" userId="4f5ce772-690d-4856-923d-c29734bad352" providerId="ADAL" clId="{FE99CBA5-98A5-49F9-B104-1F092AC2E731}" dt="2022-04-21T15:59:58.693" v="8284" actId="9405"/>
          <ac:inkMkLst>
            <pc:docMk/>
            <pc:sldMk cId="1238316677" sldId="141168829"/>
            <ac:inkMk id="17" creationId="{A253747C-A220-4AE7-8A72-C311F814073B}"/>
          </ac:inkMkLst>
        </pc:inkChg>
        <pc:inkChg chg="add">
          <ac:chgData name="Wiebe, Wladislav (Nokia - DE/Ulm)" userId="4f5ce772-690d-4856-923d-c29734bad352" providerId="ADAL" clId="{FE99CBA5-98A5-49F9-B104-1F092AC2E731}" dt="2022-04-21T16:08:10.716" v="8625" actId="9405"/>
          <ac:inkMkLst>
            <pc:docMk/>
            <pc:sldMk cId="1238316677" sldId="141168829"/>
            <ac:inkMk id="18" creationId="{A492559A-CD10-4747-8C47-AD9AE5C7F4F5}"/>
          </ac:inkMkLst>
        </pc:inkChg>
        <pc:inkChg chg="add">
          <ac:chgData name="Wiebe, Wladislav (Nokia - DE/Ulm)" userId="4f5ce772-690d-4856-923d-c29734bad352" providerId="ADAL" clId="{FE99CBA5-98A5-49F9-B104-1F092AC2E731}" dt="2022-04-21T16:08:20.463" v="8626" actId="9405"/>
          <ac:inkMkLst>
            <pc:docMk/>
            <pc:sldMk cId="1238316677" sldId="141168829"/>
            <ac:inkMk id="19" creationId="{16F5C539-33A7-414C-B9FB-0A0A2D7B275D}"/>
          </ac:inkMkLst>
        </pc:inkChg>
        <pc:inkChg chg="add">
          <ac:chgData name="Wiebe, Wladislav (Nokia - DE/Ulm)" userId="4f5ce772-690d-4856-923d-c29734bad352" providerId="ADAL" clId="{FE99CBA5-98A5-49F9-B104-1F092AC2E731}" dt="2022-04-21T16:08:26.791" v="8627" actId="9405"/>
          <ac:inkMkLst>
            <pc:docMk/>
            <pc:sldMk cId="1238316677" sldId="141168829"/>
            <ac:inkMk id="20" creationId="{040C8CD2-B86A-47C0-82D1-D3A48617F04B}"/>
          </ac:inkMkLst>
        </pc:inkChg>
        <pc:inkChg chg="add del">
          <ac:chgData name="Wiebe, Wladislav (Nokia - DE/Ulm)" userId="4f5ce772-690d-4856-923d-c29734bad352" providerId="ADAL" clId="{FE99CBA5-98A5-49F9-B104-1F092AC2E731}" dt="2022-04-21T16:08:41.458" v="8629" actId="9405"/>
          <ac:inkMkLst>
            <pc:docMk/>
            <pc:sldMk cId="1238316677" sldId="141168829"/>
            <ac:inkMk id="21" creationId="{D704CEE3-C5DD-466C-805C-7B0AB0281E3E}"/>
          </ac:inkMkLst>
        </pc:inkChg>
        <pc:inkChg chg="add del">
          <ac:chgData name="Wiebe, Wladislav (Nokia - DE/Ulm)" userId="4f5ce772-690d-4856-923d-c29734bad352" providerId="ADAL" clId="{FE99CBA5-98A5-49F9-B104-1F092AC2E731}" dt="2022-04-21T16:08:47.235" v="8631" actId="9405"/>
          <ac:inkMkLst>
            <pc:docMk/>
            <pc:sldMk cId="1238316677" sldId="141168829"/>
            <ac:inkMk id="22" creationId="{EA8637F7-BE6B-471B-8AAB-14BBC9D525C9}"/>
          </ac:inkMkLst>
        </pc:inkChg>
      </pc:sldChg>
      <pc:sldChg chg="addSp delSp modSp add mod">
        <pc:chgData name="Wiebe, Wladislav (Nokia - DE/Ulm)" userId="4f5ce772-690d-4856-923d-c29734bad352" providerId="ADAL" clId="{FE99CBA5-98A5-49F9-B104-1F092AC2E731}" dt="2022-04-22T14:18:04.632" v="11755" actId="1076"/>
        <pc:sldMkLst>
          <pc:docMk/>
          <pc:sldMk cId="1206047058" sldId="141168830"/>
        </pc:sldMkLst>
        <pc:spChg chg="mod">
          <ac:chgData name="Wiebe, Wladislav (Nokia - DE/Ulm)" userId="4f5ce772-690d-4856-923d-c29734bad352" providerId="ADAL" clId="{FE99CBA5-98A5-49F9-B104-1F092AC2E731}" dt="2022-04-22T14:04:05.608" v="11661" actId="20577"/>
          <ac:spMkLst>
            <pc:docMk/>
            <pc:sldMk cId="1206047058" sldId="141168830"/>
            <ac:spMk id="2" creationId="{B1DFAA85-59E1-409F-B82F-409CB062A065}"/>
          </ac:spMkLst>
        </pc:spChg>
        <pc:spChg chg="mod">
          <ac:chgData name="Wiebe, Wladislav (Nokia - DE/Ulm)" userId="4f5ce772-690d-4856-923d-c29734bad352" providerId="ADAL" clId="{FE99CBA5-98A5-49F9-B104-1F092AC2E731}" dt="2022-04-22T14:18:04.632" v="11755" actId="1076"/>
          <ac:spMkLst>
            <pc:docMk/>
            <pc:sldMk cId="1206047058" sldId="141168830"/>
            <ac:spMk id="5" creationId="{9A36123A-D18D-417B-B1F0-9BCFD96B2007}"/>
          </ac:spMkLst>
        </pc:spChg>
        <pc:spChg chg="add mod">
          <ac:chgData name="Wiebe, Wladislav (Nokia - DE/Ulm)" userId="4f5ce772-690d-4856-923d-c29734bad352" providerId="ADAL" clId="{FE99CBA5-98A5-49F9-B104-1F092AC2E731}" dt="2022-04-22T14:02:25.565" v="11634" actId="207"/>
          <ac:spMkLst>
            <pc:docMk/>
            <pc:sldMk cId="1206047058" sldId="141168830"/>
            <ac:spMk id="8" creationId="{898A1E96-8B9F-4674-80FA-EBC611F066D9}"/>
          </ac:spMkLst>
        </pc:spChg>
        <pc:spChg chg="add del mod">
          <ac:chgData name="Wiebe, Wladislav (Nokia - DE/Ulm)" userId="4f5ce772-690d-4856-923d-c29734bad352" providerId="ADAL" clId="{FE99CBA5-98A5-49F9-B104-1F092AC2E731}" dt="2022-04-22T13:38:35.290" v="11296"/>
          <ac:spMkLst>
            <pc:docMk/>
            <pc:sldMk cId="1206047058" sldId="141168830"/>
            <ac:spMk id="17" creationId="{6585DCB5-9994-4F21-8E37-2770F69C651E}"/>
          </ac:spMkLst>
        </pc:spChg>
        <pc:spChg chg="add del mod">
          <ac:chgData name="Wiebe, Wladislav (Nokia - DE/Ulm)" userId="4f5ce772-690d-4856-923d-c29734bad352" providerId="ADAL" clId="{FE99CBA5-98A5-49F9-B104-1F092AC2E731}" dt="2022-04-22T13:38:34.198" v="11294"/>
          <ac:spMkLst>
            <pc:docMk/>
            <pc:sldMk cId="1206047058" sldId="141168830"/>
            <ac:spMk id="21" creationId="{CB99B69B-15C5-4211-B5DA-451BD05E824D}"/>
          </ac:spMkLst>
        </pc:spChg>
        <pc:picChg chg="add mod">
          <ac:chgData name="Wiebe, Wladislav (Nokia - DE/Ulm)" userId="4f5ce772-690d-4856-923d-c29734bad352" providerId="ADAL" clId="{FE99CBA5-98A5-49F9-B104-1F092AC2E731}" dt="2022-04-22T13:39:04.867" v="11303" actId="1076"/>
          <ac:picMkLst>
            <pc:docMk/>
            <pc:sldMk cId="1206047058" sldId="141168830"/>
            <ac:picMk id="7" creationId="{F3CC71CF-7BE1-41E1-A180-A41CDC7EF9CD}"/>
          </ac:picMkLst>
        </pc:picChg>
        <pc:picChg chg="del">
          <ac:chgData name="Wiebe, Wladislav (Nokia - DE/Ulm)" userId="4f5ce772-690d-4856-923d-c29734bad352" providerId="ADAL" clId="{FE99CBA5-98A5-49F9-B104-1F092AC2E731}" dt="2022-04-22T13:36:32.144" v="11273" actId="478"/>
          <ac:picMkLst>
            <pc:docMk/>
            <pc:sldMk cId="1206047058" sldId="141168830"/>
            <ac:picMk id="11" creationId="{03016613-C9AD-4A83-8383-190EEF8B4344}"/>
          </ac:picMkLst>
        </pc:picChg>
        <pc:inkChg chg="add">
          <ac:chgData name="Wiebe, Wladislav (Nokia - DE/Ulm)" userId="4f5ce772-690d-4856-923d-c29734bad352" providerId="ADAL" clId="{FE99CBA5-98A5-49F9-B104-1F092AC2E731}" dt="2022-04-22T13:40:56.665" v="11319" actId="9405"/>
          <ac:inkMkLst>
            <pc:docMk/>
            <pc:sldMk cId="1206047058" sldId="141168830"/>
            <ac:inkMk id="9" creationId="{36D678C9-DF0A-41BD-981F-0DBF8D5ABBD9}"/>
          </ac:inkMkLst>
        </pc:inkChg>
        <pc:inkChg chg="add">
          <ac:chgData name="Wiebe, Wladislav (Nokia - DE/Ulm)" userId="4f5ce772-690d-4856-923d-c29734bad352" providerId="ADAL" clId="{FE99CBA5-98A5-49F9-B104-1F092AC2E731}" dt="2022-04-22T13:41:08.011" v="11320" actId="9405"/>
          <ac:inkMkLst>
            <pc:docMk/>
            <pc:sldMk cId="1206047058" sldId="141168830"/>
            <ac:inkMk id="10" creationId="{169BDB18-79CE-4017-B860-DACD68EB23C1}"/>
          </ac:inkMkLst>
        </pc:inkChg>
        <pc:inkChg chg="del">
          <ac:chgData name="Wiebe, Wladislav (Nokia - DE/Ulm)" userId="4f5ce772-690d-4856-923d-c29734bad352" providerId="ADAL" clId="{FE99CBA5-98A5-49F9-B104-1F092AC2E731}" dt="2022-04-22T13:37:29.814" v="11279" actId="478"/>
          <ac:inkMkLst>
            <pc:docMk/>
            <pc:sldMk cId="1206047058" sldId="141168830"/>
            <ac:inkMk id="12" creationId="{CA66FE2A-9975-4E3D-BC48-0195B02BEC96}"/>
          </ac:inkMkLst>
        </pc:inkChg>
        <pc:inkChg chg="add">
          <ac:chgData name="Wiebe, Wladislav (Nokia - DE/Ulm)" userId="4f5ce772-690d-4856-923d-c29734bad352" providerId="ADAL" clId="{FE99CBA5-98A5-49F9-B104-1F092AC2E731}" dt="2022-04-22T13:41:21.791" v="11321" actId="9405"/>
          <ac:inkMkLst>
            <pc:docMk/>
            <pc:sldMk cId="1206047058" sldId="141168830"/>
            <ac:inkMk id="13" creationId="{6FAC054A-C889-4F0A-9684-EB35A88E8C81}"/>
          </ac:inkMkLst>
        </pc:inkChg>
        <pc:inkChg chg="del">
          <ac:chgData name="Wiebe, Wladislav (Nokia - DE/Ulm)" userId="4f5ce772-690d-4856-923d-c29734bad352" providerId="ADAL" clId="{FE99CBA5-98A5-49F9-B104-1F092AC2E731}" dt="2022-04-22T13:36:34.409" v="11274" actId="478"/>
          <ac:inkMkLst>
            <pc:docMk/>
            <pc:sldMk cId="1206047058" sldId="141168830"/>
            <ac:inkMk id="14" creationId="{D5A3FFE7-DD02-45A3-8095-C28833C3FDEE}"/>
          </ac:inkMkLst>
        </pc:inkChg>
        <pc:inkChg chg="del">
          <ac:chgData name="Wiebe, Wladislav (Nokia - DE/Ulm)" userId="4f5ce772-690d-4856-923d-c29734bad352" providerId="ADAL" clId="{FE99CBA5-98A5-49F9-B104-1F092AC2E731}" dt="2022-04-22T13:37:27.236" v="11278" actId="478"/>
          <ac:inkMkLst>
            <pc:docMk/>
            <pc:sldMk cId="1206047058" sldId="141168830"/>
            <ac:inkMk id="15" creationId="{37101A25-6876-4810-8DFB-25C180F84F7F}"/>
          </ac:inkMkLst>
        </pc:inkChg>
        <pc:inkChg chg="del">
          <ac:chgData name="Wiebe, Wladislav (Nokia - DE/Ulm)" userId="4f5ce772-690d-4856-923d-c29734bad352" providerId="ADAL" clId="{FE99CBA5-98A5-49F9-B104-1F092AC2E731}" dt="2022-04-22T13:37:25.095" v="11277" actId="478"/>
          <ac:inkMkLst>
            <pc:docMk/>
            <pc:sldMk cId="1206047058" sldId="141168830"/>
            <ac:inkMk id="16" creationId="{38A21396-E941-4E44-99D9-79C762F542CD}"/>
          </ac:inkMkLst>
        </pc:inkChg>
        <pc:inkChg chg="del">
          <ac:chgData name="Wiebe, Wladislav (Nokia - DE/Ulm)" userId="4f5ce772-690d-4856-923d-c29734bad352" providerId="ADAL" clId="{FE99CBA5-98A5-49F9-B104-1F092AC2E731}" dt="2022-04-22T13:37:32.299" v="11280" actId="478"/>
          <ac:inkMkLst>
            <pc:docMk/>
            <pc:sldMk cId="1206047058" sldId="141168830"/>
            <ac:inkMk id="18" creationId="{A492559A-CD10-4747-8C47-AD9AE5C7F4F5}"/>
          </ac:inkMkLst>
        </pc:inkChg>
        <pc:inkChg chg="del">
          <ac:chgData name="Wiebe, Wladislav (Nokia - DE/Ulm)" userId="4f5ce772-690d-4856-923d-c29734bad352" providerId="ADAL" clId="{FE99CBA5-98A5-49F9-B104-1F092AC2E731}" dt="2022-04-22T13:36:37.985" v="11276" actId="478"/>
          <ac:inkMkLst>
            <pc:docMk/>
            <pc:sldMk cId="1206047058" sldId="141168830"/>
            <ac:inkMk id="19" creationId="{16F5C539-33A7-414C-B9FB-0A0A2D7B275D}"/>
          </ac:inkMkLst>
        </pc:inkChg>
        <pc:inkChg chg="del">
          <ac:chgData name="Wiebe, Wladislav (Nokia - DE/Ulm)" userId="4f5ce772-690d-4856-923d-c29734bad352" providerId="ADAL" clId="{FE99CBA5-98A5-49F9-B104-1F092AC2E731}" dt="2022-04-22T13:36:36.362" v="11275" actId="478"/>
          <ac:inkMkLst>
            <pc:docMk/>
            <pc:sldMk cId="1206047058" sldId="141168830"/>
            <ac:inkMk id="20" creationId="{040C8CD2-B86A-47C0-82D1-D3A48617F04B}"/>
          </ac:inkMkLst>
        </pc:inkChg>
        <pc:inkChg chg="add">
          <ac:chgData name="Wiebe, Wladislav (Nokia - DE/Ulm)" userId="4f5ce772-690d-4856-923d-c29734bad352" providerId="ADAL" clId="{FE99CBA5-98A5-49F9-B104-1F092AC2E731}" dt="2022-04-22T13:41:37.391" v="11322" actId="9405"/>
          <ac:inkMkLst>
            <pc:docMk/>
            <pc:sldMk cId="1206047058" sldId="141168830"/>
            <ac:inkMk id="22" creationId="{04F44E1C-5219-4B2B-92FA-4D0779E4C3E2}"/>
          </ac:inkMkLst>
        </pc:inkChg>
        <pc:inkChg chg="add">
          <ac:chgData name="Wiebe, Wladislav (Nokia - DE/Ulm)" userId="4f5ce772-690d-4856-923d-c29734bad352" providerId="ADAL" clId="{FE99CBA5-98A5-49F9-B104-1F092AC2E731}" dt="2022-04-22T13:41:50.272" v="11323" actId="9405"/>
          <ac:inkMkLst>
            <pc:docMk/>
            <pc:sldMk cId="1206047058" sldId="141168830"/>
            <ac:inkMk id="23" creationId="{980270CF-3287-4716-9421-94559FCFA550}"/>
          </ac:inkMkLst>
        </pc:inkChg>
        <pc:inkChg chg="add del">
          <ac:chgData name="Wiebe, Wladislav (Nokia - DE/Ulm)" userId="4f5ce772-690d-4856-923d-c29734bad352" providerId="ADAL" clId="{FE99CBA5-98A5-49F9-B104-1F092AC2E731}" dt="2022-04-22T13:53:04.906" v="11325" actId="9405"/>
          <ac:inkMkLst>
            <pc:docMk/>
            <pc:sldMk cId="1206047058" sldId="141168830"/>
            <ac:inkMk id="24" creationId="{E4E389D6-0297-402D-99AE-89471A96D600}"/>
          </ac:inkMkLst>
        </pc:inkChg>
        <pc:inkChg chg="add del">
          <ac:chgData name="Wiebe, Wladislav (Nokia - DE/Ulm)" userId="4f5ce772-690d-4856-923d-c29734bad352" providerId="ADAL" clId="{FE99CBA5-98A5-49F9-B104-1F092AC2E731}" dt="2022-04-22T13:53:53.760" v="11327" actId="9405"/>
          <ac:inkMkLst>
            <pc:docMk/>
            <pc:sldMk cId="1206047058" sldId="141168830"/>
            <ac:inkMk id="25" creationId="{6340A599-CB20-44AE-B236-A9F35B1FF2CF}"/>
          </ac:inkMkLst>
        </pc:inkChg>
      </pc:sldChg>
      <pc:sldChg chg="addSp delSp modSp add mod">
        <pc:chgData name="Wiebe, Wladislav (Nokia - DE/Ulm)" userId="4f5ce772-690d-4856-923d-c29734bad352" providerId="ADAL" clId="{FE99CBA5-98A5-49F9-B104-1F092AC2E731}" dt="2022-04-26T15:29:50.506" v="15165" actId="20577"/>
        <pc:sldMkLst>
          <pc:docMk/>
          <pc:sldMk cId="396012258" sldId="141168831"/>
        </pc:sldMkLst>
        <pc:spChg chg="mod">
          <ac:chgData name="Wiebe, Wladislav (Nokia - DE/Ulm)" userId="4f5ce772-690d-4856-923d-c29734bad352" providerId="ADAL" clId="{FE99CBA5-98A5-49F9-B104-1F092AC2E731}" dt="2022-04-21T16:24:51.376" v="8852" actId="20577"/>
          <ac:spMkLst>
            <pc:docMk/>
            <pc:sldMk cId="396012258" sldId="141168831"/>
            <ac:spMk id="2" creationId="{B1DFAA85-59E1-409F-B82F-409CB062A065}"/>
          </ac:spMkLst>
        </pc:spChg>
        <pc:spChg chg="add mod">
          <ac:chgData name="Wiebe, Wladislav (Nokia - DE/Ulm)" userId="4f5ce772-690d-4856-923d-c29734bad352" providerId="ADAL" clId="{FE99CBA5-98A5-49F9-B104-1F092AC2E731}" dt="2022-04-26T15:29:50.506" v="15165" actId="20577"/>
          <ac:spMkLst>
            <pc:docMk/>
            <pc:sldMk cId="396012258" sldId="141168831"/>
            <ac:spMk id="4" creationId="{1708A97F-F1AD-4D0D-818F-2BA34E749B2A}"/>
          </ac:spMkLst>
        </pc:spChg>
        <pc:spChg chg="del">
          <ac:chgData name="Wiebe, Wladislav (Nokia - DE/Ulm)" userId="4f5ce772-690d-4856-923d-c29734bad352" providerId="ADAL" clId="{FE99CBA5-98A5-49F9-B104-1F092AC2E731}" dt="2022-04-21T16:25:00.300" v="8853" actId="478"/>
          <ac:spMkLst>
            <pc:docMk/>
            <pc:sldMk cId="396012258" sldId="141168831"/>
            <ac:spMk id="4" creationId="{3D6B8821-D541-4C10-A707-C03B2F05CD33}"/>
          </ac:spMkLst>
        </pc:spChg>
        <pc:picChg chg="add mod">
          <ac:chgData name="Wiebe, Wladislav (Nokia - DE/Ulm)" userId="4f5ce772-690d-4856-923d-c29734bad352" providerId="ADAL" clId="{FE99CBA5-98A5-49F9-B104-1F092AC2E731}" dt="2022-04-26T14:12:17.618" v="14721" actId="1440"/>
          <ac:picMkLst>
            <pc:docMk/>
            <pc:sldMk cId="396012258" sldId="141168831"/>
            <ac:picMk id="7" creationId="{5D8D5897-E715-4AC8-B567-045AC261199B}"/>
          </ac:picMkLst>
        </pc:picChg>
        <pc:picChg chg="del">
          <ac:chgData name="Wiebe, Wladislav (Nokia - DE/Ulm)" userId="4f5ce772-690d-4856-923d-c29734bad352" providerId="ADAL" clId="{FE99CBA5-98A5-49F9-B104-1F092AC2E731}" dt="2022-04-21T16:24:30.600" v="8824" actId="478"/>
          <ac:picMkLst>
            <pc:docMk/>
            <pc:sldMk cId="396012258" sldId="141168831"/>
            <ac:picMk id="7" creationId="{EF1B7E96-F15D-4812-B8F1-BB980279A04A}"/>
          </ac:picMkLst>
        </pc:picChg>
      </pc:sldChg>
      <pc:sldChg chg="addSp delSp modSp add mod ord">
        <pc:chgData name="Wiebe, Wladislav (Nokia - DE/Ulm)" userId="4f5ce772-690d-4856-923d-c29734bad352" providerId="ADAL" clId="{FE99CBA5-98A5-49F9-B104-1F092AC2E731}" dt="2022-04-26T07:44:28.214" v="11785"/>
        <pc:sldMkLst>
          <pc:docMk/>
          <pc:sldMk cId="187503616" sldId="141168832"/>
        </pc:sldMkLst>
        <pc:spChg chg="mod">
          <ac:chgData name="Wiebe, Wladislav (Nokia - DE/Ulm)" userId="4f5ce772-690d-4856-923d-c29734bad352" providerId="ADAL" clId="{FE99CBA5-98A5-49F9-B104-1F092AC2E731}" dt="2022-04-22T07:57:27.891" v="9346" actId="20577"/>
          <ac:spMkLst>
            <pc:docMk/>
            <pc:sldMk cId="187503616" sldId="141168832"/>
            <ac:spMk id="2" creationId="{B1DFAA85-59E1-409F-B82F-409CB062A065}"/>
          </ac:spMkLst>
        </pc:spChg>
        <pc:spChg chg="mod">
          <ac:chgData name="Wiebe, Wladislav (Nokia - DE/Ulm)" userId="4f5ce772-690d-4856-923d-c29734bad352" providerId="ADAL" clId="{FE99CBA5-98A5-49F9-B104-1F092AC2E731}" dt="2022-04-22T08:18:54.994" v="9602" actId="14100"/>
          <ac:spMkLst>
            <pc:docMk/>
            <pc:sldMk cId="187503616" sldId="141168832"/>
            <ac:spMk id="5" creationId="{9A36123A-D18D-417B-B1F0-9BCFD96B2007}"/>
          </ac:spMkLst>
        </pc:spChg>
        <pc:spChg chg="add mod">
          <ac:chgData name="Wiebe, Wladislav (Nokia - DE/Ulm)" userId="4f5ce772-690d-4856-923d-c29734bad352" providerId="ADAL" clId="{FE99CBA5-98A5-49F9-B104-1F092AC2E731}" dt="2022-04-22T14:17:23.354" v="11754" actId="20577"/>
          <ac:spMkLst>
            <pc:docMk/>
            <pc:sldMk cId="187503616" sldId="141168832"/>
            <ac:spMk id="8" creationId="{12622ECB-0CF9-4D4C-B8A1-10E8FD8FA478}"/>
          </ac:spMkLst>
        </pc:spChg>
        <pc:spChg chg="add mod">
          <ac:chgData name="Wiebe, Wladislav (Nokia - DE/Ulm)" userId="4f5ce772-690d-4856-923d-c29734bad352" providerId="ADAL" clId="{FE99CBA5-98A5-49F9-B104-1F092AC2E731}" dt="2022-04-22T08:37:47.763" v="9799" actId="1076"/>
          <ac:spMkLst>
            <pc:docMk/>
            <pc:sldMk cId="187503616" sldId="141168832"/>
            <ac:spMk id="9" creationId="{6D01B32D-43C5-4F58-BF1C-A6E8A46D7DB8}"/>
          </ac:spMkLst>
        </pc:spChg>
        <pc:spChg chg="add del">
          <ac:chgData name="Wiebe, Wladislav (Nokia - DE/Ulm)" userId="4f5ce772-690d-4856-923d-c29734bad352" providerId="ADAL" clId="{FE99CBA5-98A5-49F9-B104-1F092AC2E731}" dt="2022-04-22T08:08:48.342" v="9390"/>
          <ac:spMkLst>
            <pc:docMk/>
            <pc:sldMk cId="187503616" sldId="141168832"/>
            <ac:spMk id="17" creationId="{AA24B6D7-99E6-4966-B8E8-841B1CEB391A}"/>
          </ac:spMkLst>
        </pc:spChg>
        <pc:picChg chg="add mod">
          <ac:chgData name="Wiebe, Wladislav (Nokia - DE/Ulm)" userId="4f5ce772-690d-4856-923d-c29734bad352" providerId="ADAL" clId="{FE99CBA5-98A5-49F9-B104-1F092AC2E731}" dt="2022-04-22T08:00:34.027" v="9350" actId="14100"/>
          <ac:picMkLst>
            <pc:docMk/>
            <pc:sldMk cId="187503616" sldId="141168832"/>
            <ac:picMk id="7" creationId="{BF85AA55-BD34-42B9-81E1-E79D5EDDE6D9}"/>
          </ac:picMkLst>
        </pc:picChg>
        <pc:picChg chg="del">
          <ac:chgData name="Wiebe, Wladislav (Nokia - DE/Ulm)" userId="4f5ce772-690d-4856-923d-c29734bad352" providerId="ADAL" clId="{FE99CBA5-98A5-49F9-B104-1F092AC2E731}" dt="2022-04-22T06:04:30.315" v="8973" actId="478"/>
          <ac:picMkLst>
            <pc:docMk/>
            <pc:sldMk cId="187503616" sldId="141168832"/>
            <ac:picMk id="11" creationId="{03016613-C9AD-4A83-8383-190EEF8B4344}"/>
          </ac:picMkLst>
        </pc:picChg>
        <pc:inkChg chg="add del">
          <ac:chgData name="Wiebe, Wladislav (Nokia - DE/Ulm)" userId="4f5ce772-690d-4856-923d-c29734bad352" providerId="ADAL" clId="{FE99CBA5-98A5-49F9-B104-1F092AC2E731}" dt="2022-04-22T07:55:29.287" v="9289" actId="9405"/>
          <ac:inkMkLst>
            <pc:docMk/>
            <pc:sldMk cId="187503616" sldId="141168832"/>
            <ac:inkMk id="10" creationId="{D581CE2C-5E96-4305-A1CC-69AB6EAD1B72}"/>
          </ac:inkMkLst>
        </pc:inkChg>
        <pc:inkChg chg="del">
          <ac:chgData name="Wiebe, Wladislav (Nokia - DE/Ulm)" userId="4f5ce772-690d-4856-923d-c29734bad352" providerId="ADAL" clId="{FE99CBA5-98A5-49F9-B104-1F092AC2E731}" dt="2022-04-22T06:04:41.471" v="8979" actId="478"/>
          <ac:inkMkLst>
            <pc:docMk/>
            <pc:sldMk cId="187503616" sldId="141168832"/>
            <ac:inkMk id="12" creationId="{CA66FE2A-9975-4E3D-BC48-0195B02BEC96}"/>
          </ac:inkMkLst>
        </pc:inkChg>
        <pc:inkChg chg="add del">
          <ac:chgData name="Wiebe, Wladislav (Nokia - DE/Ulm)" userId="4f5ce772-690d-4856-923d-c29734bad352" providerId="ADAL" clId="{FE99CBA5-98A5-49F9-B104-1F092AC2E731}" dt="2022-04-22T07:55:35.211" v="9291" actId="9405"/>
          <ac:inkMkLst>
            <pc:docMk/>
            <pc:sldMk cId="187503616" sldId="141168832"/>
            <ac:inkMk id="13" creationId="{1C2F86D4-F44F-4C73-9044-1CA3ACDD332C}"/>
          </ac:inkMkLst>
        </pc:inkChg>
        <pc:inkChg chg="del">
          <ac:chgData name="Wiebe, Wladislav (Nokia - DE/Ulm)" userId="4f5ce772-690d-4856-923d-c29734bad352" providerId="ADAL" clId="{FE99CBA5-98A5-49F9-B104-1F092AC2E731}" dt="2022-04-22T06:04:39.756" v="8978" actId="478"/>
          <ac:inkMkLst>
            <pc:docMk/>
            <pc:sldMk cId="187503616" sldId="141168832"/>
            <ac:inkMk id="14" creationId="{D5A3FFE7-DD02-45A3-8095-C28833C3FDEE}"/>
          </ac:inkMkLst>
        </pc:inkChg>
        <pc:inkChg chg="del">
          <ac:chgData name="Wiebe, Wladislav (Nokia - DE/Ulm)" userId="4f5ce772-690d-4856-923d-c29734bad352" providerId="ADAL" clId="{FE99CBA5-98A5-49F9-B104-1F092AC2E731}" dt="2022-04-22T06:04:43.610" v="8980" actId="478"/>
          <ac:inkMkLst>
            <pc:docMk/>
            <pc:sldMk cId="187503616" sldId="141168832"/>
            <ac:inkMk id="15" creationId="{37101A25-6876-4810-8DFB-25C180F84F7F}"/>
          </ac:inkMkLst>
        </pc:inkChg>
        <pc:inkChg chg="del">
          <ac:chgData name="Wiebe, Wladislav (Nokia - DE/Ulm)" userId="4f5ce772-690d-4856-923d-c29734bad352" providerId="ADAL" clId="{FE99CBA5-98A5-49F9-B104-1F092AC2E731}" dt="2022-04-22T06:04:38.042" v="8977" actId="478"/>
          <ac:inkMkLst>
            <pc:docMk/>
            <pc:sldMk cId="187503616" sldId="141168832"/>
            <ac:inkMk id="16" creationId="{38A21396-E941-4E44-99D9-79C762F542CD}"/>
          </ac:inkMkLst>
        </pc:inkChg>
        <pc:inkChg chg="del">
          <ac:chgData name="Wiebe, Wladislav (Nokia - DE/Ulm)" userId="4f5ce772-690d-4856-923d-c29734bad352" providerId="ADAL" clId="{FE99CBA5-98A5-49F9-B104-1F092AC2E731}" dt="2022-04-22T06:04:46.278" v="8981" actId="478"/>
          <ac:inkMkLst>
            <pc:docMk/>
            <pc:sldMk cId="187503616" sldId="141168832"/>
            <ac:inkMk id="18" creationId="{A492559A-CD10-4747-8C47-AD9AE5C7F4F5}"/>
          </ac:inkMkLst>
        </pc:inkChg>
        <pc:inkChg chg="del">
          <ac:chgData name="Wiebe, Wladislav (Nokia - DE/Ulm)" userId="4f5ce772-690d-4856-923d-c29734bad352" providerId="ADAL" clId="{FE99CBA5-98A5-49F9-B104-1F092AC2E731}" dt="2022-04-22T06:04:36.151" v="8976" actId="478"/>
          <ac:inkMkLst>
            <pc:docMk/>
            <pc:sldMk cId="187503616" sldId="141168832"/>
            <ac:inkMk id="19" creationId="{16F5C539-33A7-414C-B9FB-0A0A2D7B275D}"/>
          </ac:inkMkLst>
        </pc:inkChg>
        <pc:inkChg chg="del">
          <ac:chgData name="Wiebe, Wladislav (Nokia - DE/Ulm)" userId="4f5ce772-690d-4856-923d-c29734bad352" providerId="ADAL" clId="{FE99CBA5-98A5-49F9-B104-1F092AC2E731}" dt="2022-04-22T06:04:32.916" v="8974" actId="478"/>
          <ac:inkMkLst>
            <pc:docMk/>
            <pc:sldMk cId="187503616" sldId="141168832"/>
            <ac:inkMk id="20" creationId="{040C8CD2-B86A-47C0-82D1-D3A48617F04B}"/>
          </ac:inkMkLst>
        </pc:inkChg>
      </pc:sldChg>
      <pc:sldChg chg="delSp modSp add mod">
        <pc:chgData name="Wiebe, Wladislav (Nokia - DE/Ulm)" userId="4f5ce772-690d-4856-923d-c29734bad352" providerId="ADAL" clId="{FE99CBA5-98A5-49F9-B104-1F092AC2E731}" dt="2022-04-26T15:34:48.146" v="15171" actId="20577"/>
        <pc:sldMkLst>
          <pc:docMk/>
          <pc:sldMk cId="1160375477" sldId="141168833"/>
        </pc:sldMkLst>
        <pc:spChg chg="mod">
          <ac:chgData name="Wiebe, Wladislav (Nokia - DE/Ulm)" userId="4f5ce772-690d-4856-923d-c29734bad352" providerId="ADAL" clId="{FE99CBA5-98A5-49F9-B104-1F092AC2E731}" dt="2022-04-22T08:41:34.682" v="9816" actId="20577"/>
          <ac:spMkLst>
            <pc:docMk/>
            <pc:sldMk cId="1160375477" sldId="141168833"/>
            <ac:spMk id="2" creationId="{B1DFAA85-59E1-409F-B82F-409CB062A065}"/>
          </ac:spMkLst>
        </pc:spChg>
        <pc:spChg chg="mod">
          <ac:chgData name="Wiebe, Wladislav (Nokia - DE/Ulm)" userId="4f5ce772-690d-4856-923d-c29734bad352" providerId="ADAL" clId="{FE99CBA5-98A5-49F9-B104-1F092AC2E731}" dt="2022-04-26T15:34:48.146" v="15171" actId="20577"/>
          <ac:spMkLst>
            <pc:docMk/>
            <pc:sldMk cId="1160375477" sldId="141168833"/>
            <ac:spMk id="8" creationId="{12622ECB-0CF9-4D4C-B8A1-10E8FD8FA478}"/>
          </ac:spMkLst>
        </pc:spChg>
        <pc:spChg chg="del">
          <ac:chgData name="Wiebe, Wladislav (Nokia - DE/Ulm)" userId="4f5ce772-690d-4856-923d-c29734bad352" providerId="ADAL" clId="{FE99CBA5-98A5-49F9-B104-1F092AC2E731}" dt="2022-04-22T08:39:52.062" v="9804" actId="478"/>
          <ac:spMkLst>
            <pc:docMk/>
            <pc:sldMk cId="1160375477" sldId="141168833"/>
            <ac:spMk id="9" creationId="{6D01B32D-43C5-4F58-BF1C-A6E8A46D7DB8}"/>
          </ac:spMkLst>
        </pc:spChg>
        <pc:picChg chg="del">
          <ac:chgData name="Wiebe, Wladislav (Nokia - DE/Ulm)" userId="4f5ce772-690d-4856-923d-c29734bad352" providerId="ADAL" clId="{FE99CBA5-98A5-49F9-B104-1F092AC2E731}" dt="2022-04-22T08:39:48.723" v="9803" actId="478"/>
          <ac:picMkLst>
            <pc:docMk/>
            <pc:sldMk cId="1160375477" sldId="141168833"/>
            <ac:picMk id="7" creationId="{BF85AA55-BD34-42B9-81E1-E79D5EDDE6D9}"/>
          </ac:picMkLst>
        </pc:picChg>
      </pc:sldChg>
      <pc:sldChg chg="addSp delSp modSp add mod">
        <pc:chgData name="Wiebe, Wladislav (Nokia - DE/Ulm)" userId="4f5ce772-690d-4856-923d-c29734bad352" providerId="ADAL" clId="{FE99CBA5-98A5-49F9-B104-1F092AC2E731}" dt="2022-04-26T15:37:42.051" v="15284" actId="404"/>
        <pc:sldMkLst>
          <pc:docMk/>
          <pc:sldMk cId="3890914270" sldId="141168834"/>
        </pc:sldMkLst>
        <pc:spChg chg="mod">
          <ac:chgData name="Wiebe, Wladislav (Nokia - DE/Ulm)" userId="4f5ce772-690d-4856-923d-c29734bad352" providerId="ADAL" clId="{FE99CBA5-98A5-49F9-B104-1F092AC2E731}" dt="2022-04-26T15:37:42.051" v="15284" actId="404"/>
          <ac:spMkLst>
            <pc:docMk/>
            <pc:sldMk cId="3890914270" sldId="141168834"/>
            <ac:spMk id="2" creationId="{B1DFAA85-59E1-409F-B82F-409CB062A065}"/>
          </ac:spMkLst>
        </pc:spChg>
        <pc:spChg chg="mod">
          <ac:chgData name="Wiebe, Wladislav (Nokia - DE/Ulm)" userId="4f5ce772-690d-4856-923d-c29734bad352" providerId="ADAL" clId="{FE99CBA5-98A5-49F9-B104-1F092AC2E731}" dt="2022-04-26T13:38:32.091" v="13969" actId="13926"/>
          <ac:spMkLst>
            <pc:docMk/>
            <pc:sldMk cId="3890914270" sldId="141168834"/>
            <ac:spMk id="3" creationId="{8717BCBC-662C-47F1-A53A-80578018A635}"/>
          </ac:spMkLst>
        </pc:spChg>
        <pc:spChg chg="mod">
          <ac:chgData name="Wiebe, Wladislav (Nokia - DE/Ulm)" userId="4f5ce772-690d-4856-923d-c29734bad352" providerId="ADAL" clId="{FE99CBA5-98A5-49F9-B104-1F092AC2E731}" dt="2022-04-26T07:43:22.716" v="11783" actId="6549"/>
          <ac:spMkLst>
            <pc:docMk/>
            <pc:sldMk cId="3890914270" sldId="141168834"/>
            <ac:spMk id="8" creationId="{12622ECB-0CF9-4D4C-B8A1-10E8FD8FA478}"/>
          </ac:spMkLst>
        </pc:spChg>
        <pc:spChg chg="add mod">
          <ac:chgData name="Wiebe, Wladislav (Nokia - DE/Ulm)" userId="4f5ce772-690d-4856-923d-c29734bad352" providerId="ADAL" clId="{FE99CBA5-98A5-49F9-B104-1F092AC2E731}" dt="2022-04-26T13:33:05.896" v="13809" actId="14100"/>
          <ac:spMkLst>
            <pc:docMk/>
            <pc:sldMk cId="3890914270" sldId="141168834"/>
            <ac:spMk id="13" creationId="{D71E8845-3D27-4418-9FB2-B5FB224B7D97}"/>
          </ac:spMkLst>
        </pc:spChg>
        <pc:spChg chg="add mod">
          <ac:chgData name="Wiebe, Wladislav (Nokia - DE/Ulm)" userId="4f5ce772-690d-4856-923d-c29734bad352" providerId="ADAL" clId="{FE99CBA5-98A5-49F9-B104-1F092AC2E731}" dt="2022-04-26T14:13:53.670" v="14723" actId="14100"/>
          <ac:spMkLst>
            <pc:docMk/>
            <pc:sldMk cId="3890914270" sldId="141168834"/>
            <ac:spMk id="14" creationId="{12A75421-7AD0-4A7E-AB45-358F65B26A2C}"/>
          </ac:spMkLst>
        </pc:spChg>
        <pc:spChg chg="add mod">
          <ac:chgData name="Wiebe, Wladislav (Nokia - DE/Ulm)" userId="4f5ce772-690d-4856-923d-c29734bad352" providerId="ADAL" clId="{FE99CBA5-98A5-49F9-B104-1F092AC2E731}" dt="2022-04-26T13:31:28.112" v="13806" actId="14100"/>
          <ac:spMkLst>
            <pc:docMk/>
            <pc:sldMk cId="3890914270" sldId="141168834"/>
            <ac:spMk id="15" creationId="{1564A946-DE8A-4C43-AE4B-3E14356A70C6}"/>
          </ac:spMkLst>
        </pc:spChg>
        <pc:spChg chg="add mod">
          <ac:chgData name="Wiebe, Wladislav (Nokia - DE/Ulm)" userId="4f5ce772-690d-4856-923d-c29734bad352" providerId="ADAL" clId="{FE99CBA5-98A5-49F9-B104-1F092AC2E731}" dt="2022-04-26T13:37:24.602" v="13962" actId="114"/>
          <ac:spMkLst>
            <pc:docMk/>
            <pc:sldMk cId="3890914270" sldId="141168834"/>
            <ac:spMk id="16" creationId="{EF269AB9-F22A-4062-A329-A40FE2092B0B}"/>
          </ac:spMkLst>
        </pc:spChg>
        <pc:picChg chg="add mod">
          <ac:chgData name="Wiebe, Wladislav (Nokia - DE/Ulm)" userId="4f5ce772-690d-4856-923d-c29734bad352" providerId="ADAL" clId="{FE99CBA5-98A5-49F9-B104-1F092AC2E731}" dt="2022-04-26T13:25:56.284" v="13776" actId="14100"/>
          <ac:picMkLst>
            <pc:docMk/>
            <pc:sldMk cId="3890914270" sldId="141168834"/>
            <ac:picMk id="7" creationId="{0115E08D-CB95-42C5-AD35-DE827B82B7B1}"/>
          </ac:picMkLst>
        </pc:picChg>
        <pc:picChg chg="add mod">
          <ac:chgData name="Wiebe, Wladislav (Nokia - DE/Ulm)" userId="4f5ce772-690d-4856-923d-c29734bad352" providerId="ADAL" clId="{FE99CBA5-98A5-49F9-B104-1F092AC2E731}" dt="2022-04-26T13:31:59.770" v="13808" actId="1076"/>
          <ac:picMkLst>
            <pc:docMk/>
            <pc:sldMk cId="3890914270" sldId="141168834"/>
            <ac:picMk id="10" creationId="{2D22BE77-7927-4B88-9B6C-47B5CE969484}"/>
          </ac:picMkLst>
        </pc:picChg>
        <pc:picChg chg="add mod">
          <ac:chgData name="Wiebe, Wladislav (Nokia - DE/Ulm)" userId="4f5ce772-690d-4856-923d-c29734bad352" providerId="ADAL" clId="{FE99CBA5-98A5-49F9-B104-1F092AC2E731}" dt="2022-04-26T13:29:04.680" v="13790" actId="1076"/>
          <ac:picMkLst>
            <pc:docMk/>
            <pc:sldMk cId="3890914270" sldId="141168834"/>
            <ac:picMk id="12" creationId="{8B1D7469-E79C-44EA-B64C-3A0CF74FA8E1}"/>
          </ac:picMkLst>
        </pc:picChg>
        <pc:inkChg chg="add del">
          <ac:chgData name="Wiebe, Wladislav (Nokia - DE/Ulm)" userId="4f5ce772-690d-4856-923d-c29734bad352" providerId="ADAL" clId="{FE99CBA5-98A5-49F9-B104-1F092AC2E731}" dt="2022-04-26T13:38:49.447" v="13973" actId="9405"/>
          <ac:inkMkLst>
            <pc:docMk/>
            <pc:sldMk cId="3890914270" sldId="141168834"/>
            <ac:inkMk id="21" creationId="{04527AFF-6539-4E24-A3BF-561DB1437C31}"/>
          </ac:inkMkLst>
        </pc:inkChg>
        <pc:inkChg chg="add del">
          <ac:chgData name="Wiebe, Wladislav (Nokia - DE/Ulm)" userId="4f5ce772-690d-4856-923d-c29734bad352" providerId="ADAL" clId="{FE99CBA5-98A5-49F9-B104-1F092AC2E731}" dt="2022-04-26T13:38:48.390" v="13972" actId="9405"/>
          <ac:inkMkLst>
            <pc:docMk/>
            <pc:sldMk cId="3890914270" sldId="141168834"/>
            <ac:inkMk id="22" creationId="{8BC740E1-0F55-49A0-BDFB-6B49420AEBBA}"/>
          </ac:inkMkLst>
        </pc:inkChg>
        <pc:inkChg chg="add del">
          <ac:chgData name="Wiebe, Wladislav (Nokia - DE/Ulm)" userId="4f5ce772-690d-4856-923d-c29734bad352" providerId="ADAL" clId="{FE99CBA5-98A5-49F9-B104-1F092AC2E731}" dt="2022-04-26T13:38:53.979" v="13975" actId="9405"/>
          <ac:inkMkLst>
            <pc:docMk/>
            <pc:sldMk cId="3890914270" sldId="141168834"/>
            <ac:inkMk id="23" creationId="{DE01D605-C807-40B1-A6C2-BCFA3BF437DB}"/>
          </ac:inkMkLst>
        </pc:inkChg>
        <pc:cxnChg chg="add del mod">
          <ac:chgData name="Wiebe, Wladislav (Nokia - DE/Ulm)" userId="4f5ce772-690d-4856-923d-c29734bad352" providerId="ADAL" clId="{FE99CBA5-98A5-49F9-B104-1F092AC2E731}" dt="2022-04-26T13:38:05.370" v="13965" actId="478"/>
          <ac:cxnSpMkLst>
            <pc:docMk/>
            <pc:sldMk cId="3890914270" sldId="141168834"/>
            <ac:cxnSpMk id="18" creationId="{2EE0654F-44DC-4A1C-8B2E-27840B5CB113}"/>
          </ac:cxnSpMkLst>
        </pc:cxnChg>
        <pc:cxnChg chg="add mod">
          <ac:chgData name="Wiebe, Wladislav (Nokia - DE/Ulm)" userId="4f5ce772-690d-4856-923d-c29734bad352" providerId="ADAL" clId="{FE99CBA5-98A5-49F9-B104-1F092AC2E731}" dt="2022-04-26T13:38:14.083" v="13967" actId="13822"/>
          <ac:cxnSpMkLst>
            <pc:docMk/>
            <pc:sldMk cId="3890914270" sldId="141168834"/>
            <ac:cxnSpMk id="20" creationId="{CCB9CFD9-4835-4CA8-B9B9-6BFE6598B28B}"/>
          </ac:cxnSpMkLst>
        </pc:cxnChg>
      </pc:sldChg>
      <pc:sldChg chg="add del">
        <pc:chgData name="Wiebe, Wladislav (Nokia - DE/Ulm)" userId="4f5ce772-690d-4856-923d-c29734bad352" providerId="ADAL" clId="{FE99CBA5-98A5-49F9-B104-1F092AC2E731}" dt="2022-04-26T07:40:20.915" v="11763" actId="2696"/>
        <pc:sldMkLst>
          <pc:docMk/>
          <pc:sldMk cId="4005025444" sldId="141168835"/>
        </pc:sldMkLst>
      </pc:sldChg>
      <pc:sldChg chg="addSp delSp modSp add mod">
        <pc:chgData name="Wiebe, Wladislav (Nokia - DE/Ulm)" userId="4f5ce772-690d-4856-923d-c29734bad352" providerId="ADAL" clId="{FE99CBA5-98A5-49F9-B104-1F092AC2E731}" dt="2022-04-26T15:44:47.847" v="15442" actId="14100"/>
        <pc:sldMkLst>
          <pc:docMk/>
          <pc:sldMk cId="4116995014" sldId="141168835"/>
        </pc:sldMkLst>
        <pc:spChg chg="mod">
          <ac:chgData name="Wiebe, Wladislav (Nokia - DE/Ulm)" userId="4f5ce772-690d-4856-923d-c29734bad352" providerId="ADAL" clId="{FE99CBA5-98A5-49F9-B104-1F092AC2E731}" dt="2022-04-26T11:14:55.922" v="12068" actId="20577"/>
          <ac:spMkLst>
            <pc:docMk/>
            <pc:sldMk cId="4116995014" sldId="141168835"/>
            <ac:spMk id="2" creationId="{B1DFAA85-59E1-409F-B82F-409CB062A065}"/>
          </ac:spMkLst>
        </pc:spChg>
        <pc:spChg chg="mod">
          <ac:chgData name="Wiebe, Wladislav (Nokia - DE/Ulm)" userId="4f5ce772-690d-4856-923d-c29734bad352" providerId="ADAL" clId="{FE99CBA5-98A5-49F9-B104-1F092AC2E731}" dt="2022-04-26T15:44:47.847" v="15442" actId="14100"/>
          <ac:spMkLst>
            <pc:docMk/>
            <pc:sldMk cId="4116995014" sldId="141168835"/>
            <ac:spMk id="8" creationId="{12622ECB-0CF9-4D4C-B8A1-10E8FD8FA478}"/>
          </ac:spMkLst>
        </pc:spChg>
        <pc:spChg chg="add mod">
          <ac:chgData name="Wiebe, Wladislav (Nokia - DE/Ulm)" userId="4f5ce772-690d-4856-923d-c29734bad352" providerId="ADAL" clId="{FE99CBA5-98A5-49F9-B104-1F092AC2E731}" dt="2022-04-26T10:12:10.359" v="11982" actId="208"/>
          <ac:spMkLst>
            <pc:docMk/>
            <pc:sldMk cId="4116995014" sldId="141168835"/>
            <ac:spMk id="9" creationId="{36A92DBB-3B62-4CAA-A7F1-8398153589C6}"/>
          </ac:spMkLst>
        </pc:spChg>
        <pc:spChg chg="add mod">
          <ac:chgData name="Wiebe, Wladislav (Nokia - DE/Ulm)" userId="4f5ce772-690d-4856-923d-c29734bad352" providerId="ADAL" clId="{FE99CBA5-98A5-49F9-B104-1F092AC2E731}" dt="2022-04-26T10:13:28.339" v="11998" actId="1076"/>
          <ac:spMkLst>
            <pc:docMk/>
            <pc:sldMk cId="4116995014" sldId="141168835"/>
            <ac:spMk id="10" creationId="{9B005081-40C6-4FF8-8FC4-24AB2DE77533}"/>
          </ac:spMkLst>
        </pc:spChg>
        <pc:spChg chg="add mod">
          <ac:chgData name="Wiebe, Wladislav (Nokia - DE/Ulm)" userId="4f5ce772-690d-4856-923d-c29734bad352" providerId="ADAL" clId="{FE99CBA5-98A5-49F9-B104-1F092AC2E731}" dt="2022-04-26T11:14:32.790" v="12053" actId="14100"/>
          <ac:spMkLst>
            <pc:docMk/>
            <pc:sldMk cId="4116995014" sldId="141168835"/>
            <ac:spMk id="11" creationId="{70B1FCEB-18F2-4771-B9B0-BB4FAF9C8E38}"/>
          </ac:spMkLst>
        </pc:spChg>
        <pc:spChg chg="add del mod">
          <ac:chgData name="Wiebe, Wladislav (Nokia - DE/Ulm)" userId="4f5ce772-690d-4856-923d-c29734bad352" providerId="ADAL" clId="{FE99CBA5-98A5-49F9-B104-1F092AC2E731}" dt="2022-04-26T10:23:40.056" v="12028" actId="478"/>
          <ac:spMkLst>
            <pc:docMk/>
            <pc:sldMk cId="4116995014" sldId="141168835"/>
            <ac:spMk id="12" creationId="{0E5C8A44-2D28-48A9-8BA5-72C8BC87B14D}"/>
          </ac:spMkLst>
        </pc:spChg>
        <pc:spChg chg="add mod">
          <ac:chgData name="Wiebe, Wladislav (Nokia - DE/Ulm)" userId="4f5ce772-690d-4856-923d-c29734bad352" providerId="ADAL" clId="{FE99CBA5-98A5-49F9-B104-1F092AC2E731}" dt="2022-04-26T10:14:13.500" v="12001" actId="1076"/>
          <ac:spMkLst>
            <pc:docMk/>
            <pc:sldMk cId="4116995014" sldId="141168835"/>
            <ac:spMk id="13" creationId="{F404B5E9-FCCC-4A4B-97B0-45AE8E10DA71}"/>
          </ac:spMkLst>
        </pc:spChg>
        <pc:spChg chg="add del">
          <ac:chgData name="Wiebe, Wladislav (Nokia - DE/Ulm)" userId="4f5ce772-690d-4856-923d-c29734bad352" providerId="ADAL" clId="{FE99CBA5-98A5-49F9-B104-1F092AC2E731}" dt="2022-04-26T10:25:06.856" v="12048"/>
          <ac:spMkLst>
            <pc:docMk/>
            <pc:sldMk cId="4116995014" sldId="141168835"/>
            <ac:spMk id="14" creationId="{758C5D8A-CE8D-4F2A-9500-67E4846A5C19}"/>
          </ac:spMkLst>
        </pc:spChg>
        <pc:spChg chg="add mod">
          <ac:chgData name="Wiebe, Wladislav (Nokia - DE/Ulm)" userId="4f5ce772-690d-4856-923d-c29734bad352" providerId="ADAL" clId="{FE99CBA5-98A5-49F9-B104-1F092AC2E731}" dt="2022-04-26T11:10:23.477" v="12052" actId="1076"/>
          <ac:spMkLst>
            <pc:docMk/>
            <pc:sldMk cId="4116995014" sldId="141168835"/>
            <ac:spMk id="15" creationId="{DEA5D0FC-62A5-42B7-A273-8620EDB87A5A}"/>
          </ac:spMkLst>
        </pc:spChg>
        <pc:spChg chg="add mod">
          <ac:chgData name="Wiebe, Wladislav (Nokia - DE/Ulm)" userId="4f5ce772-690d-4856-923d-c29734bad352" providerId="ADAL" clId="{FE99CBA5-98A5-49F9-B104-1F092AC2E731}" dt="2022-04-26T15:44:18.181" v="15441" actId="1076"/>
          <ac:spMkLst>
            <pc:docMk/>
            <pc:sldMk cId="4116995014" sldId="141168835"/>
            <ac:spMk id="16" creationId="{83377199-E71F-4AC8-94F1-C840B2ECABAD}"/>
          </ac:spMkLst>
        </pc:spChg>
        <pc:spChg chg="add mod">
          <ac:chgData name="Wiebe, Wladislav (Nokia - DE/Ulm)" userId="4f5ce772-690d-4856-923d-c29734bad352" providerId="ADAL" clId="{FE99CBA5-98A5-49F9-B104-1F092AC2E731}" dt="2022-04-26T12:48:08.290" v="13513" actId="1076"/>
          <ac:spMkLst>
            <pc:docMk/>
            <pc:sldMk cId="4116995014" sldId="141168835"/>
            <ac:spMk id="17" creationId="{0BEC77BB-5A90-4752-81B6-9AACD3C66BAA}"/>
          </ac:spMkLst>
        </pc:spChg>
        <pc:spChg chg="add del mod">
          <ac:chgData name="Wiebe, Wladislav (Nokia - DE/Ulm)" userId="4f5ce772-690d-4856-923d-c29734bad352" providerId="ADAL" clId="{FE99CBA5-98A5-49F9-B104-1F092AC2E731}" dt="2022-04-26T13:29:42.598" v="13793" actId="21"/>
          <ac:spMkLst>
            <pc:docMk/>
            <pc:sldMk cId="4116995014" sldId="141168835"/>
            <ac:spMk id="18" creationId="{9B223C6B-9597-46A9-AA80-46FF01BC21B1}"/>
          </ac:spMkLst>
        </pc:spChg>
        <pc:picChg chg="add mod">
          <ac:chgData name="Wiebe, Wladislav (Nokia - DE/Ulm)" userId="4f5ce772-690d-4856-923d-c29734bad352" providerId="ADAL" clId="{FE99CBA5-98A5-49F9-B104-1F092AC2E731}" dt="2022-04-26T10:12:52.122" v="11992" actId="1076"/>
          <ac:picMkLst>
            <pc:docMk/>
            <pc:sldMk cId="4116995014" sldId="141168835"/>
            <ac:picMk id="7" creationId="{86BE95A3-7DA2-436E-9455-A25745AE7310}"/>
          </ac:picMkLst>
        </pc:picChg>
      </pc:sldChg>
      <pc:sldChg chg="addSp delSp modSp add mod ord">
        <pc:chgData name="Wiebe, Wladislav (Nokia - DE/Ulm)" userId="4f5ce772-690d-4856-923d-c29734bad352" providerId="ADAL" clId="{FE99CBA5-98A5-49F9-B104-1F092AC2E731}" dt="2022-04-26T15:47:44.352" v="15462" actId="20577"/>
        <pc:sldMkLst>
          <pc:docMk/>
          <pc:sldMk cId="1522618608" sldId="141168836"/>
        </pc:sldMkLst>
        <pc:spChg chg="mod">
          <ac:chgData name="Wiebe, Wladislav (Nokia - DE/Ulm)" userId="4f5ce772-690d-4856-923d-c29734bad352" providerId="ADAL" clId="{FE99CBA5-98A5-49F9-B104-1F092AC2E731}" dt="2022-04-26T12:02:44.217" v="12987" actId="20577"/>
          <ac:spMkLst>
            <pc:docMk/>
            <pc:sldMk cId="1522618608" sldId="141168836"/>
            <ac:spMk id="2" creationId="{B1DFAA85-59E1-409F-B82F-409CB062A065}"/>
          </ac:spMkLst>
        </pc:spChg>
        <pc:spChg chg="mod">
          <ac:chgData name="Wiebe, Wladislav (Nokia - DE/Ulm)" userId="4f5ce772-690d-4856-923d-c29734bad352" providerId="ADAL" clId="{FE99CBA5-98A5-49F9-B104-1F092AC2E731}" dt="2022-04-26T13:42:59.518" v="13978" actId="14100"/>
          <ac:spMkLst>
            <pc:docMk/>
            <pc:sldMk cId="1522618608" sldId="141168836"/>
            <ac:spMk id="5" creationId="{9A36123A-D18D-417B-B1F0-9BCFD96B2007}"/>
          </ac:spMkLst>
        </pc:spChg>
        <pc:spChg chg="mod">
          <ac:chgData name="Wiebe, Wladislav (Nokia - DE/Ulm)" userId="4f5ce772-690d-4856-923d-c29734bad352" providerId="ADAL" clId="{FE99CBA5-98A5-49F9-B104-1F092AC2E731}" dt="2022-04-26T15:47:44.352" v="15462" actId="20577"/>
          <ac:spMkLst>
            <pc:docMk/>
            <pc:sldMk cId="1522618608" sldId="141168836"/>
            <ac:spMk id="8" creationId="{12622ECB-0CF9-4D4C-B8A1-10E8FD8FA478}"/>
          </ac:spMkLst>
        </pc:spChg>
        <pc:spChg chg="add del">
          <ac:chgData name="Wiebe, Wladislav (Nokia - DE/Ulm)" userId="4f5ce772-690d-4856-923d-c29734bad352" providerId="ADAL" clId="{FE99CBA5-98A5-49F9-B104-1F092AC2E731}" dt="2022-04-26T11:38:24.926" v="12743"/>
          <ac:spMkLst>
            <pc:docMk/>
            <pc:sldMk cId="1522618608" sldId="141168836"/>
            <ac:spMk id="9" creationId="{4F114B05-BCF8-4299-9EE0-75206133C642}"/>
          </ac:spMkLst>
        </pc:spChg>
        <pc:picChg chg="add del mod">
          <ac:chgData name="Wiebe, Wladislav (Nokia - DE/Ulm)" userId="4f5ce772-690d-4856-923d-c29734bad352" providerId="ADAL" clId="{FE99CBA5-98A5-49F9-B104-1F092AC2E731}" dt="2022-04-26T11:35:07.424" v="12691" actId="478"/>
          <ac:picMkLst>
            <pc:docMk/>
            <pc:sldMk cId="1522618608" sldId="141168836"/>
            <ac:picMk id="7" creationId="{680B7262-EB77-478B-A155-BC62E7ADDD6B}"/>
          </ac:picMkLst>
        </pc:picChg>
        <pc:inkChg chg="add del">
          <ac:chgData name="Wiebe, Wladislav (Nokia - DE/Ulm)" userId="4f5ce772-690d-4856-923d-c29734bad352" providerId="ADAL" clId="{FE99CBA5-98A5-49F9-B104-1F092AC2E731}" dt="2022-04-26T13:39:45.107" v="13977" actId="9405"/>
          <ac:inkMkLst>
            <pc:docMk/>
            <pc:sldMk cId="1522618608" sldId="141168836"/>
            <ac:inkMk id="10" creationId="{47CC2AB1-8021-4637-A736-3ED98E8CE31E}"/>
          </ac:inkMkLst>
        </pc:inkChg>
      </pc:sldChg>
      <pc:sldChg chg="addSp delSp modSp add mod">
        <pc:chgData name="Wiebe, Wladislav (Nokia - DE/Ulm)" userId="4f5ce772-690d-4856-923d-c29734bad352" providerId="ADAL" clId="{FE99CBA5-98A5-49F9-B104-1F092AC2E731}" dt="2022-04-26T15:59:44.029" v="15516" actId="20577"/>
        <pc:sldMkLst>
          <pc:docMk/>
          <pc:sldMk cId="3355507764" sldId="141168837"/>
        </pc:sldMkLst>
        <pc:spChg chg="del">
          <ac:chgData name="Wiebe, Wladislav (Nokia - DE/Ulm)" userId="4f5ce772-690d-4856-923d-c29734bad352" providerId="ADAL" clId="{FE99CBA5-98A5-49F9-B104-1F092AC2E731}" dt="2022-04-26T14:47:54.130" v="14834" actId="478"/>
          <ac:spMkLst>
            <pc:docMk/>
            <pc:sldMk cId="3355507764" sldId="141168837"/>
            <ac:spMk id="2" creationId="{B1DFAA85-59E1-409F-B82F-409CB062A065}"/>
          </ac:spMkLst>
        </pc:spChg>
        <pc:spChg chg="mod">
          <ac:chgData name="Wiebe, Wladislav (Nokia - DE/Ulm)" userId="4f5ce772-690d-4856-923d-c29734bad352" providerId="ADAL" clId="{FE99CBA5-98A5-49F9-B104-1F092AC2E731}" dt="2022-04-26T14:48:08.303" v="14838" actId="1076"/>
          <ac:spMkLst>
            <pc:docMk/>
            <pc:sldMk cId="3355507764" sldId="141168837"/>
            <ac:spMk id="3" creationId="{8717BCBC-662C-47F1-A53A-80578018A635}"/>
          </ac:spMkLst>
        </pc:spChg>
        <pc:spChg chg="add del mod">
          <ac:chgData name="Wiebe, Wladislav (Nokia - DE/Ulm)" userId="4f5ce772-690d-4856-923d-c29734bad352" providerId="ADAL" clId="{FE99CBA5-98A5-49F9-B104-1F092AC2E731}" dt="2022-04-26T14:47:57.405" v="14835" actId="478"/>
          <ac:spMkLst>
            <pc:docMk/>
            <pc:sldMk cId="3355507764" sldId="141168837"/>
            <ac:spMk id="7" creationId="{D9F65DA0-724D-478E-9F31-9B04C04F0E59}"/>
          </ac:spMkLst>
        </pc:spChg>
        <pc:spChg chg="mod">
          <ac:chgData name="Wiebe, Wladislav (Nokia - DE/Ulm)" userId="4f5ce772-690d-4856-923d-c29734bad352" providerId="ADAL" clId="{FE99CBA5-98A5-49F9-B104-1F092AC2E731}" dt="2022-04-26T15:59:44.029" v="15516" actId="20577"/>
          <ac:spMkLst>
            <pc:docMk/>
            <pc:sldMk cId="3355507764" sldId="141168837"/>
            <ac:spMk id="8" creationId="{12622ECB-0CF9-4D4C-B8A1-10E8FD8FA478}"/>
          </ac:spMkLst>
        </pc:spChg>
      </pc:sldChg>
      <pc:sldChg chg="delSp modSp add mod">
        <pc:chgData name="Wiebe, Wladislav (Nokia - DE/Ulm)" userId="4f5ce772-690d-4856-923d-c29734bad352" providerId="ADAL" clId="{FE99CBA5-98A5-49F9-B104-1F092AC2E731}" dt="2022-04-26T15:59:56.636" v="15517" actId="1076"/>
        <pc:sldMkLst>
          <pc:docMk/>
          <pc:sldMk cId="183167197" sldId="141168838"/>
        </pc:sldMkLst>
        <pc:spChg chg="mod">
          <ac:chgData name="Wiebe, Wladislav (Nokia - DE/Ulm)" userId="4f5ce772-690d-4856-923d-c29734bad352" providerId="ADAL" clId="{FE99CBA5-98A5-49F9-B104-1F092AC2E731}" dt="2022-04-26T15:59:56.636" v="15517" actId="1076"/>
          <ac:spMkLst>
            <pc:docMk/>
            <pc:sldMk cId="183167197" sldId="141168838"/>
            <ac:spMk id="3" creationId="{8717BCBC-662C-47F1-A53A-80578018A635}"/>
          </ac:spMkLst>
        </pc:spChg>
        <pc:spChg chg="del mod">
          <ac:chgData name="Wiebe, Wladislav (Nokia - DE/Ulm)" userId="4f5ce772-690d-4856-923d-c29734bad352" providerId="ADAL" clId="{FE99CBA5-98A5-49F9-B104-1F092AC2E731}" dt="2022-04-26T15:03:45.014" v="14976" actId="478"/>
          <ac:spMkLst>
            <pc:docMk/>
            <pc:sldMk cId="183167197" sldId="141168838"/>
            <ac:spMk id="5" creationId="{9A36123A-D18D-417B-B1F0-9BCFD96B2007}"/>
          </ac:spMkLst>
        </pc:spChg>
        <pc:spChg chg="del">
          <ac:chgData name="Wiebe, Wladislav (Nokia - DE/Ulm)" userId="4f5ce772-690d-4856-923d-c29734bad352" providerId="ADAL" clId="{FE99CBA5-98A5-49F9-B104-1F092AC2E731}" dt="2022-04-26T15:03:09.138" v="14966" actId="478"/>
          <ac:spMkLst>
            <pc:docMk/>
            <pc:sldMk cId="183167197" sldId="141168838"/>
            <ac:spMk id="8" creationId="{12622ECB-0CF9-4D4C-B8A1-10E8FD8FA478}"/>
          </ac:spMkLst>
        </pc:spChg>
      </pc:sldChg>
    </pc:docChg>
  </pc:docChgLst>
  <pc:docChgLst>
    <pc:chgData name="Wiebe, Wladislav (Nokia - DE/Ulm)" userId="S::wladislav.wiebe@nokia.com::4f5ce772-690d-4856-923d-c29734bad352" providerId="AD" clId="Web-{ADBF7F88-529B-31ED-D680-1AE93A2AA94B}"/>
    <pc:docChg chg="addSld modSld sldOrd">
      <pc:chgData name="Wiebe, Wladislav (Nokia - DE/Ulm)" userId="S::wladislav.wiebe@nokia.com::4f5ce772-690d-4856-923d-c29734bad352" providerId="AD" clId="Web-{ADBF7F88-529B-31ED-D680-1AE93A2AA94B}" dt="2022-04-28T08:21:43.475" v="66" actId="1076"/>
      <pc:docMkLst>
        <pc:docMk/>
      </pc:docMkLst>
      <pc:sldChg chg="addSp delSp modSp">
        <pc:chgData name="Wiebe, Wladislav (Nokia - DE/Ulm)" userId="S::wladislav.wiebe@nokia.com::4f5ce772-690d-4856-923d-c29734bad352" providerId="AD" clId="Web-{ADBF7F88-529B-31ED-D680-1AE93A2AA94B}" dt="2022-04-28T08:17:43.734" v="1"/>
        <pc:sldMkLst>
          <pc:docMk/>
          <pc:sldMk cId="313823123" sldId="141168812"/>
        </pc:sldMkLst>
        <pc:picChg chg="add del mod">
          <ac:chgData name="Wiebe, Wladislav (Nokia - DE/Ulm)" userId="S::wladislav.wiebe@nokia.com::4f5ce772-690d-4856-923d-c29734bad352" providerId="AD" clId="Web-{ADBF7F88-529B-31ED-D680-1AE93A2AA94B}" dt="2022-04-28T08:17:43.734" v="1"/>
          <ac:picMkLst>
            <pc:docMk/>
            <pc:sldMk cId="313823123" sldId="141168812"/>
            <ac:picMk id="18" creationId="{7C67C9E4-CF1F-C444-EA1A-2FB188BD2C87}"/>
          </ac:picMkLst>
        </pc:picChg>
      </pc:sldChg>
      <pc:sldChg chg="addSp delSp modSp add replId">
        <pc:chgData name="Wiebe, Wladislav (Nokia - DE/Ulm)" userId="S::wladislav.wiebe@nokia.com::4f5ce772-690d-4856-923d-c29734bad352" providerId="AD" clId="Web-{ADBF7F88-529B-31ED-D680-1AE93A2AA94B}" dt="2022-04-28T08:19:05.783" v="26" actId="20577"/>
        <pc:sldMkLst>
          <pc:docMk/>
          <pc:sldMk cId="1284832949" sldId="141168839"/>
        </pc:sldMkLst>
        <pc:spChg chg="del">
          <ac:chgData name="Wiebe, Wladislav (Nokia - DE/Ulm)" userId="S::wladislav.wiebe@nokia.com::4f5ce772-690d-4856-923d-c29734bad352" providerId="AD" clId="Web-{ADBF7F88-529B-31ED-D680-1AE93A2AA94B}" dt="2022-04-28T08:18:25.392" v="5"/>
          <ac:spMkLst>
            <pc:docMk/>
            <pc:sldMk cId="1284832949" sldId="141168839"/>
            <ac:spMk id="2" creationId="{0E9986E2-6CC0-42C9-B851-60C57735743B}"/>
          </ac:spMkLst>
        </pc:spChg>
        <pc:spChg chg="mod">
          <ac:chgData name="Wiebe, Wladislav (Nokia - DE/Ulm)" userId="S::wladislav.wiebe@nokia.com::4f5ce772-690d-4856-923d-c29734bad352" providerId="AD" clId="Web-{ADBF7F88-529B-31ED-D680-1AE93A2AA94B}" dt="2022-04-28T08:19:05.783" v="26" actId="20577"/>
          <ac:spMkLst>
            <pc:docMk/>
            <pc:sldMk cId="1284832949" sldId="141168839"/>
            <ac:spMk id="3" creationId="{9E502909-0A88-4098-97E9-3C4DFDEBA5F5}"/>
          </ac:spMkLst>
        </pc:spChg>
        <pc:spChg chg="del">
          <ac:chgData name="Wiebe, Wladislav (Nokia - DE/Ulm)" userId="S::wladislav.wiebe@nokia.com::4f5ce772-690d-4856-923d-c29734bad352" providerId="AD" clId="Web-{ADBF7F88-529B-31ED-D680-1AE93A2AA94B}" dt="2022-04-28T08:18:17.313" v="3"/>
          <ac:spMkLst>
            <pc:docMk/>
            <pc:sldMk cId="1284832949" sldId="141168839"/>
            <ac:spMk id="4" creationId="{30540571-A48D-4D72-8BB3-2E6EEC0FA4C3}"/>
          </ac:spMkLst>
        </pc:spChg>
        <pc:spChg chg="add del mod">
          <ac:chgData name="Wiebe, Wladislav (Nokia - DE/Ulm)" userId="S::wladislav.wiebe@nokia.com::4f5ce772-690d-4856-923d-c29734bad352" providerId="AD" clId="Web-{ADBF7F88-529B-31ED-D680-1AE93A2AA94B}" dt="2022-04-28T08:18:21.313" v="4"/>
          <ac:spMkLst>
            <pc:docMk/>
            <pc:sldMk cId="1284832949" sldId="141168839"/>
            <ac:spMk id="7" creationId="{CAD4AF6C-850C-82AF-04EA-F8EE2AD394E7}"/>
          </ac:spMkLst>
        </pc:spChg>
        <pc:spChg chg="add del mod">
          <ac:chgData name="Wiebe, Wladislav (Nokia - DE/Ulm)" userId="S::wladislav.wiebe@nokia.com::4f5ce772-690d-4856-923d-c29734bad352" providerId="AD" clId="Web-{ADBF7F88-529B-31ED-D680-1AE93A2AA94B}" dt="2022-04-28T08:18:29.001" v="6"/>
          <ac:spMkLst>
            <pc:docMk/>
            <pc:sldMk cId="1284832949" sldId="141168839"/>
            <ac:spMk id="9" creationId="{F1CB443C-7D23-A7D3-FCE0-13618920AF27}"/>
          </ac:spMkLst>
        </pc:spChg>
      </pc:sldChg>
      <pc:sldChg chg="modSp add ord replId">
        <pc:chgData name="Wiebe, Wladislav (Nokia - DE/Ulm)" userId="S::wladislav.wiebe@nokia.com::4f5ce772-690d-4856-923d-c29734bad352" providerId="AD" clId="Web-{ADBF7F88-529B-31ED-D680-1AE93A2AA94B}" dt="2022-04-28T08:19:49.019" v="30" actId="1076"/>
        <pc:sldMkLst>
          <pc:docMk/>
          <pc:sldMk cId="3407124871" sldId="141168840"/>
        </pc:sldMkLst>
        <pc:spChg chg="mod">
          <ac:chgData name="Wiebe, Wladislav (Nokia - DE/Ulm)" userId="S::wladislav.wiebe@nokia.com::4f5ce772-690d-4856-923d-c29734bad352" providerId="AD" clId="Web-{ADBF7F88-529B-31ED-D680-1AE93A2AA94B}" dt="2022-04-28T08:19:49.019" v="30" actId="1076"/>
          <ac:spMkLst>
            <pc:docMk/>
            <pc:sldMk cId="3407124871" sldId="141168840"/>
            <ac:spMk id="3" creationId="{9E502909-0A88-4098-97E9-3C4DFDEBA5F5}"/>
          </ac:spMkLst>
        </pc:spChg>
      </pc:sldChg>
      <pc:sldChg chg="modSp add ord replId">
        <pc:chgData name="Wiebe, Wladislav (Nokia - DE/Ulm)" userId="S::wladislav.wiebe@nokia.com::4f5ce772-690d-4856-923d-c29734bad352" providerId="AD" clId="Web-{ADBF7F88-529B-31ED-D680-1AE93A2AA94B}" dt="2022-04-28T08:20:30.832" v="44" actId="14100"/>
        <pc:sldMkLst>
          <pc:docMk/>
          <pc:sldMk cId="356959417" sldId="141168841"/>
        </pc:sldMkLst>
        <pc:spChg chg="mod">
          <ac:chgData name="Wiebe, Wladislav (Nokia - DE/Ulm)" userId="S::wladislav.wiebe@nokia.com::4f5ce772-690d-4856-923d-c29734bad352" providerId="AD" clId="Web-{ADBF7F88-529B-31ED-D680-1AE93A2AA94B}" dt="2022-04-28T08:20:30.832" v="44" actId="14100"/>
          <ac:spMkLst>
            <pc:docMk/>
            <pc:sldMk cId="356959417" sldId="141168841"/>
            <ac:spMk id="3" creationId="{9E502909-0A88-4098-97E9-3C4DFDEBA5F5}"/>
          </ac:spMkLst>
        </pc:spChg>
      </pc:sldChg>
      <pc:sldChg chg="modSp add ord replId">
        <pc:chgData name="Wiebe, Wladislav (Nokia - DE/Ulm)" userId="S::wladislav.wiebe@nokia.com::4f5ce772-690d-4856-923d-c29734bad352" providerId="AD" clId="Web-{ADBF7F88-529B-31ED-D680-1AE93A2AA94B}" dt="2022-04-28T08:21:09.099" v="50" actId="1076"/>
        <pc:sldMkLst>
          <pc:docMk/>
          <pc:sldMk cId="485117037" sldId="141168842"/>
        </pc:sldMkLst>
        <pc:spChg chg="mod">
          <ac:chgData name="Wiebe, Wladislav (Nokia - DE/Ulm)" userId="S::wladislav.wiebe@nokia.com::4f5ce772-690d-4856-923d-c29734bad352" providerId="AD" clId="Web-{ADBF7F88-529B-31ED-D680-1AE93A2AA94B}" dt="2022-04-28T08:21:09.099" v="50" actId="1076"/>
          <ac:spMkLst>
            <pc:docMk/>
            <pc:sldMk cId="485117037" sldId="141168842"/>
            <ac:spMk id="3" creationId="{9E502909-0A88-4098-97E9-3C4DFDEBA5F5}"/>
          </ac:spMkLst>
        </pc:spChg>
      </pc:sldChg>
      <pc:sldChg chg="modSp add ord replId">
        <pc:chgData name="Wiebe, Wladislav (Nokia - DE/Ulm)" userId="S::wladislav.wiebe@nokia.com::4f5ce772-690d-4856-923d-c29734bad352" providerId="AD" clId="Web-{ADBF7F88-529B-31ED-D680-1AE93A2AA94B}" dt="2022-04-28T08:21:43.475" v="66" actId="1076"/>
        <pc:sldMkLst>
          <pc:docMk/>
          <pc:sldMk cId="3776608622" sldId="141168843"/>
        </pc:sldMkLst>
        <pc:spChg chg="mod">
          <ac:chgData name="Wiebe, Wladislav (Nokia - DE/Ulm)" userId="S::wladislav.wiebe@nokia.com::4f5ce772-690d-4856-923d-c29734bad352" providerId="AD" clId="Web-{ADBF7F88-529B-31ED-D680-1AE93A2AA94B}" dt="2022-04-28T08:21:43.475" v="66" actId="1076"/>
          <ac:spMkLst>
            <pc:docMk/>
            <pc:sldMk cId="3776608622" sldId="141168843"/>
            <ac:spMk id="3" creationId="{9E502909-0A88-4098-97E9-3C4DFDEBA5F5}"/>
          </ac:spMkLst>
        </pc:spChg>
      </pc:sldChg>
    </pc:docChg>
  </pc:docChgLst>
  <pc:docChgLst>
    <pc:chgData name="Wiebe, Wladislav (Nokia - DE/Ulm)" userId="S::wladislav.wiebe@nokia.com::4f5ce772-690d-4856-923d-c29734bad352" providerId="AD" clId="Web-{6C863139-8C17-EA03-C0CF-90B2E8F26637}"/>
    <pc:docChg chg="modSld">
      <pc:chgData name="Wiebe, Wladislav (Nokia - DE/Ulm)" userId="S::wladislav.wiebe@nokia.com::4f5ce772-690d-4856-923d-c29734bad352" providerId="AD" clId="Web-{6C863139-8C17-EA03-C0CF-90B2E8F26637}" dt="2022-04-27T11:48:42.866" v="442" actId="20577"/>
      <pc:docMkLst>
        <pc:docMk/>
      </pc:docMkLst>
      <pc:sldChg chg="modSp">
        <pc:chgData name="Wiebe, Wladislav (Nokia - DE/Ulm)" userId="S::wladislav.wiebe@nokia.com::4f5ce772-690d-4856-923d-c29734bad352" providerId="AD" clId="Web-{6C863139-8C17-EA03-C0CF-90B2E8F26637}" dt="2022-04-27T11:45:08.398" v="408" actId="14100"/>
        <pc:sldMkLst>
          <pc:docMk/>
          <pc:sldMk cId="217464393" sldId="141168815"/>
        </pc:sldMkLst>
        <pc:spChg chg="mod">
          <ac:chgData name="Wiebe, Wladislav (Nokia - DE/Ulm)" userId="S::wladislav.wiebe@nokia.com::4f5ce772-690d-4856-923d-c29734bad352" providerId="AD" clId="Web-{6C863139-8C17-EA03-C0CF-90B2E8F26637}" dt="2022-04-27T11:45:08.398" v="408" actId="14100"/>
          <ac:spMkLst>
            <pc:docMk/>
            <pc:sldMk cId="217464393" sldId="141168815"/>
            <ac:spMk id="18" creationId="{1C24963D-3769-4AFA-A0A8-86D2C17020DF}"/>
          </ac:spMkLst>
        </pc:spChg>
      </pc:sldChg>
      <pc:sldChg chg="addSp modSp modCm">
        <pc:chgData name="Wiebe, Wladislav (Nokia - DE/Ulm)" userId="S::wladislav.wiebe@nokia.com::4f5ce772-690d-4856-923d-c29734bad352" providerId="AD" clId="Web-{6C863139-8C17-EA03-C0CF-90B2E8F26637}" dt="2022-04-27T11:44:22.520" v="404"/>
        <pc:sldMkLst>
          <pc:docMk/>
          <pc:sldMk cId="3571476025" sldId="141168818"/>
        </pc:sldMkLst>
        <pc:spChg chg="add mod">
          <ac:chgData name="Wiebe, Wladislav (Nokia - DE/Ulm)" userId="S::wladislav.wiebe@nokia.com::4f5ce772-690d-4856-923d-c29734bad352" providerId="AD" clId="Web-{6C863139-8C17-EA03-C0CF-90B2E8F26637}" dt="2022-04-27T11:44:18.911" v="403" actId="20577"/>
          <ac:spMkLst>
            <pc:docMk/>
            <pc:sldMk cId="3571476025" sldId="141168818"/>
            <ac:spMk id="7" creationId="{D1297961-2138-ED23-5425-E377FC748037}"/>
          </ac:spMkLst>
        </pc:spChg>
        <pc:spChg chg="mod">
          <ac:chgData name="Wiebe, Wladislav (Nokia - DE/Ulm)" userId="S::wladislav.wiebe@nokia.com::4f5ce772-690d-4856-923d-c29734bad352" providerId="AD" clId="Web-{6C863139-8C17-EA03-C0CF-90B2E8F26637}" dt="2022-04-27T11:41:02.507" v="398" actId="14100"/>
          <ac:spMkLst>
            <pc:docMk/>
            <pc:sldMk cId="3571476025" sldId="141168818"/>
            <ac:spMk id="9" creationId="{74222F1E-B871-41EA-9888-C79BE672861F}"/>
          </ac:spMkLst>
        </pc:spChg>
        <pc:spChg chg="mod">
          <ac:chgData name="Wiebe, Wladislav (Nokia - DE/Ulm)" userId="S::wladislav.wiebe@nokia.com::4f5ce772-690d-4856-923d-c29734bad352" providerId="AD" clId="Web-{6C863139-8C17-EA03-C0CF-90B2E8F26637}" dt="2022-04-27T11:27:27.324" v="164" actId="14100"/>
          <ac:spMkLst>
            <pc:docMk/>
            <pc:sldMk cId="3571476025" sldId="141168818"/>
            <ac:spMk id="21" creationId="{079E192A-DBAD-44C5-9EBC-93D896875317}"/>
          </ac:spMkLst>
        </pc:spChg>
      </pc:sldChg>
      <pc:sldChg chg="modSp">
        <pc:chgData name="Wiebe, Wladislav (Nokia - DE/Ulm)" userId="S::wladislav.wiebe@nokia.com::4f5ce772-690d-4856-923d-c29734bad352" providerId="AD" clId="Web-{6C863139-8C17-EA03-C0CF-90B2E8F26637}" dt="2022-04-27T11:46:11.747" v="412" actId="20577"/>
        <pc:sldMkLst>
          <pc:docMk/>
          <pc:sldMk cId="1117522442" sldId="141168819"/>
        </pc:sldMkLst>
        <pc:spChg chg="mod">
          <ac:chgData name="Wiebe, Wladislav (Nokia - DE/Ulm)" userId="S::wladislav.wiebe@nokia.com::4f5ce772-690d-4856-923d-c29734bad352" providerId="AD" clId="Web-{6C863139-8C17-EA03-C0CF-90B2E8F26637}" dt="2022-04-27T11:46:11.747" v="412" actId="20577"/>
          <ac:spMkLst>
            <pc:docMk/>
            <pc:sldMk cId="1117522442" sldId="141168819"/>
            <ac:spMk id="4" creationId="{3D6B8821-D541-4C10-A707-C03B2F05CD33}"/>
          </ac:spMkLst>
        </pc:spChg>
      </pc:sldChg>
      <pc:sldChg chg="addSp delSp modSp">
        <pc:chgData name="Wiebe, Wladislav (Nokia - DE/Ulm)" userId="S::wladislav.wiebe@nokia.com::4f5ce772-690d-4856-923d-c29734bad352" providerId="AD" clId="Web-{6C863139-8C17-EA03-C0CF-90B2E8F26637}" dt="2022-04-27T11:48:42.866" v="442" actId="20577"/>
        <pc:sldMkLst>
          <pc:docMk/>
          <pc:sldMk cId="3464723747" sldId="141168822"/>
        </pc:sldMkLst>
        <pc:spChg chg="add del mod">
          <ac:chgData name="Wiebe, Wladislav (Nokia - DE/Ulm)" userId="S::wladislav.wiebe@nokia.com::4f5ce772-690d-4856-923d-c29734bad352" providerId="AD" clId="Web-{6C863139-8C17-EA03-C0CF-90B2E8F26637}" dt="2022-04-27T11:48:42.866" v="442" actId="20577"/>
          <ac:spMkLst>
            <pc:docMk/>
            <pc:sldMk cId="3464723747" sldId="141168822"/>
            <ac:spMk id="14" creationId="{96509919-549C-44D8-8692-00506B244811}"/>
          </ac:spMkLst>
        </pc:spChg>
      </pc:sldChg>
    </pc:docChg>
  </pc:docChgLst>
  <pc:docChgLst>
    <pc:chgData name="Wiebe, Wladislav (Nokia - DE/Ulm)" userId="S::wladislav.wiebe@nokia.com::4f5ce772-690d-4856-923d-c29734bad352" providerId="AD" clId="Web-{086BC446-2D81-BF62-9AE6-8F0626A67F50}"/>
    <pc:docChg chg="modSld">
      <pc:chgData name="Wiebe, Wladislav (Nokia - DE/Ulm)" userId="S::wladislav.wiebe@nokia.com::4f5ce772-690d-4856-923d-c29734bad352" providerId="AD" clId="Web-{086BC446-2D81-BF62-9AE6-8F0626A67F50}" dt="2022-04-28T06:26:50.792" v="10" actId="1076"/>
      <pc:docMkLst>
        <pc:docMk/>
      </pc:docMkLst>
      <pc:sldChg chg="modSp">
        <pc:chgData name="Wiebe, Wladislav (Nokia - DE/Ulm)" userId="S::wladislav.wiebe@nokia.com::4f5ce772-690d-4856-923d-c29734bad352" providerId="AD" clId="Web-{086BC446-2D81-BF62-9AE6-8F0626A67F50}" dt="2022-04-28T06:26:50.792" v="10" actId="1076"/>
        <pc:sldMkLst>
          <pc:docMk/>
          <pc:sldMk cId="2165169509" sldId="258"/>
        </pc:sldMkLst>
        <pc:spChg chg="mod">
          <ac:chgData name="Wiebe, Wladislav (Nokia - DE/Ulm)" userId="S::wladislav.wiebe@nokia.com::4f5ce772-690d-4856-923d-c29734bad352" providerId="AD" clId="Web-{086BC446-2D81-BF62-9AE6-8F0626A67F50}" dt="2022-04-28T06:26:50.792" v="10" actId="1076"/>
          <ac:spMkLst>
            <pc:docMk/>
            <pc:sldMk cId="2165169509" sldId="258"/>
            <ac:spMk id="3" creationId="{A4E748F3-52F3-4227-86AD-9C50826A6263}"/>
          </ac:spMkLst>
        </pc:spChg>
      </pc:sldChg>
    </pc:docChg>
  </pc:docChgLst>
  <pc:docChgLst>
    <pc:chgData name="Wiebe, Wladislav (Nokia - DE/Ulm)" userId="4f5ce772-690d-4856-923d-c29734bad352" providerId="ADAL" clId="{C5D9B34F-518F-4476-B73E-D0D927F81F09}"/>
    <pc:docChg chg="mod">
      <pc:chgData name="Wiebe, Wladislav (Nokia - DE/Ulm)" userId="4f5ce772-690d-4856-923d-c29734bad352" providerId="ADAL" clId="{C5D9B34F-518F-4476-B73E-D0D927F81F09}" dt="2022-04-29T06:39:28.485" v="0"/>
      <pc:docMkLst>
        <pc:docMk/>
      </pc:docMkLst>
    </pc:docChg>
  </pc:docChgLst>
  <pc:docChgLst>
    <pc:chgData name="Bylica, Ireneusz 1. (Nokia - PL/Wroclaw)" userId="S::ireneusz.1.bylica@nokia.com::aa23fc93-de09-4803-b3ec-c5fc4f9615e0" providerId="AD" clId="Web-{38B9B37C-617C-A264-CA85-0AF80CC99F92}"/>
    <pc:docChg chg="modSld">
      <pc:chgData name="Bylica, Ireneusz 1. (Nokia - PL/Wroclaw)" userId="S::ireneusz.1.bylica@nokia.com::aa23fc93-de09-4803-b3ec-c5fc4f9615e0" providerId="AD" clId="Web-{38B9B37C-617C-A264-CA85-0AF80CC99F92}" dt="2022-04-28T10:21:24.326" v="0" actId="14100"/>
      <pc:docMkLst>
        <pc:docMk/>
      </pc:docMkLst>
      <pc:sldChg chg="modSp">
        <pc:chgData name="Bylica, Ireneusz 1. (Nokia - PL/Wroclaw)" userId="S::ireneusz.1.bylica@nokia.com::aa23fc93-de09-4803-b3ec-c5fc4f9615e0" providerId="AD" clId="Web-{38B9B37C-617C-A264-CA85-0AF80CC99F92}" dt="2022-04-28T10:21:24.326" v="0" actId="14100"/>
        <pc:sldMkLst>
          <pc:docMk/>
          <pc:sldMk cId="3537541579" sldId="141168816"/>
        </pc:sldMkLst>
        <pc:spChg chg="mod">
          <ac:chgData name="Bylica, Ireneusz 1. (Nokia - PL/Wroclaw)" userId="S::ireneusz.1.bylica@nokia.com::aa23fc93-de09-4803-b3ec-c5fc4f9615e0" providerId="AD" clId="Web-{38B9B37C-617C-A264-CA85-0AF80CC99F92}" dt="2022-04-28T10:21:24.326" v="0" actId="14100"/>
          <ac:spMkLst>
            <pc:docMk/>
            <pc:sldMk cId="3537541579" sldId="141168816"/>
            <ac:spMk id="20" creationId="{85849997-E6CD-4CCA-B618-334700FD35C6}"/>
          </ac:spMkLst>
        </pc:spChg>
      </pc:sldChg>
    </pc:docChg>
  </pc:docChgLst>
</pc:chgInfo>
</file>

<file path=ppt/comments/modernComment_86A10B0_D2DA99CB.xml><?xml version="1.0" encoding="utf-8"?>
<p188:cmLst xmlns:a="http://schemas.openxmlformats.org/drawingml/2006/main" xmlns:r="http://schemas.openxmlformats.org/officeDocument/2006/relationships" xmlns:p188="http://schemas.microsoft.com/office/powerpoint/2018/8/main">
  <p188:cm id="{76CAE619-7A98-4631-9C02-664BC75B3603}" authorId="{645AFB22-B8BA-C241-20BE-0C1AEA7103F6}" status="resolved" created="2022-04-27T06:29:51.599" complete="100000">
    <pc:sldMkLst xmlns:pc="http://schemas.microsoft.com/office/powerpoint/2013/main/command">
      <pc:docMk/>
      <pc:sldMk cId="3537541579" sldId="141168816"/>
    </pc:sldMkLst>
    <p188:txBody>
      <a:bodyPr/>
      <a:lstStyle/>
      <a:p>
        <a:r>
          <a:rPr lang="en-US"/>
          <a:t>objdump is coming from /build/home/CI_LFS/Release/&lt;build&gt;/sdk/bld-tools/x86_64-pc-linux-gnu/bin/&lt;triplet&gt;-, i.e. either add to PATH or provide full path</a:t>
        </a:r>
      </a:p>
    </p188:txBody>
  </p188:cm>
  <p188:cm id="{9B142883-C764-47DA-B40F-4CDCD6F51587}" authorId="{645AFB22-B8BA-C241-20BE-0C1AEA7103F6}" status="resolved" created="2022-04-27T06:31:10.444" complete="100000">
    <pc:sldMkLst xmlns:pc="http://schemas.microsoft.com/office/powerpoint/2013/main/command">
      <pc:docMk/>
      <pc:sldMk cId="3537541579" sldId="141168816"/>
    </pc:sldMkLst>
    <p188:txBody>
      <a:bodyPr/>
      <a:lstStyle/>
      <a:p>
        <a:r>
          <a:rPr lang="en-US"/>
          <a:t>Also mention gdb as alternative:
aarch64-linux-gnu-gdb vmlinux.elf</a:t>
        </a:r>
      </a:p>
    </p188:txBody>
  </p188:cm>
</p188:cmLst>
</file>

<file path=ppt/comments/modernComment_86A10B2_D4E06639.xml><?xml version="1.0" encoding="utf-8"?>
<p188:cmLst xmlns:a="http://schemas.openxmlformats.org/drawingml/2006/main" xmlns:r="http://schemas.openxmlformats.org/officeDocument/2006/relationships" xmlns:p188="http://schemas.microsoft.com/office/powerpoint/2018/8/main">
  <p188:cm id="{5A62BEA8-0DB5-4076-9ED3-57B53266725C}" authorId="{645AFB22-B8BA-C241-20BE-0C1AEA7103F6}" status="resolved" created="2022-04-27T08:25:10.141" complete="100000">
    <pc:sldMkLst xmlns:pc="http://schemas.microsoft.com/office/powerpoint/2013/main/command">
      <pc:docMk/>
      <pc:sldMk cId="3571476025" sldId="141168818"/>
    </pc:sldMkLst>
    <p188:txBody>
      <a:bodyPr/>
      <a:lstStyle/>
      <a:p>
        <a:r>
          <a:rPr lang="en-US"/>
          <a:t>We should mention here what instrumentation can be used on loaded sites and what can only be used LFS-only in the lab due to performance degradation. I have started to document this here in section 1: https://confluence.ext.net.nokia.com/display/LFS/Kernel+crashes</a:t>
        </a:r>
      </a:p>
    </p188:txBody>
  </p188:cm>
</p188:cmLst>
</file>

<file path=ppt/comments/modernComment_86A10B6_CE837D23.xml><?xml version="1.0" encoding="utf-8"?>
<p188:cmLst xmlns:a="http://schemas.openxmlformats.org/drawingml/2006/main" xmlns:r="http://schemas.openxmlformats.org/officeDocument/2006/relationships" xmlns:p188="http://schemas.microsoft.com/office/powerpoint/2018/8/main">
  <p188:cm id="{F175DC31-BAC5-4BF0-A288-D0B4F5E92955}" authorId="{645AFB22-B8BA-C241-20BE-0C1AEA7103F6}" status="resolved" created="2022-04-27T07:45:33" complete="100000">
    <pc:sldMkLst xmlns:pc="http://schemas.microsoft.com/office/powerpoint/2013/main/command">
      <pc:docMk/>
      <pc:sldMk cId="3464723747" sldId="141168822"/>
    </pc:sldMkLst>
    <p188:txBody>
      <a:bodyPr/>
      <a:lstStyle/>
      <a:p>
        <a:r>
          <a:rPr lang="en-US"/>
          <a:t>It should also be mentioned that a trigger condition has to be found to dump the trace buffer. Dumping from startup on normally is not feasible due to insufficient disk space.</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6T10:22:17.61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18,'90'4,"-55"-1,62-2,42-18,-54 10,103 5,-100 3,108 7,-104-9,112 3,-80 10,-73-6,56 0,-1 3,-1-1,-31-8,93 13,157 6,218-18,-276-2,-173-7,-26 10,96-4,-147 0,29-9,-2 1,-35 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6T10:22:22.08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19,'7'0,"0"1,0 0,0 1,8 2,23 4,195-6,-118-4,-75 2,0-1,60-11,-73 8,0 2,0 1,34 3,-1 0,0-2,276-8,-214 6,-74 3,55-7,-48 2,82 5,-51 0,271-1,-341 1,0 1,20 4,-20-3,-1-1,25 1,426-3,-453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6T10:22:24.92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26,'151'-8,"-45"0,-56 5,124-2,-55 3,128 4,-203 1,70 2,-90-4,1 1,25 6,5 1,28-3,84-6,-72-1,-86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08T08:26:51.9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29,'26'-2,"1"0,44-11,-35 6,-12 5,-1 0,1 1,27 3,4 0,60 6,-16-1,-34-4,-58-1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08T08:26:55.2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1,'30'0,"5"-1,66 9,-84-7,1 1,22-3,-27 0,1 1,-1 0,0 1,0 1,18 4,-7-1,44 6,-25-6,-5 1,-1-2,1-1,58-5,-89 1,-2-1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08T08:28:24.66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1,'89'-1,"93"2,-38 7,-16-9,155 2,-254 2,44 10,15 1,223-9,-176-7,-27 2,-103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08T08:28:28.59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19,'98'0,"111"-15,-166 12,80 3,-47 2,371 5,-336-1,192 5,-96-2,78-17,-281 7,365 0,-188 2,28-9,-191 7,1 0,19-5,-20 2,1 2,20-1,17 4,-46-1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2T13:40:56.665"/>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45,'429'0,"-307"-8,12-1,-62 2,17 5,23-3,114-5,1081 10,-1168 9,223-10,-288-7,-58 6,-9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2T13:41:08.01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99,'111'2,"132"-6,-126-3,63-7,-147 11,40 1,4 0,-8-3,203-10,-54 16,434-2,-456-7,46 0,-14 9,326-2,-385-11,28-1,-99 9,-52 1,228 3,-231 4,80 18,-59-9,-16-5,1-2,82-2,-31-6,166 4,-181 6,51 1,-90-9,-8 0,71-7,-62 5,-27 2,-16 0,-6 0,-224 9,-57-2,-250-8,-539 3,571 6,369-9,-424 15,287-10,163-5,89 0,1 0,-1-2,-18-4,19 3,1 1,-1 0,-27 0,-472 4,273-2,150 10,-53-1,75 1,10-1,39-5,-40 2,-187-5,240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2T13:41:21.790"/>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42,'122'13,"213"-2,-306-11,71 9,3-1,-5 0,378-1,124-5,-323-3,-207-3,129-23,-39 3,-13 14,-129 9,17-2,44-10,-50 7,2 1,46-1,144 7,-212-1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2T13:41:37.390"/>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9 0,'8'138,"-1"44,2-105,-7 134,-3-111,0-88,0 1,-6 21,4-21,1 0,-1 17,-5 64,9-36,-2 78,-1-120,-4 99,6 400,8-397,-8-98,1 1,1-1,7 31,-5-28,-2 0,-1 0,-2 45,-1-13,-6 47,0 2,8 685,-9-707,10 645,-1-720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04-22T13:41:50.27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67,'191'9,"-67"-1,139-8,-27-8,258 0,-369 6,41-3,186 1,-191 6,147-9,-222 4,76-6,81-4,-181 12,283-7,236 8,-551-1,33-6,-34 3,38-1,29 5,76 1,-48 13,-33-3,-75-8,-9-1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03831C-DEBA-4A3A-8C36-FD8115E217DA}" type="datetimeFigureOut">
              <a:rPr lang="en-US" smtClean="0"/>
              <a:t>4/28/2022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4EF5B-ECC8-43EE-A509-D601DDF42AD0}" type="slidenum">
              <a:rPr lang="en-US" smtClean="0"/>
              <a:t>‹#›</a:t>
            </a:fld>
            <a:endParaRPr lang="en-US"/>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_Blank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543A0E-70E6-46DB-8F7C-06A0214599E8}"/>
              </a:ext>
            </a:extLst>
          </p:cNvPr>
          <p:cNvSpPr>
            <a:spLocks noGrp="1"/>
          </p:cNvSpPr>
          <p:nvPr>
            <p:ph type="ftr" sz="quarter" idx="13"/>
          </p:nvPr>
        </p:nvSpPr>
        <p:spPr/>
        <p:txBody>
          <a:bodyPr/>
          <a:lstStyle/>
          <a:p>
            <a:r>
              <a:rPr lang="en-GB"/>
              <a:t>01-04-2022</a:t>
            </a:r>
            <a:endParaRPr lang="en-US"/>
          </a:p>
        </p:txBody>
      </p:sp>
    </p:spTree>
    <p:extLst>
      <p:ext uri="{BB962C8B-B14F-4D97-AF65-F5344CB8AC3E}">
        <p14:creationId xmlns:p14="http://schemas.microsoft.com/office/powerpoint/2010/main" val="95877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Titl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1D69DC-9F16-4CA4-A0E0-1872B8AD5DBC}"/>
              </a:ext>
            </a:extLst>
          </p:cNvPr>
          <p:cNvSpPr>
            <a:spLocks noGrp="1"/>
          </p:cNvSpPr>
          <p:nvPr>
            <p:ph type="ftr" sz="quarter" idx="10"/>
          </p:nvPr>
        </p:nvSpPr>
        <p:spPr/>
        <p:txBody>
          <a:bodyPr/>
          <a:lstStyle/>
          <a:p>
            <a:r>
              <a:rPr lang="en-GB"/>
              <a:t>01-04-2022</a:t>
            </a:r>
            <a:endParaRPr lang="en-US"/>
          </a:p>
        </p:txBody>
      </p:sp>
      <p:sp>
        <p:nvSpPr>
          <p:cNvPr id="4" name="Text Placeholder 12">
            <a:extLst>
              <a:ext uri="{FF2B5EF4-FFF2-40B4-BE49-F238E27FC236}">
                <a16:creationId xmlns:a16="http://schemas.microsoft.com/office/drawing/2014/main" id="{99A4E175-66C0-4DDD-AA07-5D4B03CEA1D0}"/>
              </a:ext>
            </a:extLst>
          </p:cNvPr>
          <p:cNvSpPr>
            <a:spLocks noGrp="1"/>
          </p:cNvSpPr>
          <p:nvPr>
            <p:ph type="body" sz="quarter" idx="11"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5" name="Text Placeholder 42">
            <a:extLst>
              <a:ext uri="{FF2B5EF4-FFF2-40B4-BE49-F238E27FC236}">
                <a16:creationId xmlns:a16="http://schemas.microsoft.com/office/drawing/2014/main" id="{F4102E0A-65A1-4E0C-ABCA-2CEBB8D5BF5D}"/>
              </a:ext>
            </a:extLst>
          </p:cNvPr>
          <p:cNvSpPr>
            <a:spLocks noGrp="1"/>
          </p:cNvSpPr>
          <p:nvPr>
            <p:ph type="body" sz="quarter" idx="12"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Tree>
    <p:extLst>
      <p:ext uri="{BB962C8B-B14F-4D97-AF65-F5344CB8AC3E}">
        <p14:creationId xmlns:p14="http://schemas.microsoft.com/office/powerpoint/2010/main" val="3652851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Single Text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5DDEE8-FF3C-4742-BB8C-B09BB2526ACE}"/>
              </a:ext>
            </a:extLst>
          </p:cNvPr>
          <p:cNvSpPr>
            <a:spLocks noGrp="1"/>
          </p:cNvSpPr>
          <p:nvPr>
            <p:ph type="ftr" sz="quarter" idx="10"/>
          </p:nvPr>
        </p:nvSpPr>
        <p:spPr/>
        <p:txBody>
          <a:bodyPr/>
          <a:lstStyle/>
          <a:p>
            <a:r>
              <a:rPr lang="en-GB"/>
              <a:t>01-04-2022</a:t>
            </a:r>
            <a:endParaRPr lang="en-US"/>
          </a:p>
        </p:txBody>
      </p:sp>
      <p:sp>
        <p:nvSpPr>
          <p:cNvPr id="4" name="Text Placeholder 12">
            <a:extLst>
              <a:ext uri="{FF2B5EF4-FFF2-40B4-BE49-F238E27FC236}">
                <a16:creationId xmlns:a16="http://schemas.microsoft.com/office/drawing/2014/main" id="{B4B383DF-E841-4958-AC70-1FE077578D06}"/>
              </a:ext>
            </a:extLst>
          </p:cNvPr>
          <p:cNvSpPr>
            <a:spLocks noGrp="1"/>
          </p:cNvSpPr>
          <p:nvPr>
            <p:ph type="body" sz="quarter" idx="11"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5" name="Text Placeholder 42">
            <a:extLst>
              <a:ext uri="{FF2B5EF4-FFF2-40B4-BE49-F238E27FC236}">
                <a16:creationId xmlns:a16="http://schemas.microsoft.com/office/drawing/2014/main" id="{6D425CB6-0BAB-4AB6-ADCE-D68F0C1DF88A}"/>
              </a:ext>
            </a:extLst>
          </p:cNvPr>
          <p:cNvSpPr>
            <a:spLocks noGrp="1"/>
          </p:cNvSpPr>
          <p:nvPr>
            <p:ph type="body" sz="quarter" idx="12"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6" name="Text Placeholder 3">
            <a:extLst>
              <a:ext uri="{FF2B5EF4-FFF2-40B4-BE49-F238E27FC236}">
                <a16:creationId xmlns:a16="http://schemas.microsoft.com/office/drawing/2014/main" id="{087D8427-6029-4956-BF93-C47F0DB87979}"/>
              </a:ext>
            </a:extLst>
          </p:cNvPr>
          <p:cNvSpPr>
            <a:spLocks noGrp="1"/>
          </p:cNvSpPr>
          <p:nvPr>
            <p:ph type="body" sz="quarter" idx="13"/>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85524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Single Table">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6" name="Table Placeholder 2">
            <a:extLst>
              <a:ext uri="{FF2B5EF4-FFF2-40B4-BE49-F238E27FC236}">
                <a16:creationId xmlns:a16="http://schemas.microsoft.com/office/drawing/2014/main" id="{1CF4B30C-BC0A-4BED-8EEF-4DDEF7B9FABC}"/>
              </a:ext>
            </a:extLst>
          </p:cNvPr>
          <p:cNvSpPr>
            <a:spLocks noGrp="1"/>
          </p:cNvSpPr>
          <p:nvPr>
            <p:ph type="tbl" sz="quarter" idx="13"/>
          </p:nvPr>
        </p:nvSpPr>
        <p:spPr>
          <a:xfrm>
            <a:off x="417600" y="1076400"/>
            <a:ext cx="8308800" cy="3564000"/>
          </a:xfrm>
          <a:prstGeom prst="rect">
            <a:avLst/>
          </a:prstGeom>
        </p:spPr>
        <p:txBody>
          <a:bodyPr/>
          <a:lstStyle>
            <a:lvl1pPr marL="0" indent="0">
              <a:buNone/>
              <a:defRPr sz="1000">
                <a:solidFill>
                  <a:schemeClr val="tx2"/>
                </a:solidFill>
                <a:latin typeface="+mn-lt"/>
              </a:defRPr>
            </a:lvl1pPr>
          </a:lstStyle>
          <a:p>
            <a:r>
              <a:rPr lang="en-US"/>
              <a:t>Click icon to add table</a:t>
            </a:r>
          </a:p>
        </p:txBody>
      </p:sp>
      <p:sp>
        <p:nvSpPr>
          <p:cNvPr id="4" name="Footer Placeholder 3">
            <a:extLst>
              <a:ext uri="{FF2B5EF4-FFF2-40B4-BE49-F238E27FC236}">
                <a16:creationId xmlns:a16="http://schemas.microsoft.com/office/drawing/2014/main" id="{D6746ED1-96F6-4AE8-9D3A-0266CB4B7380}"/>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212641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5_Single SmartAr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7" name="SmartArt Placeholder 2">
            <a:extLst>
              <a:ext uri="{FF2B5EF4-FFF2-40B4-BE49-F238E27FC236}">
                <a16:creationId xmlns:a16="http://schemas.microsoft.com/office/drawing/2014/main" id="{9E969AE7-D418-4354-A166-2D9EC9AFFBD5}"/>
              </a:ext>
            </a:extLst>
          </p:cNvPr>
          <p:cNvSpPr>
            <a:spLocks noGrp="1"/>
          </p:cNvSpPr>
          <p:nvPr>
            <p:ph type="dgm" sz="quarter" idx="14"/>
          </p:nvPr>
        </p:nvSpPr>
        <p:spPr>
          <a:xfrm>
            <a:off x="417600" y="1076400"/>
            <a:ext cx="8308800" cy="3564000"/>
          </a:xfrm>
          <a:prstGeom prst="rect">
            <a:avLst/>
          </a:prstGeom>
        </p:spPr>
        <p:txBody>
          <a:bodyPr/>
          <a:lstStyle>
            <a:lvl1pPr marL="0" indent="0">
              <a:buNone/>
              <a:defRPr sz="1000">
                <a:solidFill>
                  <a:schemeClr val="tx2"/>
                </a:solidFill>
              </a:defRPr>
            </a:lvl1pPr>
          </a:lstStyle>
          <a:p>
            <a:r>
              <a:rPr lang="en-US"/>
              <a:t>Click icon to add SmartArt graphic</a:t>
            </a:r>
          </a:p>
        </p:txBody>
      </p:sp>
      <p:sp>
        <p:nvSpPr>
          <p:cNvPr id="4" name="Footer Placeholder 3">
            <a:extLst>
              <a:ext uri="{FF2B5EF4-FFF2-40B4-BE49-F238E27FC236}">
                <a16:creationId xmlns:a16="http://schemas.microsoft.com/office/drawing/2014/main" id="{5EB72D45-B478-45D6-BC5D-D958ACDFA9E3}"/>
              </a:ext>
            </a:extLst>
          </p:cNvPr>
          <p:cNvSpPr>
            <a:spLocks noGrp="1"/>
          </p:cNvSpPr>
          <p:nvPr>
            <p:ph type="ftr" sz="quarter" idx="15"/>
          </p:nvPr>
        </p:nvSpPr>
        <p:spPr/>
        <p:txBody>
          <a:bodyPr/>
          <a:lstStyle/>
          <a:p>
            <a:r>
              <a:rPr lang="en-GB"/>
              <a:t>01-04-2022</a:t>
            </a:r>
            <a:endParaRPr lang="en-US"/>
          </a:p>
        </p:txBody>
      </p:sp>
    </p:spTree>
    <p:extLst>
      <p:ext uri="{BB962C8B-B14F-4D97-AF65-F5344CB8AC3E}">
        <p14:creationId xmlns:p14="http://schemas.microsoft.com/office/powerpoint/2010/main" val="322346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6_Two Column Text Layou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6" name="Text Placeholder 3">
            <a:extLst>
              <a:ext uri="{FF2B5EF4-FFF2-40B4-BE49-F238E27FC236}">
                <a16:creationId xmlns:a16="http://schemas.microsoft.com/office/drawing/2014/main" id="{D48EFACD-CEB2-4692-815C-86D19FBB4A40}"/>
              </a:ext>
            </a:extLst>
          </p:cNvPr>
          <p:cNvSpPr>
            <a:spLocks noGrp="1"/>
          </p:cNvSpPr>
          <p:nvPr>
            <p:ph type="body" sz="quarter" idx="12"/>
          </p:nvPr>
        </p:nvSpPr>
        <p:spPr>
          <a:xfrm>
            <a:off x="417600" y="1080000"/>
            <a:ext cx="40104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3">
            <a:extLst>
              <a:ext uri="{FF2B5EF4-FFF2-40B4-BE49-F238E27FC236}">
                <a16:creationId xmlns:a16="http://schemas.microsoft.com/office/drawing/2014/main" id="{3CBCB907-9E7B-4CB2-B9DE-4FC3076D2A87}"/>
              </a:ext>
            </a:extLst>
          </p:cNvPr>
          <p:cNvSpPr>
            <a:spLocks noGrp="1"/>
          </p:cNvSpPr>
          <p:nvPr>
            <p:ph type="body" sz="quarter" idx="13"/>
          </p:nvPr>
        </p:nvSpPr>
        <p:spPr>
          <a:xfrm>
            <a:off x="4716000" y="1080000"/>
            <a:ext cx="40104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1E14DFDF-6038-42CF-9F88-F60BDA6A7F2B}"/>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522147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7_Two Column Mixed">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7" name="Text Placeholder 3">
            <a:extLst>
              <a:ext uri="{FF2B5EF4-FFF2-40B4-BE49-F238E27FC236}">
                <a16:creationId xmlns:a16="http://schemas.microsoft.com/office/drawing/2014/main" id="{8C469832-DACB-40B0-988E-5D708FA93741}"/>
              </a:ext>
            </a:extLst>
          </p:cNvPr>
          <p:cNvSpPr>
            <a:spLocks noGrp="1"/>
          </p:cNvSpPr>
          <p:nvPr>
            <p:ph type="body" sz="quarter" idx="13"/>
          </p:nvPr>
        </p:nvSpPr>
        <p:spPr>
          <a:xfrm>
            <a:off x="4716000" y="1080000"/>
            <a:ext cx="40104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able Placeholder 4">
            <a:extLst>
              <a:ext uri="{FF2B5EF4-FFF2-40B4-BE49-F238E27FC236}">
                <a16:creationId xmlns:a16="http://schemas.microsoft.com/office/drawing/2014/main" id="{B3F0CABE-2F16-456A-A120-390FEDFE43A9}"/>
              </a:ext>
            </a:extLst>
          </p:cNvPr>
          <p:cNvSpPr>
            <a:spLocks noGrp="1"/>
          </p:cNvSpPr>
          <p:nvPr>
            <p:ph type="tbl" sz="quarter" idx="14"/>
          </p:nvPr>
        </p:nvSpPr>
        <p:spPr>
          <a:xfrm>
            <a:off x="417600" y="1080000"/>
            <a:ext cx="4010400" cy="3560400"/>
          </a:xfrm>
          <a:prstGeom prst="rect">
            <a:avLst/>
          </a:prstGeom>
        </p:spPr>
        <p:txBody>
          <a:bodyPr>
            <a:normAutofit/>
          </a:bodyPr>
          <a:lstStyle>
            <a:lvl1pPr marL="0" indent="0">
              <a:buNone/>
              <a:defRPr sz="1600">
                <a:solidFill>
                  <a:schemeClr val="tx2"/>
                </a:solidFill>
                <a:latin typeface="+mn-lt"/>
              </a:defRPr>
            </a:lvl1pPr>
          </a:lstStyle>
          <a:p>
            <a:r>
              <a:rPr lang="en-US" noProof="0"/>
              <a:t>Click icon to add table</a:t>
            </a:r>
          </a:p>
        </p:txBody>
      </p:sp>
      <p:sp>
        <p:nvSpPr>
          <p:cNvPr id="4" name="Footer Placeholder 3">
            <a:extLst>
              <a:ext uri="{FF2B5EF4-FFF2-40B4-BE49-F238E27FC236}">
                <a16:creationId xmlns:a16="http://schemas.microsoft.com/office/drawing/2014/main" id="{5828BA92-8F61-4F9A-B36F-9769D72C71AE}"/>
              </a:ext>
            </a:extLst>
          </p:cNvPr>
          <p:cNvSpPr>
            <a:spLocks noGrp="1"/>
          </p:cNvSpPr>
          <p:nvPr>
            <p:ph type="ftr" sz="quarter" idx="15"/>
          </p:nvPr>
        </p:nvSpPr>
        <p:spPr/>
        <p:txBody>
          <a:bodyPr/>
          <a:lstStyle>
            <a:lvl1pPr>
              <a:defRPr/>
            </a:lvl1pPr>
          </a:lstStyle>
          <a:p>
            <a:r>
              <a:rPr lang="en-GB"/>
              <a:t>01-04-2022</a:t>
            </a:r>
            <a:endParaRPr lang="en-US"/>
          </a:p>
        </p:txBody>
      </p:sp>
    </p:spTree>
    <p:extLst>
      <p:ext uri="{BB962C8B-B14F-4D97-AF65-F5344CB8AC3E}">
        <p14:creationId xmlns:p14="http://schemas.microsoft.com/office/powerpoint/2010/main" val="2321535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8_Three Column Text Layou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8" name="Text Placeholder 3">
            <a:extLst>
              <a:ext uri="{FF2B5EF4-FFF2-40B4-BE49-F238E27FC236}">
                <a16:creationId xmlns:a16="http://schemas.microsoft.com/office/drawing/2014/main" id="{2B478DF6-0668-488C-9E0C-4567E0DE8FCC}"/>
              </a:ext>
            </a:extLst>
          </p:cNvPr>
          <p:cNvSpPr>
            <a:spLocks noGrp="1"/>
          </p:cNvSpPr>
          <p:nvPr>
            <p:ph type="body" sz="quarter" idx="12"/>
          </p:nvPr>
        </p:nvSpPr>
        <p:spPr>
          <a:xfrm>
            <a:off x="417600" y="1080000"/>
            <a:ext cx="25920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3">
            <a:extLst>
              <a:ext uri="{FF2B5EF4-FFF2-40B4-BE49-F238E27FC236}">
                <a16:creationId xmlns:a16="http://schemas.microsoft.com/office/drawing/2014/main" id="{2EC091DE-89A6-4271-8BB9-BAB40C67B3E9}"/>
              </a:ext>
            </a:extLst>
          </p:cNvPr>
          <p:cNvSpPr>
            <a:spLocks noGrp="1"/>
          </p:cNvSpPr>
          <p:nvPr>
            <p:ph type="body" sz="quarter" idx="13"/>
          </p:nvPr>
        </p:nvSpPr>
        <p:spPr>
          <a:xfrm>
            <a:off x="3275856" y="1080000"/>
            <a:ext cx="25920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3">
            <a:extLst>
              <a:ext uri="{FF2B5EF4-FFF2-40B4-BE49-F238E27FC236}">
                <a16:creationId xmlns:a16="http://schemas.microsoft.com/office/drawing/2014/main" id="{4D1772D9-E08D-420E-AB34-CCAC26D77FE0}"/>
              </a:ext>
            </a:extLst>
          </p:cNvPr>
          <p:cNvSpPr>
            <a:spLocks noGrp="1"/>
          </p:cNvSpPr>
          <p:nvPr>
            <p:ph type="body" sz="quarter" idx="14"/>
          </p:nvPr>
        </p:nvSpPr>
        <p:spPr>
          <a:xfrm>
            <a:off x="6134400" y="1080000"/>
            <a:ext cx="25920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1ED23F99-89E3-4290-B5FE-D72F99F36EA5}"/>
              </a:ext>
            </a:extLst>
          </p:cNvPr>
          <p:cNvSpPr>
            <a:spLocks noGrp="1"/>
          </p:cNvSpPr>
          <p:nvPr>
            <p:ph type="ftr" sz="quarter" idx="15"/>
          </p:nvPr>
        </p:nvSpPr>
        <p:spPr/>
        <p:txBody>
          <a:bodyPr/>
          <a:lstStyle/>
          <a:p>
            <a:r>
              <a:rPr lang="en-GB"/>
              <a:t>01-04-2022</a:t>
            </a:r>
            <a:endParaRPr lang="en-US"/>
          </a:p>
        </p:txBody>
      </p:sp>
    </p:spTree>
    <p:extLst>
      <p:ext uri="{BB962C8B-B14F-4D97-AF65-F5344CB8AC3E}">
        <p14:creationId xmlns:p14="http://schemas.microsoft.com/office/powerpoint/2010/main" val="157249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9_Three Column Table">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9" name="Table Placeholder 2">
            <a:extLst>
              <a:ext uri="{FF2B5EF4-FFF2-40B4-BE49-F238E27FC236}">
                <a16:creationId xmlns:a16="http://schemas.microsoft.com/office/drawing/2014/main" id="{D0874136-2C1C-4222-98DA-D238FBD9743F}"/>
              </a:ext>
            </a:extLst>
          </p:cNvPr>
          <p:cNvSpPr>
            <a:spLocks noGrp="1"/>
          </p:cNvSpPr>
          <p:nvPr>
            <p:ph type="tbl" sz="quarter" idx="15"/>
          </p:nvPr>
        </p:nvSpPr>
        <p:spPr>
          <a:xfrm>
            <a:off x="417312" y="1080000"/>
            <a:ext cx="2592000" cy="3560400"/>
          </a:xfrm>
          <a:prstGeom prst="rect">
            <a:avLst/>
          </a:prstGeom>
        </p:spPr>
        <p:txBody>
          <a:bodyPr>
            <a:normAutofit/>
          </a:bodyPr>
          <a:lstStyle>
            <a:lvl1pPr marL="0" indent="0">
              <a:buNone/>
              <a:defRPr sz="1600">
                <a:solidFill>
                  <a:schemeClr val="tx2"/>
                </a:solidFill>
              </a:defRPr>
            </a:lvl1pPr>
          </a:lstStyle>
          <a:p>
            <a:r>
              <a:rPr lang="en-US"/>
              <a:t>Click icon to add table</a:t>
            </a:r>
          </a:p>
        </p:txBody>
      </p:sp>
      <p:sp>
        <p:nvSpPr>
          <p:cNvPr id="12" name="Table Placeholder 2">
            <a:extLst>
              <a:ext uri="{FF2B5EF4-FFF2-40B4-BE49-F238E27FC236}">
                <a16:creationId xmlns:a16="http://schemas.microsoft.com/office/drawing/2014/main" id="{B9EA6A3E-9087-42C1-89A6-8204E100E361}"/>
              </a:ext>
            </a:extLst>
          </p:cNvPr>
          <p:cNvSpPr>
            <a:spLocks noGrp="1"/>
          </p:cNvSpPr>
          <p:nvPr>
            <p:ph type="tbl" sz="quarter" idx="16"/>
          </p:nvPr>
        </p:nvSpPr>
        <p:spPr>
          <a:xfrm>
            <a:off x="6132423" y="1080000"/>
            <a:ext cx="2592000" cy="3560400"/>
          </a:xfrm>
          <a:prstGeom prst="rect">
            <a:avLst/>
          </a:prstGeom>
        </p:spPr>
        <p:txBody>
          <a:bodyPr>
            <a:normAutofit/>
          </a:bodyPr>
          <a:lstStyle>
            <a:lvl1pPr marL="0" indent="0">
              <a:buNone/>
              <a:defRPr sz="1600">
                <a:solidFill>
                  <a:schemeClr val="tx2"/>
                </a:solidFill>
              </a:defRPr>
            </a:lvl1pPr>
          </a:lstStyle>
          <a:p>
            <a:r>
              <a:rPr lang="en-US"/>
              <a:t>Click icon to add table</a:t>
            </a:r>
          </a:p>
        </p:txBody>
      </p:sp>
      <p:sp>
        <p:nvSpPr>
          <p:cNvPr id="13" name="Table Placeholder 2">
            <a:extLst>
              <a:ext uri="{FF2B5EF4-FFF2-40B4-BE49-F238E27FC236}">
                <a16:creationId xmlns:a16="http://schemas.microsoft.com/office/drawing/2014/main" id="{98BD97D8-C9D8-4E9B-90F2-C010D6EE811E}"/>
              </a:ext>
            </a:extLst>
          </p:cNvPr>
          <p:cNvSpPr>
            <a:spLocks noGrp="1"/>
          </p:cNvSpPr>
          <p:nvPr>
            <p:ph type="tbl" sz="quarter" idx="17"/>
          </p:nvPr>
        </p:nvSpPr>
        <p:spPr>
          <a:xfrm>
            <a:off x="3273879" y="1080000"/>
            <a:ext cx="2592000" cy="3560400"/>
          </a:xfrm>
          <a:prstGeom prst="rect">
            <a:avLst/>
          </a:prstGeom>
        </p:spPr>
        <p:txBody>
          <a:bodyPr>
            <a:normAutofit/>
          </a:bodyPr>
          <a:lstStyle>
            <a:lvl1pPr marL="0" indent="0">
              <a:buNone/>
              <a:defRPr sz="1600">
                <a:solidFill>
                  <a:schemeClr val="tx2"/>
                </a:solidFill>
              </a:defRPr>
            </a:lvl1pPr>
          </a:lstStyle>
          <a:p>
            <a:r>
              <a:rPr lang="en-US"/>
              <a:t>Click icon to add table</a:t>
            </a:r>
          </a:p>
        </p:txBody>
      </p:sp>
      <p:sp>
        <p:nvSpPr>
          <p:cNvPr id="4" name="Footer Placeholder 3">
            <a:extLst>
              <a:ext uri="{FF2B5EF4-FFF2-40B4-BE49-F238E27FC236}">
                <a16:creationId xmlns:a16="http://schemas.microsoft.com/office/drawing/2014/main" id="{7BC81E09-B357-4439-BD31-02945978E3D5}"/>
              </a:ext>
            </a:extLst>
          </p:cNvPr>
          <p:cNvSpPr>
            <a:spLocks noGrp="1"/>
          </p:cNvSpPr>
          <p:nvPr>
            <p:ph type="ftr" sz="quarter" idx="18"/>
          </p:nvPr>
        </p:nvSpPr>
        <p:spPr/>
        <p:txBody>
          <a:bodyPr/>
          <a:lstStyle/>
          <a:p>
            <a:r>
              <a:rPr lang="en-GB"/>
              <a:t>01-04-2022</a:t>
            </a:r>
            <a:endParaRPr lang="en-US"/>
          </a:p>
        </p:txBody>
      </p:sp>
    </p:spTree>
    <p:extLst>
      <p:ext uri="{BB962C8B-B14F-4D97-AF65-F5344CB8AC3E}">
        <p14:creationId xmlns:p14="http://schemas.microsoft.com/office/powerpoint/2010/main" val="446790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0_Four Column Text Layout">
    <p:spTree>
      <p:nvGrpSpPr>
        <p:cNvPr id="1" name=""/>
        <p:cNvGrpSpPr/>
        <p:nvPr/>
      </p:nvGrpSpPr>
      <p:grpSpPr>
        <a:xfrm>
          <a:off x="0" y="0"/>
          <a:ext cx="0" cy="0"/>
          <a:chOff x="0" y="0"/>
          <a:chExt cx="0" cy="0"/>
        </a:xfrm>
      </p:grpSpPr>
      <p:sp>
        <p:nvSpPr>
          <p:cNvPr id="2" name="Text Placeholder 12">
            <a:extLst>
              <a:ext uri="{FF2B5EF4-FFF2-40B4-BE49-F238E27FC236}">
                <a16:creationId xmlns:a16="http://schemas.microsoft.com/office/drawing/2014/main" id="{4F384717-39C3-4AC7-9EA1-C3EA1A638B6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3" name="Text Placeholder 42">
            <a:extLst>
              <a:ext uri="{FF2B5EF4-FFF2-40B4-BE49-F238E27FC236}">
                <a16:creationId xmlns:a16="http://schemas.microsoft.com/office/drawing/2014/main" id="{6D6C4B20-F952-4A3C-AB73-2A06B8C3F696}"/>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8" name="Text Placeholder 3">
            <a:extLst>
              <a:ext uri="{FF2B5EF4-FFF2-40B4-BE49-F238E27FC236}">
                <a16:creationId xmlns:a16="http://schemas.microsoft.com/office/drawing/2014/main" id="{09C1B709-09CD-404B-B852-419096D0681C}"/>
              </a:ext>
            </a:extLst>
          </p:cNvPr>
          <p:cNvSpPr>
            <a:spLocks noGrp="1"/>
          </p:cNvSpPr>
          <p:nvPr>
            <p:ph type="body" sz="quarter" idx="12"/>
          </p:nvPr>
        </p:nvSpPr>
        <p:spPr>
          <a:xfrm>
            <a:off x="4176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3">
            <a:extLst>
              <a:ext uri="{FF2B5EF4-FFF2-40B4-BE49-F238E27FC236}">
                <a16:creationId xmlns:a16="http://schemas.microsoft.com/office/drawing/2014/main" id="{2D9B7F28-94B8-42B4-A97D-4EBCB20F679F}"/>
              </a:ext>
            </a:extLst>
          </p:cNvPr>
          <p:cNvSpPr>
            <a:spLocks noGrp="1"/>
          </p:cNvSpPr>
          <p:nvPr>
            <p:ph type="body" sz="quarter" idx="13"/>
          </p:nvPr>
        </p:nvSpPr>
        <p:spPr>
          <a:xfrm>
            <a:off x="25560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3">
            <a:extLst>
              <a:ext uri="{FF2B5EF4-FFF2-40B4-BE49-F238E27FC236}">
                <a16:creationId xmlns:a16="http://schemas.microsoft.com/office/drawing/2014/main" id="{7AB4DD6D-9400-4306-8B75-2CFF920828FC}"/>
              </a:ext>
            </a:extLst>
          </p:cNvPr>
          <p:cNvSpPr>
            <a:spLocks noGrp="1"/>
          </p:cNvSpPr>
          <p:nvPr>
            <p:ph type="body" sz="quarter" idx="14"/>
          </p:nvPr>
        </p:nvSpPr>
        <p:spPr>
          <a:xfrm>
            <a:off x="46944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3">
            <a:extLst>
              <a:ext uri="{FF2B5EF4-FFF2-40B4-BE49-F238E27FC236}">
                <a16:creationId xmlns:a16="http://schemas.microsoft.com/office/drawing/2014/main" id="{7D6FBD4C-557B-402F-9039-EF287BD8EA52}"/>
              </a:ext>
            </a:extLst>
          </p:cNvPr>
          <p:cNvSpPr>
            <a:spLocks noGrp="1"/>
          </p:cNvSpPr>
          <p:nvPr>
            <p:ph type="body" sz="quarter" idx="15"/>
          </p:nvPr>
        </p:nvSpPr>
        <p:spPr>
          <a:xfrm>
            <a:off x="6832800" y="1080000"/>
            <a:ext cx="18936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CCEF9DDB-0B87-42B5-98DF-391316BABF9E}"/>
              </a:ext>
            </a:extLst>
          </p:cNvPr>
          <p:cNvSpPr>
            <a:spLocks noGrp="1"/>
          </p:cNvSpPr>
          <p:nvPr>
            <p:ph type="ftr" sz="quarter" idx="16"/>
          </p:nvPr>
        </p:nvSpPr>
        <p:spPr/>
        <p:txBody>
          <a:bodyPr/>
          <a:lstStyle/>
          <a:p>
            <a:r>
              <a:rPr lang="en-GB"/>
              <a:t>01-04-2022</a:t>
            </a:r>
            <a:endParaRPr lang="en-US"/>
          </a:p>
        </p:txBody>
      </p:sp>
    </p:spTree>
    <p:extLst>
      <p:ext uri="{BB962C8B-B14F-4D97-AF65-F5344CB8AC3E}">
        <p14:creationId xmlns:p14="http://schemas.microsoft.com/office/powerpoint/2010/main" val="43493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_White Title Slide">
    <p:spTree>
      <p:nvGrpSpPr>
        <p:cNvPr id="1" name=""/>
        <p:cNvGrpSpPr/>
        <p:nvPr/>
      </p:nvGrpSpPr>
      <p:grpSpPr>
        <a:xfrm>
          <a:off x="0" y="0"/>
          <a:ext cx="0" cy="0"/>
          <a:chOff x="0" y="0"/>
          <a:chExt cx="0" cy="0"/>
        </a:xfrm>
      </p:grpSpPr>
      <p:sp>
        <p:nvSpPr>
          <p:cNvPr id="7" name="Text Placeholder 42">
            <a:extLst>
              <a:ext uri="{FF2B5EF4-FFF2-40B4-BE49-F238E27FC236}">
                <a16:creationId xmlns:a16="http://schemas.microsoft.com/office/drawing/2014/main" id="{A4F04206-BA94-4881-BA5F-F4855044D621}"/>
              </a:ext>
            </a:extLst>
          </p:cNvPr>
          <p:cNvSpPr>
            <a:spLocks noGrp="1"/>
          </p:cNvSpPr>
          <p:nvPr>
            <p:ph type="body" sz="quarter" idx="11" hasCustomPrompt="1"/>
          </p:nvPr>
        </p:nvSpPr>
        <p:spPr>
          <a:xfrm>
            <a:off x="367200" y="900000"/>
            <a:ext cx="8359200" cy="1980000"/>
          </a:xfrm>
          <a:prstGeom prst="rect">
            <a:avLst/>
          </a:prstGeom>
        </p:spPr>
        <p:txBody>
          <a:bodyPr lIns="0" tIns="0" rIns="0" bIns="0"/>
          <a:lstStyle>
            <a:lvl1pPr marL="0" indent="0">
              <a:spcBef>
                <a:spcPts val="0"/>
              </a:spcBef>
              <a:spcAft>
                <a:spcPts val="600"/>
              </a:spcAft>
              <a:buNone/>
              <a:defRPr sz="6600" baseline="0">
                <a:solidFill>
                  <a:schemeClr val="tx1"/>
                </a:solidFill>
                <a:latin typeface="Nokia Pure Headline Ultra Light" panose="020B0204020202020204" pitchFamily="34" charset="0"/>
              </a:defRPr>
            </a:lvl1pPr>
          </a:lstStyle>
          <a:p>
            <a:pPr lvl="0"/>
            <a:r>
              <a:rPr lang="en-US"/>
              <a:t>Main headline in sentence case here</a:t>
            </a:r>
          </a:p>
        </p:txBody>
      </p:sp>
      <p:sp>
        <p:nvSpPr>
          <p:cNvPr id="8" name="Text Placeholder 3">
            <a:extLst>
              <a:ext uri="{FF2B5EF4-FFF2-40B4-BE49-F238E27FC236}">
                <a16:creationId xmlns:a16="http://schemas.microsoft.com/office/drawing/2014/main" id="{82395FE5-ACED-4CF9-93C7-742199141AC5}"/>
              </a:ext>
            </a:extLst>
          </p:cNvPr>
          <p:cNvSpPr>
            <a:spLocks noGrp="1"/>
          </p:cNvSpPr>
          <p:nvPr>
            <p:ph type="body" sz="quarter" idx="12"/>
          </p:nvPr>
        </p:nvSpPr>
        <p:spPr>
          <a:xfrm>
            <a:off x="434502" y="3060000"/>
            <a:ext cx="8291898" cy="1576800"/>
          </a:xfrm>
          <a:prstGeom prst="rect">
            <a:avLst/>
          </a:prstGeom>
        </p:spPr>
        <p:txBody>
          <a:bodyPr lIns="0" tIns="0" rIns="0" bIns="0">
            <a:normAutofit/>
          </a:bodyPr>
          <a:lstStyle>
            <a:lvl1pPr marL="0" indent="0">
              <a:spcBef>
                <a:spcPts val="0"/>
              </a:spcBef>
              <a:spcAft>
                <a:spcPts val="600"/>
              </a:spcAft>
              <a:buFont typeface="Arial" panose="020B0604020202020204" pitchFamily="34" charset="0"/>
              <a:buNone/>
              <a:defRPr sz="1600">
                <a:solidFill>
                  <a:schemeClr val="tx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tx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tx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tx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900">
                <a:solidFill>
                  <a:schemeClr val="tx1"/>
                </a:solidFill>
                <a:latin typeface="Nokia Pure Text Light" panose="020B0403020202020204" pitchFamily="34" charset="0"/>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41332EC-6B80-4828-AE81-B63F414EEB65}"/>
              </a:ext>
            </a:extLst>
          </p:cNvPr>
          <p:cNvSpPr>
            <a:spLocks noGrp="1"/>
          </p:cNvSpPr>
          <p:nvPr>
            <p:ph type="ftr" sz="quarter" idx="13"/>
          </p:nvPr>
        </p:nvSpPr>
        <p:spPr/>
        <p:txBody>
          <a:bodyPr/>
          <a:lstStyle/>
          <a:p>
            <a:r>
              <a:rPr lang="en-GB"/>
              <a:t>01-04-2022</a:t>
            </a:r>
            <a:endParaRPr lang="en-US"/>
          </a:p>
        </p:txBody>
      </p:sp>
      <p:pic>
        <p:nvPicPr>
          <p:cNvPr id="9" name="Picture 8">
            <a:extLst>
              <a:ext uri="{FF2B5EF4-FFF2-40B4-BE49-F238E27FC236}">
                <a16:creationId xmlns:a16="http://schemas.microsoft.com/office/drawing/2014/main" id="{B2A079B4-2296-4AF6-9A4A-00A11E579D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200" y="36000"/>
            <a:ext cx="1599250" cy="673200"/>
          </a:xfrm>
          <a:prstGeom prst="rect">
            <a:avLst/>
          </a:prstGeom>
        </p:spPr>
      </p:pic>
    </p:spTree>
    <p:extLst>
      <p:ext uri="{BB962C8B-B14F-4D97-AF65-F5344CB8AC3E}">
        <p14:creationId xmlns:p14="http://schemas.microsoft.com/office/powerpoint/2010/main" val="1486873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1_Blue Title Slide">
    <p:bg>
      <p:bgPr>
        <a:solidFill>
          <a:schemeClr val="tx1"/>
        </a:solidFill>
        <a:effectLst/>
      </p:bgPr>
    </p:bg>
    <p:spTree>
      <p:nvGrpSpPr>
        <p:cNvPr id="1" name=""/>
        <p:cNvGrpSpPr/>
        <p:nvPr/>
      </p:nvGrpSpPr>
      <p:grpSpPr>
        <a:xfrm>
          <a:off x="0" y="0"/>
          <a:ext cx="0" cy="0"/>
          <a:chOff x="0" y="0"/>
          <a:chExt cx="0" cy="0"/>
        </a:xfrm>
      </p:grpSpPr>
      <p:sp>
        <p:nvSpPr>
          <p:cNvPr id="7" name="Text Placeholder 42">
            <a:extLst>
              <a:ext uri="{FF2B5EF4-FFF2-40B4-BE49-F238E27FC236}">
                <a16:creationId xmlns:a16="http://schemas.microsoft.com/office/drawing/2014/main" id="{A4F04206-BA94-4881-BA5F-F4855044D621}"/>
              </a:ext>
            </a:extLst>
          </p:cNvPr>
          <p:cNvSpPr>
            <a:spLocks noGrp="1"/>
          </p:cNvSpPr>
          <p:nvPr>
            <p:ph type="body" sz="quarter" idx="11" hasCustomPrompt="1"/>
          </p:nvPr>
        </p:nvSpPr>
        <p:spPr>
          <a:xfrm>
            <a:off x="367200" y="900000"/>
            <a:ext cx="8359200" cy="1980000"/>
          </a:xfrm>
          <a:prstGeom prst="rect">
            <a:avLst/>
          </a:prstGeom>
        </p:spPr>
        <p:txBody>
          <a:bodyPr lIns="0" tIns="0" rIns="0" bIns="0"/>
          <a:lstStyle>
            <a:lvl1pPr marL="0" indent="0">
              <a:spcBef>
                <a:spcPts val="0"/>
              </a:spcBef>
              <a:spcAft>
                <a:spcPts val="600"/>
              </a:spcAft>
              <a:buNone/>
              <a:defRPr sz="6600" baseline="0">
                <a:solidFill>
                  <a:schemeClr val="bg1"/>
                </a:solidFill>
                <a:latin typeface="Nokia Pure Headline Ultra Light" panose="020B0204020202020204" pitchFamily="34" charset="0"/>
              </a:defRPr>
            </a:lvl1pPr>
          </a:lstStyle>
          <a:p>
            <a:pPr lvl="0"/>
            <a:r>
              <a:rPr lang="en-US"/>
              <a:t>Main headline in sentence case here</a:t>
            </a:r>
          </a:p>
        </p:txBody>
      </p:sp>
      <p:sp>
        <p:nvSpPr>
          <p:cNvPr id="8" name="Text Placeholder 3">
            <a:extLst>
              <a:ext uri="{FF2B5EF4-FFF2-40B4-BE49-F238E27FC236}">
                <a16:creationId xmlns:a16="http://schemas.microsoft.com/office/drawing/2014/main" id="{82395FE5-ACED-4CF9-93C7-742199141AC5}"/>
              </a:ext>
            </a:extLst>
          </p:cNvPr>
          <p:cNvSpPr>
            <a:spLocks noGrp="1"/>
          </p:cNvSpPr>
          <p:nvPr>
            <p:ph type="body" sz="quarter" idx="12"/>
          </p:nvPr>
        </p:nvSpPr>
        <p:spPr>
          <a:xfrm>
            <a:off x="417600" y="3060000"/>
            <a:ext cx="8308800" cy="1576800"/>
          </a:xfrm>
          <a:prstGeom prst="rect">
            <a:avLst/>
          </a:prstGeom>
        </p:spPr>
        <p:txBody>
          <a:bodyPr lIns="0" tIns="0" rIns="0" bIns="0">
            <a:normAutofit/>
          </a:bodyPr>
          <a:lstStyle>
            <a:lvl1pPr marL="0" indent="0">
              <a:spcBef>
                <a:spcPts val="0"/>
              </a:spcBef>
              <a:spcAft>
                <a:spcPts val="600"/>
              </a:spcAft>
              <a:buFont typeface="Arial" panose="020B0604020202020204" pitchFamily="34" charset="0"/>
              <a:buNone/>
              <a:defRPr sz="1600">
                <a:solidFill>
                  <a:schemeClr val="bg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bg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bg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bg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900">
                <a:solidFill>
                  <a:schemeClr val="bg1"/>
                </a:solidFill>
                <a:latin typeface="Nokia Pure Text Light" panose="020B0403020202020204" pitchFamily="34" charset="0"/>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6E85245-6EF4-4401-89A5-4E7398F482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200" y="36000"/>
            <a:ext cx="1599250" cy="673200"/>
          </a:xfrm>
          <a:prstGeom prst="rect">
            <a:avLst/>
          </a:prstGeom>
        </p:spPr>
      </p:pic>
      <p:sp>
        <p:nvSpPr>
          <p:cNvPr id="2" name="Footer Placeholder 1">
            <a:extLst>
              <a:ext uri="{FF2B5EF4-FFF2-40B4-BE49-F238E27FC236}">
                <a16:creationId xmlns:a16="http://schemas.microsoft.com/office/drawing/2014/main" id="{37354AD9-06FB-4C15-A48D-5001BBC6FF5E}"/>
              </a:ext>
            </a:extLst>
          </p:cNvPr>
          <p:cNvSpPr>
            <a:spLocks noGrp="1"/>
          </p:cNvSpPr>
          <p:nvPr>
            <p:ph type="ftr" sz="quarter" idx="13"/>
          </p:nvPr>
        </p:nvSpPr>
        <p:spPr/>
        <p:txBody>
          <a:bodyPr/>
          <a:lstStyle/>
          <a:p>
            <a:r>
              <a:rPr lang="en-GB"/>
              <a:t>01-04-2022</a:t>
            </a:r>
          </a:p>
        </p:txBody>
      </p:sp>
      <p:pic>
        <p:nvPicPr>
          <p:cNvPr id="12" name="Picture 11">
            <a:extLst>
              <a:ext uri="{FF2B5EF4-FFF2-40B4-BE49-F238E27FC236}">
                <a16:creationId xmlns:a16="http://schemas.microsoft.com/office/drawing/2014/main" id="{08CB4E99-5D9B-49EB-A80D-C2366451A6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9988" y="34045"/>
            <a:ext cx="1589956" cy="669288"/>
          </a:xfrm>
          <a:prstGeom prst="rect">
            <a:avLst/>
          </a:prstGeom>
        </p:spPr>
      </p:pic>
    </p:spTree>
    <p:extLst>
      <p:ext uri="{BB962C8B-B14F-4D97-AF65-F5344CB8AC3E}">
        <p14:creationId xmlns:p14="http://schemas.microsoft.com/office/powerpoint/2010/main" val="5781867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2_Blue Text Layout">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6E85245-6EF4-4401-89A5-4E7398F482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9200" y="36000"/>
            <a:ext cx="1599250" cy="673200"/>
          </a:xfrm>
          <a:prstGeom prst="rect">
            <a:avLst/>
          </a:prstGeom>
        </p:spPr>
      </p:pic>
      <p:sp>
        <p:nvSpPr>
          <p:cNvPr id="11" name="Text Placeholder 12">
            <a:extLst>
              <a:ext uri="{FF2B5EF4-FFF2-40B4-BE49-F238E27FC236}">
                <a16:creationId xmlns:a16="http://schemas.microsoft.com/office/drawing/2014/main" id="{201F9EFC-1397-476F-AC8D-B29C394E445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1"/>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a:t>Click to edit secondary headline</a:t>
            </a:r>
          </a:p>
        </p:txBody>
      </p:sp>
      <p:sp>
        <p:nvSpPr>
          <p:cNvPr id="12" name="Text Placeholder 42">
            <a:extLst>
              <a:ext uri="{FF2B5EF4-FFF2-40B4-BE49-F238E27FC236}">
                <a16:creationId xmlns:a16="http://schemas.microsoft.com/office/drawing/2014/main" id="{B5196263-821B-4B0A-B8F0-F314EF3ADF08}"/>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bg1"/>
                </a:solidFill>
                <a:latin typeface="+mj-lt"/>
              </a:defRPr>
            </a:lvl1pPr>
          </a:lstStyle>
          <a:p>
            <a:pPr lvl="0"/>
            <a:r>
              <a:rPr lang="en-US"/>
              <a:t>Click to edit headline</a:t>
            </a:r>
          </a:p>
        </p:txBody>
      </p:sp>
      <p:sp>
        <p:nvSpPr>
          <p:cNvPr id="13" name="Text Placeholder 3">
            <a:extLst>
              <a:ext uri="{FF2B5EF4-FFF2-40B4-BE49-F238E27FC236}">
                <a16:creationId xmlns:a16="http://schemas.microsoft.com/office/drawing/2014/main" id="{1252EEB5-B067-4FF5-9D6E-45AD7724914D}"/>
              </a:ext>
            </a:extLst>
          </p:cNvPr>
          <p:cNvSpPr>
            <a:spLocks noGrp="1"/>
          </p:cNvSpPr>
          <p:nvPr>
            <p:ph type="body" sz="quarter" idx="12"/>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bg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bg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bg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bg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800">
                <a:solidFill>
                  <a:schemeClr val="bg1"/>
                </a:solidFill>
                <a:latin typeface="Nokia Pure Text Light" panose="020B0403020202020204" pitchFamily="34" charset="0"/>
                <a:ea typeface="Nokia Pure Text Light"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0A9673B1-D3FB-43B2-8D91-D053CDDCAFBD}"/>
              </a:ext>
            </a:extLst>
          </p:cNvPr>
          <p:cNvSpPr>
            <a:spLocks noGrp="1"/>
          </p:cNvSpPr>
          <p:nvPr>
            <p:ph type="ftr" sz="quarter" idx="13"/>
          </p:nvPr>
        </p:nvSpPr>
        <p:spPr/>
        <p:txBody>
          <a:bodyPr/>
          <a:lstStyle/>
          <a:p>
            <a:r>
              <a:rPr lang="en-GB"/>
              <a:t>01-04-2022</a:t>
            </a:r>
            <a:endParaRPr lang="en-US"/>
          </a:p>
        </p:txBody>
      </p:sp>
      <p:pic>
        <p:nvPicPr>
          <p:cNvPr id="10" name="Picture 9">
            <a:extLst>
              <a:ext uri="{FF2B5EF4-FFF2-40B4-BE49-F238E27FC236}">
                <a16:creationId xmlns:a16="http://schemas.microsoft.com/office/drawing/2014/main" id="{31961597-1BB1-4AC0-81C4-ECF117F5AF3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875813" y="4648933"/>
            <a:ext cx="1009152" cy="424800"/>
          </a:xfrm>
          <a:prstGeom prst="rect">
            <a:avLst/>
          </a:prstGeom>
        </p:spPr>
      </p:pic>
    </p:spTree>
    <p:extLst>
      <p:ext uri="{BB962C8B-B14F-4D97-AF65-F5344CB8AC3E}">
        <p14:creationId xmlns:p14="http://schemas.microsoft.com/office/powerpoint/2010/main" val="4177690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1_Blue End Slid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4901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1_White End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916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1_Gray Text Layout">
    <p:bg>
      <p:bgPr>
        <a:solidFill>
          <a:schemeClr val="accent1"/>
        </a:solidFill>
        <a:effectLst/>
      </p:bgPr>
    </p:bg>
    <p:spTree>
      <p:nvGrpSpPr>
        <p:cNvPr id="1" name=""/>
        <p:cNvGrpSpPr/>
        <p:nvPr/>
      </p:nvGrpSpPr>
      <p:grpSpPr>
        <a:xfrm>
          <a:off x="0" y="0"/>
          <a:ext cx="0" cy="0"/>
          <a:chOff x="0" y="0"/>
          <a:chExt cx="0" cy="0"/>
        </a:xfrm>
      </p:grpSpPr>
      <p:sp>
        <p:nvSpPr>
          <p:cNvPr id="11" name="Text Placeholder 12">
            <a:extLst>
              <a:ext uri="{FF2B5EF4-FFF2-40B4-BE49-F238E27FC236}">
                <a16:creationId xmlns:a16="http://schemas.microsoft.com/office/drawing/2014/main" id="{201F9EFC-1397-476F-AC8D-B29C394E4455}"/>
              </a:ext>
            </a:extLst>
          </p:cNvPr>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1"/>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a:t>Click to edit secondary headline</a:t>
            </a:r>
          </a:p>
        </p:txBody>
      </p:sp>
      <p:sp>
        <p:nvSpPr>
          <p:cNvPr id="12" name="Text Placeholder 42">
            <a:extLst>
              <a:ext uri="{FF2B5EF4-FFF2-40B4-BE49-F238E27FC236}">
                <a16:creationId xmlns:a16="http://schemas.microsoft.com/office/drawing/2014/main" id="{B5196263-821B-4B0A-B8F0-F314EF3ADF08}"/>
              </a:ext>
            </a:extLst>
          </p:cNvPr>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bg1"/>
                </a:solidFill>
                <a:latin typeface="+mj-lt"/>
              </a:defRPr>
            </a:lvl1pPr>
          </a:lstStyle>
          <a:p>
            <a:pPr lvl="0"/>
            <a:r>
              <a:rPr lang="en-US"/>
              <a:t>Click to edit headline</a:t>
            </a:r>
          </a:p>
        </p:txBody>
      </p:sp>
      <p:sp>
        <p:nvSpPr>
          <p:cNvPr id="13" name="Text Placeholder 3">
            <a:extLst>
              <a:ext uri="{FF2B5EF4-FFF2-40B4-BE49-F238E27FC236}">
                <a16:creationId xmlns:a16="http://schemas.microsoft.com/office/drawing/2014/main" id="{1252EEB5-B067-4FF5-9D6E-45AD7724914D}"/>
              </a:ext>
            </a:extLst>
          </p:cNvPr>
          <p:cNvSpPr>
            <a:spLocks noGrp="1"/>
          </p:cNvSpPr>
          <p:nvPr>
            <p:ph type="body" sz="quarter" idx="12"/>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bg1"/>
                </a:solidFill>
                <a:latin typeface="Nokia Pure Text Light" panose="020B0403020202020204" pitchFamily="34" charset="0"/>
                <a:ea typeface="Nokia Pure Text Light" panose="020B0403020202020204" pitchFamily="34" charset="0"/>
              </a:defRPr>
            </a:lvl1pPr>
            <a:lvl2pPr marL="230400" indent="0">
              <a:spcBef>
                <a:spcPts val="0"/>
              </a:spcBef>
              <a:spcAft>
                <a:spcPts val="600"/>
              </a:spcAft>
              <a:buNone/>
              <a:defRPr sz="1400">
                <a:solidFill>
                  <a:schemeClr val="bg1"/>
                </a:solidFill>
                <a:latin typeface="Nokia Pure Text Light" panose="020B0403020202020204" pitchFamily="34" charset="0"/>
                <a:ea typeface="Nokia Pure Text Light" panose="020B0403020202020204" pitchFamily="34" charset="0"/>
              </a:defRPr>
            </a:lvl2pPr>
            <a:lvl3pPr marL="462600" indent="0">
              <a:spcBef>
                <a:spcPts val="0"/>
              </a:spcBef>
              <a:spcAft>
                <a:spcPts val="600"/>
              </a:spcAft>
              <a:buNone/>
              <a:defRPr sz="1200">
                <a:solidFill>
                  <a:schemeClr val="bg1"/>
                </a:solidFill>
                <a:latin typeface="Nokia Pure Text Light" panose="020B0403020202020204" pitchFamily="34" charset="0"/>
                <a:ea typeface="Nokia Pure Text Light" panose="020B0403020202020204" pitchFamily="34" charset="0"/>
              </a:defRPr>
            </a:lvl3pPr>
            <a:lvl4pPr marL="693000" indent="0">
              <a:spcBef>
                <a:spcPts val="0"/>
              </a:spcBef>
              <a:spcAft>
                <a:spcPts val="600"/>
              </a:spcAft>
              <a:buNone/>
              <a:defRPr sz="1000">
                <a:solidFill>
                  <a:schemeClr val="bg1"/>
                </a:solidFill>
                <a:latin typeface="Nokia Pure Text Light" panose="020B0403020202020204" pitchFamily="34" charset="0"/>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800">
                <a:solidFill>
                  <a:schemeClr val="bg1"/>
                </a:solidFill>
                <a:latin typeface="Nokia Pure Text Light" panose="020B0403020202020204" pitchFamily="34" charset="0"/>
                <a:ea typeface="Nokia Pure Text Light"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422E6FA3-ED47-4E0C-B044-550E170D1A0B}"/>
              </a:ext>
            </a:extLst>
          </p:cNvPr>
          <p:cNvSpPr>
            <a:spLocks noGrp="1"/>
          </p:cNvSpPr>
          <p:nvPr>
            <p:ph type="ftr" sz="quarter" idx="13"/>
          </p:nvPr>
        </p:nvSpPr>
        <p:spPr/>
        <p:txBody>
          <a:bodyPr/>
          <a:lstStyle/>
          <a:p>
            <a:r>
              <a:rPr lang="en-GB"/>
              <a:t>07-10-2021</a:t>
            </a:r>
            <a:endParaRPr lang="en-US"/>
          </a:p>
        </p:txBody>
      </p:sp>
    </p:spTree>
    <p:extLst>
      <p:ext uri="{BB962C8B-B14F-4D97-AF65-F5344CB8AC3E}">
        <p14:creationId xmlns:p14="http://schemas.microsoft.com/office/powerpoint/2010/main" val="38541496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2_Gray Blank">
    <p:bg>
      <p:bgPr>
        <a:solidFill>
          <a:schemeClr val="accent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24E133-AF05-4EA9-B8C1-517DA46C9D21}"/>
              </a:ext>
            </a:extLst>
          </p:cNvPr>
          <p:cNvSpPr>
            <a:spLocks noGrp="1"/>
          </p:cNvSpPr>
          <p:nvPr>
            <p:ph type="ftr" sz="quarter" idx="12"/>
          </p:nvPr>
        </p:nvSpPr>
        <p:spPr/>
        <p:txBody>
          <a:bodyPr/>
          <a:lstStyle/>
          <a:p>
            <a:r>
              <a:rPr lang="en-GB"/>
              <a:t>07-10-2021</a:t>
            </a:r>
            <a:endParaRPr lang="en-US"/>
          </a:p>
        </p:txBody>
      </p:sp>
    </p:spTree>
    <p:extLst>
      <p:ext uri="{BB962C8B-B14F-4D97-AF65-F5344CB8AC3E}">
        <p14:creationId xmlns:p14="http://schemas.microsoft.com/office/powerpoint/2010/main" val="1935486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3_Gray Divider Slide">
    <p:bg>
      <p:bgPr>
        <a:solidFill>
          <a:schemeClr val="accent1"/>
        </a:solidFill>
        <a:effectLst/>
      </p:bgPr>
    </p:bg>
    <p:spTree>
      <p:nvGrpSpPr>
        <p:cNvPr id="1" name=""/>
        <p:cNvGrpSpPr/>
        <p:nvPr/>
      </p:nvGrpSpPr>
      <p:grpSpPr>
        <a:xfrm>
          <a:off x="0" y="0"/>
          <a:ext cx="0" cy="0"/>
          <a:chOff x="0" y="0"/>
          <a:chExt cx="0" cy="0"/>
        </a:xfrm>
      </p:grpSpPr>
      <p:sp>
        <p:nvSpPr>
          <p:cNvPr id="12" name="Text Placeholder 42">
            <a:extLst>
              <a:ext uri="{FF2B5EF4-FFF2-40B4-BE49-F238E27FC236}">
                <a16:creationId xmlns:a16="http://schemas.microsoft.com/office/drawing/2014/main" id="{B5196263-821B-4B0A-B8F0-F314EF3ADF08}"/>
              </a:ext>
            </a:extLst>
          </p:cNvPr>
          <p:cNvSpPr>
            <a:spLocks noGrp="1"/>
          </p:cNvSpPr>
          <p:nvPr>
            <p:ph type="body" sz="quarter" idx="11" hasCustomPrompt="1"/>
          </p:nvPr>
        </p:nvSpPr>
        <p:spPr>
          <a:xfrm>
            <a:off x="417600" y="280799"/>
            <a:ext cx="8308800" cy="1760501"/>
          </a:xfrm>
          <a:prstGeom prst="rect">
            <a:avLst/>
          </a:prstGeom>
        </p:spPr>
        <p:txBody>
          <a:bodyPr lIns="0" tIns="0" rIns="0" bIns="0"/>
          <a:lstStyle>
            <a:lvl1pPr marL="0" indent="0">
              <a:buNone/>
              <a:defRPr sz="4400" baseline="0">
                <a:solidFill>
                  <a:schemeClr val="bg1"/>
                </a:solidFill>
                <a:latin typeface="Nokia Pure Headline Ultra Light" panose="020B0204020202020204" pitchFamily="34" charset="0"/>
              </a:defRPr>
            </a:lvl1pPr>
          </a:lstStyle>
          <a:p>
            <a:pPr lvl="0"/>
            <a:r>
              <a:rPr lang="en-US"/>
              <a:t>Click to edit headline</a:t>
            </a:r>
          </a:p>
        </p:txBody>
      </p:sp>
      <p:sp>
        <p:nvSpPr>
          <p:cNvPr id="4" name="Footer Placeholder 3">
            <a:extLst>
              <a:ext uri="{FF2B5EF4-FFF2-40B4-BE49-F238E27FC236}">
                <a16:creationId xmlns:a16="http://schemas.microsoft.com/office/drawing/2014/main" id="{8E24E133-AF05-4EA9-B8C1-517DA46C9D21}"/>
              </a:ext>
            </a:extLst>
          </p:cNvPr>
          <p:cNvSpPr>
            <a:spLocks noGrp="1"/>
          </p:cNvSpPr>
          <p:nvPr>
            <p:ph type="ftr" sz="quarter" idx="12"/>
          </p:nvPr>
        </p:nvSpPr>
        <p:spPr/>
        <p:txBody>
          <a:bodyPr/>
          <a:lstStyle/>
          <a:p>
            <a:r>
              <a:rPr lang="en-GB"/>
              <a:t>07-10-2021</a:t>
            </a:r>
            <a:endParaRPr lang="en-US"/>
          </a:p>
        </p:txBody>
      </p:sp>
    </p:spTree>
    <p:extLst>
      <p:ext uri="{BB962C8B-B14F-4D97-AF65-F5344CB8AC3E}">
        <p14:creationId xmlns:p14="http://schemas.microsoft.com/office/powerpoint/2010/main" val="2032475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3_Single Text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D5DDEE8-FF3C-4742-BB8C-B09BB2526ACE}"/>
              </a:ext>
            </a:extLst>
          </p:cNvPr>
          <p:cNvSpPr>
            <a:spLocks noGrp="1"/>
          </p:cNvSpPr>
          <p:nvPr>
            <p:ph type="ftr" sz="quarter" idx="10"/>
          </p:nvPr>
        </p:nvSpPr>
        <p:spPr/>
        <p:txBody>
          <a:bodyPr/>
          <a:lstStyle/>
          <a:p>
            <a:r>
              <a:rPr lang="en-GB"/>
              <a:t>01-04-2022</a:t>
            </a:r>
            <a:endParaRPr lang="en-US"/>
          </a:p>
        </p:txBody>
      </p:sp>
      <p:sp>
        <p:nvSpPr>
          <p:cNvPr id="4" name="Text Placeholder 12">
            <a:extLst>
              <a:ext uri="{FF2B5EF4-FFF2-40B4-BE49-F238E27FC236}">
                <a16:creationId xmlns:a16="http://schemas.microsoft.com/office/drawing/2014/main" id="{B4B383DF-E841-4958-AC70-1FE077578D06}"/>
              </a:ext>
            </a:extLst>
          </p:cNvPr>
          <p:cNvSpPr>
            <a:spLocks noGrp="1"/>
          </p:cNvSpPr>
          <p:nvPr>
            <p:ph type="body" sz="quarter" idx="11"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5" name="Text Placeholder 42">
            <a:extLst>
              <a:ext uri="{FF2B5EF4-FFF2-40B4-BE49-F238E27FC236}">
                <a16:creationId xmlns:a16="http://schemas.microsoft.com/office/drawing/2014/main" id="{6D425CB6-0BAB-4AB6-ADCE-D68F0C1DF88A}"/>
              </a:ext>
            </a:extLst>
          </p:cNvPr>
          <p:cNvSpPr>
            <a:spLocks noGrp="1"/>
          </p:cNvSpPr>
          <p:nvPr>
            <p:ph type="body" sz="quarter" idx="12"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6" name="Text Placeholder 3">
            <a:extLst>
              <a:ext uri="{FF2B5EF4-FFF2-40B4-BE49-F238E27FC236}">
                <a16:creationId xmlns:a16="http://schemas.microsoft.com/office/drawing/2014/main" id="{087D8427-6029-4956-BF93-C47F0DB87979}"/>
              </a:ext>
            </a:extLst>
          </p:cNvPr>
          <p:cNvSpPr>
            <a:spLocks noGrp="1"/>
          </p:cNvSpPr>
          <p:nvPr>
            <p:ph type="body" sz="quarter" idx="13"/>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defRPr>
            </a:lvl1pPr>
            <a:lvl2pPr marL="230400" indent="0">
              <a:spcBef>
                <a:spcPts val="0"/>
              </a:spcBef>
              <a:spcAft>
                <a:spcPts val="600"/>
              </a:spcAft>
              <a:buNone/>
              <a:defRPr sz="1400">
                <a:solidFill>
                  <a:schemeClr val="tx2"/>
                </a:solidFill>
                <a:latin typeface="+mn-lt"/>
              </a:defRPr>
            </a:lvl2pPr>
            <a:lvl3pPr marL="462600" indent="0">
              <a:spcBef>
                <a:spcPts val="0"/>
              </a:spcBef>
              <a:spcAft>
                <a:spcPts val="600"/>
              </a:spcAft>
              <a:buNone/>
              <a:defRPr sz="1200">
                <a:solidFill>
                  <a:schemeClr val="tx2"/>
                </a:solidFill>
                <a:latin typeface="+mn-lt"/>
              </a:defRPr>
            </a:lvl3pPr>
            <a:lvl4pPr marL="693000" indent="0">
              <a:spcBef>
                <a:spcPts val="0"/>
              </a:spcBef>
              <a:spcAft>
                <a:spcPts val="600"/>
              </a:spcAft>
              <a:buNone/>
              <a:defRPr sz="1000">
                <a:solidFill>
                  <a:schemeClr val="tx2"/>
                </a:solidFill>
                <a:latin typeface="+mn-lt"/>
              </a:defRPr>
            </a:lvl4pPr>
            <a:lvl5pPr marL="923400" indent="0">
              <a:spcBef>
                <a:spcPts val="0"/>
              </a:spcBef>
              <a:spcAft>
                <a:spcPts val="600"/>
              </a:spcAft>
              <a:buFont typeface="Arial" panose="020B0604020202020204" pitchFamily="34" charset="0"/>
              <a:buNone/>
              <a:defRPr sz="800">
                <a:solidFill>
                  <a:schemeClr val="tx2"/>
                </a:solidFill>
                <a:latin typeface="+mn-lt"/>
              </a:defRPr>
            </a:lvl5pPr>
            <a:lvl6pPr marL="1382400" indent="-228600">
              <a:spcBef>
                <a:spcPts val="0"/>
              </a:spcBef>
              <a:spcAft>
                <a:spcPts val="600"/>
              </a:spcAft>
              <a:buFont typeface="Nokia Pure Text" panose="020B0503020202020204" pitchFamily="34" charset="0"/>
              <a:buChar char="‒"/>
              <a:defRPr sz="800" baseline="0">
                <a:solidFill>
                  <a:schemeClr val="tx2"/>
                </a:solidFill>
              </a:defRPr>
            </a:lvl6pPr>
            <a:lvl7pPr marL="1612800">
              <a:spcBef>
                <a:spcPts val="0"/>
              </a:spcBef>
              <a:spcAft>
                <a:spcPts val="600"/>
              </a:spcAft>
              <a:defRPr sz="700">
                <a:solidFill>
                  <a:schemeClr val="tx2"/>
                </a:solidFill>
              </a:defRPr>
            </a:lvl7pPr>
            <a:lvl8pPr marL="1843200">
              <a:spcBef>
                <a:spcPts val="0"/>
              </a:spcBef>
              <a:spcAft>
                <a:spcPts val="600"/>
              </a:spcAft>
              <a:defRPr sz="600">
                <a:solidFill>
                  <a:schemeClr val="tx2"/>
                </a:solidFill>
              </a:defRPr>
            </a:lvl8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708549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18120" y="4713528"/>
            <a:ext cx="632066" cy="273844"/>
          </a:xfrm>
          <a:prstGeom prst="rect">
            <a:avLst/>
          </a:prstGeom>
        </p:spPr>
        <p:txBody>
          <a:bodyPr/>
          <a:lstStyle/>
          <a:p>
            <a:endParaRPr lang="en-US"/>
          </a:p>
        </p:txBody>
      </p:sp>
      <p:sp>
        <p:nvSpPr>
          <p:cNvPr id="3" name="Footer Placeholder 2"/>
          <p:cNvSpPr>
            <a:spLocks noGrp="1"/>
          </p:cNvSpPr>
          <p:nvPr>
            <p:ph type="ftr" sz="quarter" idx="11"/>
          </p:nvPr>
        </p:nvSpPr>
        <p:spPr>
          <a:xfrm>
            <a:off x="1253402" y="4713528"/>
            <a:ext cx="3176945" cy="273844"/>
          </a:xfrm>
          <a:prstGeom prst="rect">
            <a:avLst/>
          </a:prstGeom>
        </p:spPr>
        <p:txBody>
          <a:bodyPr/>
          <a:lstStyle/>
          <a:p>
            <a:r>
              <a:rPr lang="en-GB"/>
              <a:t>07-10-2021</a:t>
            </a:r>
            <a:endParaRPr lang="en-US"/>
          </a:p>
        </p:txBody>
      </p:sp>
    </p:spTree>
    <p:extLst>
      <p:ext uri="{BB962C8B-B14F-4D97-AF65-F5344CB8AC3E}">
        <p14:creationId xmlns:p14="http://schemas.microsoft.com/office/powerpoint/2010/main" val="14651674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Nokia Blue Plain">
    <p:spTree>
      <p:nvGrpSpPr>
        <p:cNvPr id="1" name=""/>
        <p:cNvGrpSpPr/>
        <p:nvPr/>
      </p:nvGrpSpPr>
      <p:grpSpPr>
        <a:xfrm>
          <a:off x="0" y="0"/>
          <a:ext cx="0" cy="0"/>
          <a:chOff x="0" y="0"/>
          <a:chExt cx="0" cy="0"/>
        </a:xfrm>
      </p:grpSpPr>
      <p:pic>
        <p:nvPicPr>
          <p:cNvPr id="4" name="Picture 5"/>
          <p:cNvPicPr>
            <a:picLocks noChangeAspect="1"/>
          </p:cNvPicPr>
          <p:nvPr/>
        </p:nvPicPr>
        <p:blipFill>
          <a:blip r:embed="rId2" cstate="print"/>
          <a:srcRect/>
          <a:stretch>
            <a:fillRect/>
          </a:stretch>
        </p:blipFill>
        <p:spPr bwMode="auto">
          <a:xfrm>
            <a:off x="7958138" y="4672013"/>
            <a:ext cx="703262" cy="115887"/>
          </a:xfrm>
          <a:prstGeom prst="rect">
            <a:avLst/>
          </a:prstGeom>
          <a:noFill/>
          <a:ln w="9525">
            <a:noFill/>
            <a:miter lim="800000"/>
            <a:headEnd/>
            <a:tailEnd/>
          </a:ln>
        </p:spPr>
      </p:pic>
      <p:sp>
        <p:nvSpPr>
          <p:cNvPr id="5" name="Text Placeholder 4"/>
          <p:cNvSpPr>
            <a:spLocks noGrp="1"/>
          </p:cNvSpPr>
          <p:nvPr>
            <p:ph type="body" sz="quarter" idx="10" hasCustomPrompt="1"/>
          </p:nvPr>
        </p:nvSpPr>
        <p:spPr>
          <a:xfrm>
            <a:off x="417600" y="180000"/>
            <a:ext cx="8244000" cy="2253600"/>
          </a:xfrm>
        </p:spPr>
        <p:txBody>
          <a:bodyPr/>
          <a:lstStyle>
            <a:lvl1pPr marL="0" indent="0">
              <a:buNone/>
              <a:defRPr sz="6600">
                <a:solidFill>
                  <a:schemeClr val="tx2"/>
                </a:solidFill>
                <a:latin typeface="Nokia Pure Headline Ultra Light" panose="020B0204020202020204" pitchFamily="34" charset="0"/>
              </a:defRPr>
            </a:lvl1pPr>
          </a:lstStyle>
          <a:p>
            <a:pPr lvl="0"/>
            <a:r>
              <a:rPr lang="en-US"/>
              <a:t>click to edit Master text styles</a:t>
            </a:r>
          </a:p>
        </p:txBody>
      </p:sp>
      <p:sp>
        <p:nvSpPr>
          <p:cNvPr id="8" name="Text Placeholder 7"/>
          <p:cNvSpPr>
            <a:spLocks noGrp="1"/>
          </p:cNvSpPr>
          <p:nvPr>
            <p:ph type="body" sz="quarter" idx="11"/>
          </p:nvPr>
        </p:nvSpPr>
        <p:spPr>
          <a:xfrm>
            <a:off x="417600" y="2217675"/>
            <a:ext cx="8244000" cy="2030400"/>
          </a:xfrm>
        </p:spPr>
        <p:txBody>
          <a:bodyPr/>
          <a:lstStyle>
            <a:lvl1pPr marL="324000" indent="-324000">
              <a:buFont typeface="Arial" pitchFamily="34" charset="0"/>
              <a:buChar char="•"/>
              <a:tabLst/>
              <a:defRPr>
                <a:latin typeface="+mn-lt"/>
              </a:defRPr>
            </a:lvl1pPr>
            <a:lvl2pPr marL="230188" indent="0">
              <a:buNone/>
              <a:defRPr>
                <a:latin typeface="+mn-lt"/>
              </a:defRPr>
            </a:lvl2pPr>
            <a:lvl3pPr>
              <a:defRPr>
                <a:latin typeface="+mn-lt"/>
              </a:defRPr>
            </a:lvl3pPr>
            <a:lvl4pPr>
              <a:defRPr>
                <a:latin typeface="+mn-lt"/>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a:extLst>
              <a:ext uri="{FF2B5EF4-FFF2-40B4-BE49-F238E27FC236}">
                <a16:creationId xmlns:a16="http://schemas.microsoft.com/office/drawing/2014/main" id="{603195E7-86A4-42EA-9E04-14BFC8802B0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603698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Nokia Blue Plain">
    <p:spTree>
      <p:nvGrpSpPr>
        <p:cNvPr id="1" name=""/>
        <p:cNvGrpSpPr/>
        <p:nvPr/>
      </p:nvGrpSpPr>
      <p:grpSpPr>
        <a:xfrm>
          <a:off x="0" y="0"/>
          <a:ext cx="0" cy="0"/>
          <a:chOff x="0" y="0"/>
          <a:chExt cx="0" cy="0"/>
        </a:xfrm>
      </p:grpSpPr>
      <p:pic>
        <p:nvPicPr>
          <p:cNvPr id="3" name="Picture 5"/>
          <p:cNvPicPr>
            <a:picLocks noChangeAspect="1"/>
          </p:cNvPicPr>
          <p:nvPr/>
        </p:nvPicPr>
        <p:blipFill>
          <a:blip r:embed="rId2" cstate="print"/>
          <a:srcRect/>
          <a:stretch>
            <a:fillRect/>
          </a:stretch>
        </p:blipFill>
        <p:spPr bwMode="auto">
          <a:xfrm>
            <a:off x="7958138" y="4672013"/>
            <a:ext cx="703262" cy="115887"/>
          </a:xfrm>
          <a:prstGeom prst="rect">
            <a:avLst/>
          </a:prstGeom>
          <a:noFill/>
          <a:ln w="9525">
            <a:noFill/>
            <a:miter lim="800000"/>
            <a:headEnd/>
            <a:tailEnd/>
          </a:ln>
        </p:spPr>
      </p:pic>
      <p:sp>
        <p:nvSpPr>
          <p:cNvPr id="5" name="Text Placeholder 4"/>
          <p:cNvSpPr>
            <a:spLocks noGrp="1"/>
          </p:cNvSpPr>
          <p:nvPr>
            <p:ph type="body" sz="quarter" idx="10"/>
          </p:nvPr>
        </p:nvSpPr>
        <p:spPr>
          <a:xfrm>
            <a:off x="417600" y="288000"/>
            <a:ext cx="8244000" cy="2253600"/>
          </a:xfrm>
        </p:spPr>
        <p:txBody>
          <a:bodyPr/>
          <a:lstStyle>
            <a:lvl1pPr marL="0" indent="0">
              <a:spcAft>
                <a:spcPts val="1200"/>
              </a:spcAft>
              <a:buNone/>
              <a:defRPr sz="4400" baseline="0">
                <a:solidFill>
                  <a:schemeClr val="tx2"/>
                </a:solidFill>
                <a:latin typeface="+mj-lt"/>
              </a:defRPr>
            </a:lvl1pPr>
            <a:lvl2pPr>
              <a:defRPr>
                <a:latin typeface="+mj-lt"/>
              </a:defRPr>
            </a:lvl2pPr>
            <a:lvl3pPr>
              <a:defRPr>
                <a:latin typeface="+mj-lt"/>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986410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Nokia Blue Plain">
    <p:spTree>
      <p:nvGrpSpPr>
        <p:cNvPr id="1" name=""/>
        <p:cNvGrpSpPr/>
        <p:nvPr/>
      </p:nvGrpSpPr>
      <p:grpSpPr>
        <a:xfrm>
          <a:off x="0" y="0"/>
          <a:ext cx="0" cy="0"/>
          <a:chOff x="0" y="0"/>
          <a:chExt cx="0" cy="0"/>
        </a:xfrm>
      </p:grpSpPr>
      <p:pic>
        <p:nvPicPr>
          <p:cNvPr id="2" name="Picture 5"/>
          <p:cNvPicPr>
            <a:picLocks noChangeAspect="1"/>
          </p:cNvPicPr>
          <p:nvPr/>
        </p:nvPicPr>
        <p:blipFill>
          <a:blip r:embed="rId2" cstate="print"/>
          <a:srcRect/>
          <a:stretch>
            <a:fillRect/>
          </a:stretch>
        </p:blipFill>
        <p:spPr bwMode="auto">
          <a:xfrm>
            <a:off x="7958138" y="4672013"/>
            <a:ext cx="703262" cy="115887"/>
          </a:xfrm>
          <a:prstGeom prst="rect">
            <a:avLst/>
          </a:prstGeom>
          <a:noFill/>
          <a:ln w="9525">
            <a:noFill/>
            <a:miter lim="800000"/>
            <a:headEnd/>
            <a:tailEnd/>
          </a:ln>
        </p:spPr>
      </p:pic>
    </p:spTree>
    <p:extLst>
      <p:ext uri="{BB962C8B-B14F-4D97-AF65-F5344CB8AC3E}">
        <p14:creationId xmlns:p14="http://schemas.microsoft.com/office/powerpoint/2010/main" val="24783224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okia Blue Separator">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srcRect/>
          <a:stretch>
            <a:fillRect/>
          </a:stretch>
        </p:blipFill>
        <p:spPr bwMode="auto">
          <a:xfrm>
            <a:off x="3708400" y="2430463"/>
            <a:ext cx="1727200" cy="282575"/>
          </a:xfrm>
          <a:prstGeom prst="rect">
            <a:avLst/>
          </a:prstGeom>
          <a:noFill/>
          <a:ln w="9525">
            <a:noFill/>
            <a:miter lim="800000"/>
            <a:headEnd/>
            <a:tailEnd/>
          </a:ln>
        </p:spPr>
      </p:pic>
      <p:pic>
        <p:nvPicPr>
          <p:cNvPr id="3" name="Picture 3"/>
          <p:cNvPicPr>
            <a:picLocks noChangeAspect="1"/>
          </p:cNvPicPr>
          <p:nvPr userDrawn="1"/>
        </p:nvPicPr>
        <p:blipFill>
          <a:blip r:embed="rId2" cstate="print"/>
          <a:srcRect/>
          <a:stretch>
            <a:fillRect/>
          </a:stretch>
        </p:blipFill>
        <p:spPr bwMode="auto">
          <a:xfrm>
            <a:off x="3708400" y="2430463"/>
            <a:ext cx="1727200" cy="282575"/>
          </a:xfrm>
          <a:prstGeom prst="rect">
            <a:avLst/>
          </a:prstGeom>
          <a:noFill/>
          <a:ln w="9525">
            <a:noFill/>
            <a:miter lim="800000"/>
            <a:headEnd/>
            <a:tailEnd/>
          </a:ln>
        </p:spPr>
      </p:pic>
    </p:spTree>
    <p:extLst>
      <p:ext uri="{BB962C8B-B14F-4D97-AF65-F5344CB8AC3E}">
        <p14:creationId xmlns:p14="http://schemas.microsoft.com/office/powerpoint/2010/main" val="1115271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Nokia White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1800">
                <a:latin typeface="+mj-lt"/>
              </a:defRPr>
            </a:lvl1pPr>
          </a:lstStyle>
          <a:p>
            <a:r>
              <a:rPr lang="en-US"/>
              <a:t>Click to edit Master title style</a:t>
            </a:r>
          </a:p>
        </p:txBody>
      </p:sp>
      <p:sp>
        <p:nvSpPr>
          <p:cNvPr id="6" name="Content Placeholder 8"/>
          <p:cNvSpPr>
            <a:spLocks noGrp="1"/>
          </p:cNvSpPr>
          <p:nvPr>
            <p:ph sz="quarter" idx="13"/>
          </p:nvPr>
        </p:nvSpPr>
        <p:spPr>
          <a:xfrm>
            <a:off x="418120" y="537790"/>
            <a:ext cx="8227649" cy="301625"/>
          </a:xfrm>
        </p:spPr>
        <p:txBody>
          <a:bodyPr/>
          <a:lstStyle>
            <a:lvl1pPr marL="0" indent="0">
              <a:buFont typeface="Arial"/>
              <a:buNone/>
              <a:defRPr sz="18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8971659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lvl2pPr>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4"/>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45629973"/>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8_Nokia White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6" name="Content Placeholder 8"/>
          <p:cNvSpPr>
            <a:spLocks noGrp="1"/>
          </p:cNvSpPr>
          <p:nvPr>
            <p:ph sz="quarter" idx="13"/>
          </p:nvPr>
        </p:nvSpPr>
        <p:spPr>
          <a:xfrm>
            <a:off x="418120" y="537790"/>
            <a:ext cx="8227649" cy="301625"/>
          </a:xfrm>
        </p:spPr>
        <p:txBody>
          <a:bodyPr/>
          <a:lstStyle>
            <a:lvl1pPr marL="0" indent="0">
              <a:buFont typeface="Arial"/>
              <a:buNone/>
              <a:defRPr sz="1800">
                <a:solidFill>
                  <a:schemeClr val="bg2"/>
                </a:solidFill>
                <a:latin typeface="+mj-lt"/>
              </a:defRPr>
            </a:lvl1pPr>
          </a:lstStyle>
          <a:p>
            <a:pPr lvl="0"/>
            <a:r>
              <a:rPr lang="en-US"/>
              <a:t>Click to edit Master text styles</a:t>
            </a:r>
          </a:p>
        </p:txBody>
      </p:sp>
      <p:sp>
        <p:nvSpPr>
          <p:cNvPr id="4" name="Footer Placeholder 29"/>
          <p:cNvSpPr>
            <a:spLocks noGrp="1"/>
          </p:cNvSpPr>
          <p:nvPr>
            <p:ph type="ftr" sz="quarter" idx="3"/>
          </p:nvPr>
        </p:nvSpPr>
        <p:spPr>
          <a:xfrm>
            <a:off x="432000" y="4789325"/>
            <a:ext cx="6080400" cy="122400"/>
          </a:xfrm>
          <a:prstGeom prst="rect">
            <a:avLst/>
          </a:prstGeom>
        </p:spPr>
        <p:txBody>
          <a:bodyPr vert="horz" lIns="0" tIns="0" rIns="0" bIns="0" rtlCol="0" anchor="ctr"/>
          <a:lstStyle>
            <a:lvl1pPr algn="ctr">
              <a:defRPr sz="800">
                <a:solidFill>
                  <a:schemeClr val="tx1">
                    <a:tint val="75000"/>
                  </a:schemeClr>
                </a:solidFill>
                <a:latin typeface="+mn-lt"/>
              </a:defRPr>
            </a:lvl1pPr>
          </a:lstStyle>
          <a:p>
            <a:pPr algn="l"/>
            <a:r>
              <a:rPr lang="en-US">
                <a:solidFill>
                  <a:srgbClr val="68717A"/>
                </a:solidFill>
                <a:cs typeface="Arial" charset="0"/>
              </a:rPr>
              <a:t>Confidential</a:t>
            </a:r>
          </a:p>
        </p:txBody>
      </p:sp>
    </p:spTree>
    <p:extLst>
      <p:ext uri="{BB962C8B-B14F-4D97-AF65-F5344CB8AC3E}">
        <p14:creationId xmlns:p14="http://schemas.microsoft.com/office/powerpoint/2010/main" val="10517853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okia White 1">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spcAft>
                <a:spcPts val="600"/>
              </a:spcAft>
              <a:defRPr baseline="0"/>
            </a:lvl1pPr>
            <a:lvl2pPr>
              <a:spcAft>
                <a:spcPts val="600"/>
              </a:spcAft>
              <a:defRPr/>
            </a:lvl2pPr>
            <a:lvl3pPr>
              <a:spcAft>
                <a:spcPts val="600"/>
              </a:spcAft>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418120" y="279249"/>
            <a:ext cx="8229600" cy="311789"/>
          </a:xfrm>
        </p:spPr>
        <p:txBody>
          <a:bodyPr/>
          <a:lstStyle>
            <a:lvl1pPr>
              <a:defRPr/>
            </a:lvl1pPr>
          </a:lstStyle>
          <a:p>
            <a:r>
              <a:rPr lang="en-US"/>
              <a:t>Click to edit Master title style</a:t>
            </a:r>
          </a:p>
        </p:txBody>
      </p:sp>
      <p:sp>
        <p:nvSpPr>
          <p:cNvPr id="6" name="Content Placeholder 8"/>
          <p:cNvSpPr>
            <a:spLocks noGrp="1"/>
          </p:cNvSpPr>
          <p:nvPr>
            <p:ph sz="quarter" idx="13"/>
          </p:nvPr>
        </p:nvSpPr>
        <p:spPr>
          <a:xfrm>
            <a:off x="418120" y="537790"/>
            <a:ext cx="8227649" cy="301625"/>
          </a:xfrm>
        </p:spPr>
        <p:txBody>
          <a:bodyPr/>
          <a:lstStyle>
            <a:lvl1pPr marL="0" indent="0">
              <a:buFont typeface="Arial"/>
              <a:buNone/>
              <a:defRPr sz="1800">
                <a:solidFill>
                  <a:schemeClr val="bg2"/>
                </a:solidFill>
                <a:latin typeface="+mj-lt"/>
              </a:defRPr>
            </a:lvl1pPr>
          </a:lstStyle>
          <a:p>
            <a:pPr lvl="0"/>
            <a:r>
              <a:rPr lang="en-US"/>
              <a:t>Click to edit Master text styles</a:t>
            </a:r>
          </a:p>
        </p:txBody>
      </p:sp>
    </p:spTree>
    <p:extLst>
      <p:ext uri="{BB962C8B-B14F-4D97-AF65-F5344CB8AC3E}">
        <p14:creationId xmlns:p14="http://schemas.microsoft.com/office/powerpoint/2010/main" val="172251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okia White 2">
    <p:spTree>
      <p:nvGrpSpPr>
        <p:cNvPr id="1" name=""/>
        <p:cNvGrpSpPr/>
        <p:nvPr/>
      </p:nvGrpSpPr>
      <p:grpSpPr>
        <a:xfrm>
          <a:off x="0" y="0"/>
          <a:ext cx="0" cy="0"/>
          <a:chOff x="0" y="0"/>
          <a:chExt cx="0" cy="0"/>
        </a:xfrm>
      </p:grpSpPr>
      <p:sp>
        <p:nvSpPr>
          <p:cNvPr id="2" name="Title 1"/>
          <p:cNvSpPr>
            <a:spLocks noGrp="1"/>
          </p:cNvSpPr>
          <p:nvPr>
            <p:ph type="title"/>
          </p:nvPr>
        </p:nvSpPr>
        <p:spPr>
          <a:xfrm>
            <a:off x="418120" y="279249"/>
            <a:ext cx="8229600" cy="311789"/>
          </a:xfrm>
        </p:spPr>
        <p:txBody>
          <a:bodyPr/>
          <a:lstStyle>
            <a:lvl1pPr>
              <a:defRPr/>
            </a:lvl1pPr>
          </a:lstStyle>
          <a:p>
            <a:r>
              <a:rPr lang="en-US"/>
              <a:t>Click to edit Master title style</a:t>
            </a:r>
          </a:p>
        </p:txBody>
      </p:sp>
      <p:sp>
        <p:nvSpPr>
          <p:cNvPr id="8" name="Content Placeholder 8"/>
          <p:cNvSpPr>
            <a:spLocks noGrp="1"/>
          </p:cNvSpPr>
          <p:nvPr>
            <p:ph sz="quarter" idx="13"/>
          </p:nvPr>
        </p:nvSpPr>
        <p:spPr>
          <a:xfrm>
            <a:off x="418120" y="537790"/>
            <a:ext cx="8227649" cy="301625"/>
          </a:xfrm>
        </p:spPr>
        <p:txBody>
          <a:bodyPr/>
          <a:lstStyle>
            <a:lvl1pPr marL="0" indent="0">
              <a:buFont typeface="Arial"/>
              <a:buNone/>
              <a:defRPr sz="1800">
                <a:solidFill>
                  <a:schemeClr val="bg2"/>
                </a:solidFill>
                <a:latin typeface="+mj-lt"/>
              </a:defRPr>
            </a:lvl1pPr>
          </a:lstStyle>
          <a:p>
            <a:pPr lvl="0"/>
            <a:r>
              <a:rPr lang="en-US"/>
              <a:t>Click to edit Master text styles</a:t>
            </a:r>
          </a:p>
        </p:txBody>
      </p:sp>
      <p:sp>
        <p:nvSpPr>
          <p:cNvPr id="12" name="Text Placeholder 10"/>
          <p:cNvSpPr>
            <a:spLocks noGrp="1"/>
          </p:cNvSpPr>
          <p:nvPr>
            <p:ph type="body" sz="quarter" idx="16"/>
          </p:nvPr>
        </p:nvSpPr>
        <p:spPr>
          <a:xfrm>
            <a:off x="423863" y="1087438"/>
            <a:ext cx="4032250" cy="2544762"/>
          </a:xfrm>
        </p:spPr>
        <p:txBody>
          <a:bodyPr/>
          <a:lstStyle>
            <a:lvl1pPr marL="0" indent="0">
              <a:spcAft>
                <a:spcPts val="600"/>
              </a:spcAft>
              <a:buFont typeface="Arial" pitchFamily="34" charset="0"/>
              <a:buNone/>
              <a:defRPr baseline="0"/>
            </a:lvl1pPr>
            <a:lvl2pPr>
              <a:buNone/>
              <a:defRPr/>
            </a:lvl2pPr>
            <a:lvl3pPr>
              <a:buNone/>
              <a:defRPr/>
            </a:lvl3pPr>
            <a:lvl4pPr>
              <a:buNone/>
              <a:defRPr/>
            </a:lvl4pPr>
            <a:lvl5pPr>
              <a:buNone/>
              <a:defRPr/>
            </a:lvl5pPr>
          </a:lstStyle>
          <a:p>
            <a:pPr lvl="0"/>
            <a:r>
              <a:rPr lang="en-US"/>
              <a:t>Click to edit Master text styles</a:t>
            </a:r>
          </a:p>
        </p:txBody>
      </p:sp>
      <p:sp>
        <p:nvSpPr>
          <p:cNvPr id="14" name="Text Placeholder 10"/>
          <p:cNvSpPr>
            <a:spLocks noGrp="1"/>
          </p:cNvSpPr>
          <p:nvPr>
            <p:ph type="body" sz="quarter" idx="17"/>
          </p:nvPr>
        </p:nvSpPr>
        <p:spPr>
          <a:xfrm>
            <a:off x="4608513" y="1087310"/>
            <a:ext cx="4032250" cy="2544762"/>
          </a:xfrm>
        </p:spPr>
        <p:txBody>
          <a:bodyPr/>
          <a:lstStyle>
            <a:lvl1pPr marL="0" indent="0">
              <a:spcAft>
                <a:spcPts val="600"/>
              </a:spcAft>
              <a:buNone/>
              <a:defRPr baseline="0"/>
            </a:lvl1pPr>
            <a:lvl2pPr marL="0" indent="0">
              <a:spcAft>
                <a:spcPts val="600"/>
              </a:spcAft>
              <a:buNone/>
              <a:defRPr/>
            </a:lvl2pPr>
            <a:lvl3pPr>
              <a:buNone/>
              <a:defRPr/>
            </a:lvl3pPr>
            <a:lvl4pPr>
              <a:buNone/>
              <a:defRPr/>
            </a:lvl4pPr>
            <a:lvl5pPr>
              <a:buNone/>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56860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okia White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6" name="Content Placeholder 8"/>
          <p:cNvSpPr>
            <a:spLocks noGrp="1"/>
          </p:cNvSpPr>
          <p:nvPr>
            <p:ph sz="quarter" idx="13"/>
          </p:nvPr>
        </p:nvSpPr>
        <p:spPr>
          <a:xfrm>
            <a:off x="418120" y="537790"/>
            <a:ext cx="8227649" cy="301625"/>
          </a:xfrm>
        </p:spPr>
        <p:txBody>
          <a:bodyPr/>
          <a:lstStyle>
            <a:lvl1pPr marL="0" indent="0">
              <a:buFont typeface="Arial"/>
              <a:buNone/>
              <a:defRPr sz="1800">
                <a:solidFill>
                  <a:schemeClr val="bg2"/>
                </a:solidFill>
                <a:latin typeface="+mj-lt"/>
              </a:defRPr>
            </a:lvl1pPr>
          </a:lstStyle>
          <a:p>
            <a:pPr lvl="0"/>
            <a:r>
              <a:rPr lang="en-US"/>
              <a:t>Click to edit Master text styles</a:t>
            </a:r>
          </a:p>
        </p:txBody>
      </p:sp>
    </p:spTree>
    <p:extLst>
      <p:ext uri="{BB962C8B-B14F-4D97-AF65-F5344CB8AC3E}">
        <p14:creationId xmlns:p14="http://schemas.microsoft.com/office/powerpoint/2010/main" val="13079837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3"/>
          </p:nvPr>
        </p:nvSpPr>
        <p:spPr>
          <a:xfrm>
            <a:off x="418120" y="537790"/>
            <a:ext cx="8227649" cy="301625"/>
          </a:xfrm>
        </p:spPr>
        <p:txBody>
          <a:bodyPr/>
          <a:lstStyle>
            <a:lvl1pPr marL="0" indent="0">
              <a:buNone/>
              <a:defRPr>
                <a:solidFill>
                  <a:schemeClr val="accent5"/>
                </a:solidFill>
                <a:latin typeface="+mn-lt"/>
              </a:defRPr>
            </a:lvl1pPr>
          </a:lstStyle>
          <a:p>
            <a:pPr lvl="0"/>
            <a:r>
              <a:rPr lang="en-US"/>
              <a:t>Click to edit Master text styles</a:t>
            </a:r>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250252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598478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NSN 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tIns="0" bIns="0"/>
          <a:lstStyle>
            <a:lvl1pPr>
              <a:defRPr baseline="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p:nvPr>
        </p:nvSpPr>
        <p:spPr/>
        <p:txBody>
          <a:bodyPr/>
          <a:lstStyle>
            <a:lvl1pPr>
              <a:defRPr baseline="0"/>
            </a:lvl1pPr>
          </a:lstStyle>
          <a:p>
            <a:r>
              <a:rPr lang="en-US"/>
              <a:t>Click to edit Master title style</a:t>
            </a:r>
          </a:p>
        </p:txBody>
      </p:sp>
      <p:sp>
        <p:nvSpPr>
          <p:cNvPr id="15" name="Text Placeholder 13"/>
          <p:cNvSpPr>
            <a:spLocks noGrp="1"/>
          </p:cNvSpPr>
          <p:nvPr>
            <p:ph type="body" sz="quarter" idx="16"/>
          </p:nvPr>
        </p:nvSpPr>
        <p:spPr>
          <a:xfrm>
            <a:off x="417513" y="536399"/>
            <a:ext cx="8229600" cy="302400"/>
          </a:xfrm>
        </p:spPr>
        <p:txBody>
          <a:bodyPr tIns="0" bIns="0"/>
          <a:lstStyle>
            <a:lvl1pPr>
              <a:buNone/>
              <a:defRPr baseline="0">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30506729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Nokia White 4">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218437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_Nokia White 1">
    <p:spTree>
      <p:nvGrpSpPr>
        <p:cNvPr id="1" name=""/>
        <p:cNvGrpSpPr/>
        <p:nvPr/>
      </p:nvGrpSpPr>
      <p:grpSpPr>
        <a:xfrm>
          <a:off x="0" y="0"/>
          <a:ext cx="0" cy="0"/>
          <a:chOff x="0" y="0"/>
          <a:chExt cx="0" cy="0"/>
        </a:xfrm>
      </p:grpSpPr>
      <p:sp>
        <p:nvSpPr>
          <p:cNvPr id="3" name="Content Placeholder 2"/>
          <p:cNvSpPr>
            <a:spLocks noGrp="1"/>
          </p:cNvSpPr>
          <p:nvPr>
            <p:ph idx="1"/>
          </p:nvPr>
        </p:nvSpPr>
        <p:spPr>
          <a:xfrm>
            <a:off x="417513" y="1089025"/>
            <a:ext cx="8229600" cy="3306763"/>
          </a:xfrm>
          <a:prstGeom prst="rect">
            <a:avLst/>
          </a:prstGeom>
        </p:spPr>
        <p:txBody>
          <a:bodyPr>
            <a:normAutofit/>
          </a:bodyPr>
          <a:lstStyle>
            <a:lvl1pPr>
              <a:spcAft>
                <a:spcPts val="600"/>
              </a:spcAft>
              <a:defRPr baseline="0"/>
            </a:lvl1pPr>
            <a:lvl2pPr>
              <a:spcAft>
                <a:spcPts val="600"/>
              </a:spcAft>
              <a:defRPr/>
            </a:lvl2pPr>
            <a:lvl3pPr>
              <a:spcAft>
                <a:spcPts val="600"/>
              </a:spcAft>
              <a:defRPr/>
            </a:lvl3pPr>
            <a:lvl4pPr>
              <a:spcAft>
                <a:spcPts val="600"/>
              </a:spcAft>
              <a:defRPr/>
            </a:lvl4pPr>
            <a:lvl5pPr>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p:nvPr>
        </p:nvSpPr>
        <p:spPr/>
        <p:txBody>
          <a:bodyPr/>
          <a:lstStyle>
            <a:lvl1pPr>
              <a:defRPr baseline="0">
                <a:latin typeface="+mj-lt"/>
              </a:defRPr>
            </a:lvl1pPr>
          </a:lstStyle>
          <a:p>
            <a:r>
              <a:rPr lang="en-US"/>
              <a:t>Click to edit Master title style</a:t>
            </a:r>
          </a:p>
        </p:txBody>
      </p:sp>
    </p:spTree>
    <p:extLst>
      <p:ext uri="{BB962C8B-B14F-4D97-AF65-F5344CB8AC3E}">
        <p14:creationId xmlns:p14="http://schemas.microsoft.com/office/powerpoint/2010/main" val="33575342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457200" y="4682729"/>
            <a:ext cx="2133600" cy="342900"/>
          </a:xfrm>
          <a:prstGeom prst="rect">
            <a:avLst/>
          </a:prstGeom>
          <a:ln/>
        </p:spPr>
        <p:txBody>
          <a:bodyPr lIns="77925" tIns="38963" rIns="77925" bIns="38963"/>
          <a:lstStyle>
            <a:lvl1pPr>
              <a:defRPr/>
            </a:lvl1pPr>
          </a:lstStyle>
          <a:p>
            <a:pPr>
              <a:defRPr/>
            </a:pPr>
            <a:endParaRPr lang="en-US" altLang="en-US"/>
          </a:p>
        </p:txBody>
      </p:sp>
      <p:sp>
        <p:nvSpPr>
          <p:cNvPr id="4" name="Rectangle 5"/>
          <p:cNvSpPr>
            <a:spLocks noGrp="1" noChangeArrowheads="1"/>
          </p:cNvSpPr>
          <p:nvPr>
            <p:ph type="ftr" sz="quarter" idx="11"/>
          </p:nvPr>
        </p:nvSpPr>
        <p:spPr>
          <a:xfrm>
            <a:off x="3124200" y="4686300"/>
            <a:ext cx="2895600" cy="342900"/>
          </a:xfrm>
          <a:prstGeom prst="rect">
            <a:avLst/>
          </a:prstGeom>
          <a:ln/>
        </p:spPr>
        <p:txBody>
          <a:bodyPr lIns="77925" tIns="38963" rIns="77925" bIns="38963"/>
          <a:lstStyle>
            <a:lvl1pPr>
              <a:defRPr/>
            </a:lvl1pPr>
          </a:lstStyle>
          <a:p>
            <a:pPr>
              <a:defRPr/>
            </a:pPr>
            <a:endParaRPr lang="en-US" altLang="en-US"/>
          </a:p>
        </p:txBody>
      </p:sp>
      <p:sp>
        <p:nvSpPr>
          <p:cNvPr id="5" name="Rectangle 6"/>
          <p:cNvSpPr>
            <a:spLocks noGrp="1" noChangeArrowheads="1"/>
          </p:cNvSpPr>
          <p:nvPr>
            <p:ph type="sldNum" sz="quarter" idx="12"/>
          </p:nvPr>
        </p:nvSpPr>
        <p:spPr>
          <a:xfrm>
            <a:off x="6553200" y="4682729"/>
            <a:ext cx="2133600" cy="342900"/>
          </a:xfrm>
          <a:prstGeom prst="rect">
            <a:avLst/>
          </a:prstGeom>
          <a:ln/>
        </p:spPr>
        <p:txBody>
          <a:bodyPr lIns="77925" tIns="38963" rIns="77925" bIns="38963"/>
          <a:lstStyle>
            <a:lvl1pPr>
              <a:defRPr/>
            </a:lvl1pPr>
          </a:lstStyle>
          <a:p>
            <a:pPr>
              <a:defRPr/>
            </a:pPr>
            <a:fld id="{9B067A0D-9F83-40FB-950E-5DB244D0BB9B}" type="slidenum">
              <a:rPr lang="en-US" altLang="en-US"/>
              <a:pPr>
                <a:defRPr/>
              </a:pPr>
              <a:t>‹#›</a:t>
            </a:fld>
            <a:endParaRPr lang="en-US" altLang="en-US"/>
          </a:p>
        </p:txBody>
      </p:sp>
    </p:spTree>
    <p:extLst>
      <p:ext uri="{BB962C8B-B14F-4D97-AF65-F5344CB8AC3E}">
        <p14:creationId xmlns:p14="http://schemas.microsoft.com/office/powerpoint/2010/main" val="1843872056"/>
      </p:ext>
    </p:extLst>
  </p:cSld>
  <p:clrMapOvr>
    <a:masterClrMapping/>
  </p:clrMapOvr>
  <p:transition>
    <p:zo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Nokia White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a:t>Click to edit Master title style</a:t>
            </a:r>
          </a:p>
        </p:txBody>
      </p:sp>
      <p:sp>
        <p:nvSpPr>
          <p:cNvPr id="3" name="Rectangle 2"/>
          <p:cNvSpPr/>
          <p:nvPr userDrawn="1"/>
        </p:nvSpPr>
        <p:spPr>
          <a:xfrm>
            <a:off x="632564" y="4616605"/>
            <a:ext cx="3381875" cy="293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fontAlgn="auto">
              <a:spcBef>
                <a:spcPts val="0"/>
              </a:spcBef>
              <a:spcAft>
                <a:spcPts val="0"/>
              </a:spcAft>
            </a:pPr>
            <a:endParaRPr lang="en-CA">
              <a:solidFill>
                <a:srgbClr val="A8BBC0"/>
              </a:solidFill>
            </a:endParaRPr>
          </a:p>
        </p:txBody>
      </p:sp>
      <p:sp>
        <p:nvSpPr>
          <p:cNvPr id="7" name="Rectangle 6"/>
          <p:cNvSpPr/>
          <p:nvPr userDrawn="1"/>
        </p:nvSpPr>
        <p:spPr>
          <a:xfrm>
            <a:off x="351672" y="4782418"/>
            <a:ext cx="3323063" cy="1784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tIns="90000" bIns="90000" rtlCol="0" anchor="t" anchorCtr="0"/>
          <a:lstStyle/>
          <a:p>
            <a:pPr algn="ctr" fontAlgn="auto">
              <a:spcBef>
                <a:spcPts val="0"/>
              </a:spcBef>
              <a:spcAft>
                <a:spcPts val="0"/>
              </a:spcAft>
            </a:pPr>
            <a:endParaRPr lang="en-CA">
              <a:solidFill>
                <a:srgbClr val="A8BBC0"/>
              </a:solidFill>
            </a:endParaRPr>
          </a:p>
        </p:txBody>
      </p:sp>
    </p:spTree>
    <p:extLst>
      <p:ext uri="{BB962C8B-B14F-4D97-AF65-F5344CB8AC3E}">
        <p14:creationId xmlns:p14="http://schemas.microsoft.com/office/powerpoint/2010/main" val="11470228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0074629"/>
      </p:ext>
    </p:extLst>
  </p:cSld>
  <p:clrMapOvr>
    <a:masterClrMapping/>
  </p:clrMapOvr>
  <p:transition>
    <p:zo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1-2 White - one col tier text with headlines">
    <p:spTree>
      <p:nvGrpSpPr>
        <p:cNvPr id="1" name=""/>
        <p:cNvGrpSpPr/>
        <p:nvPr/>
      </p:nvGrpSpPr>
      <p:grpSpPr>
        <a:xfrm>
          <a:off x="0" y="0"/>
          <a:ext cx="0" cy="0"/>
          <a:chOff x="0" y="0"/>
          <a:chExt cx="0" cy="0"/>
        </a:xfrm>
      </p:grpSpPr>
      <p:sp>
        <p:nvSpPr>
          <p:cNvPr id="13" name="Text Placeholder 12"/>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j-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43" name="Text Placeholder 42"/>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j-lt"/>
              </a:defRPr>
            </a:lvl1pPr>
          </a:lstStyle>
          <a:p>
            <a:pPr lvl="0"/>
            <a:r>
              <a:rPr lang="en-US" noProof="0"/>
              <a:t>Click to edit headline</a:t>
            </a:r>
          </a:p>
        </p:txBody>
      </p:sp>
      <p:sp>
        <p:nvSpPr>
          <p:cNvPr id="10" name="SmartArt Placeholder 2"/>
          <p:cNvSpPr>
            <a:spLocks noGrp="1"/>
          </p:cNvSpPr>
          <p:nvPr>
            <p:ph type="dgm" sz="quarter" idx="14"/>
          </p:nvPr>
        </p:nvSpPr>
        <p:spPr>
          <a:xfrm>
            <a:off x="417600" y="1076400"/>
            <a:ext cx="8308800" cy="3564000"/>
          </a:xfrm>
          <a:prstGeom prst="rect">
            <a:avLst/>
          </a:prstGeom>
        </p:spPr>
        <p:txBody>
          <a:bodyPr/>
          <a:lstStyle>
            <a:lvl1pPr marL="0" indent="0">
              <a:buNone/>
              <a:defRPr sz="1000">
                <a:solidFill>
                  <a:schemeClr val="tx2"/>
                </a:solidFill>
              </a:defRPr>
            </a:lvl1pPr>
          </a:lstStyle>
          <a:p>
            <a:r>
              <a:rPr lang="en-US"/>
              <a:t>Click icon to add SmartArt graphic</a:t>
            </a:r>
          </a:p>
        </p:txBody>
      </p:sp>
      <p:sp>
        <p:nvSpPr>
          <p:cNvPr id="6" name="Footer Placeholder 27"/>
          <p:cNvSpPr>
            <a:spLocks noGrp="1"/>
          </p:cNvSpPr>
          <p:nvPr>
            <p:ph type="ftr" sz="quarter" idx="3"/>
          </p:nvPr>
        </p:nvSpPr>
        <p:spPr>
          <a:xfrm>
            <a:off x="2304000" y="4816800"/>
            <a:ext cx="4536000" cy="122400"/>
          </a:xfrm>
          <a:prstGeom prst="rect">
            <a:avLst/>
          </a:prstGeom>
        </p:spPr>
        <p:txBody>
          <a:bodyPr vert="horz" lIns="0" tIns="0" rIns="0" bIns="0" rtlCol="0" anchor="b"/>
          <a:lstStyle>
            <a:lvl1pPr algn="l">
              <a:defRPr sz="80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p>
        </p:txBody>
      </p:sp>
    </p:spTree>
    <p:extLst>
      <p:ext uri="{BB962C8B-B14F-4D97-AF65-F5344CB8AC3E}">
        <p14:creationId xmlns:p14="http://schemas.microsoft.com/office/powerpoint/2010/main" val="24294374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Nokia White 4">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819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Nokia White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6" name="Content Placeholder 8"/>
          <p:cNvSpPr>
            <a:spLocks noGrp="1"/>
          </p:cNvSpPr>
          <p:nvPr>
            <p:ph sz="quarter" idx="13"/>
          </p:nvPr>
        </p:nvSpPr>
        <p:spPr>
          <a:xfrm>
            <a:off x="418120" y="537790"/>
            <a:ext cx="8227649" cy="301625"/>
          </a:xfrm>
          <a:prstGeom prst="rect">
            <a:avLst/>
          </a:prstGeom>
        </p:spPr>
        <p:txBody>
          <a:bodyPr/>
          <a:lstStyle>
            <a:lvl1pPr marL="0" indent="0">
              <a:buFont typeface="Arial"/>
              <a:buNone/>
              <a:defRPr sz="1800">
                <a:solidFill>
                  <a:schemeClr val="bg2"/>
                </a:solidFill>
                <a:latin typeface="+mj-lt"/>
              </a:defRPr>
            </a:lvl1pPr>
          </a:lstStyle>
          <a:p>
            <a:pPr lvl="0"/>
            <a:r>
              <a:rPr lang="en-US"/>
              <a:t>Click to edit Master text styles</a:t>
            </a:r>
          </a:p>
        </p:txBody>
      </p:sp>
    </p:spTree>
    <p:extLst>
      <p:ext uri="{BB962C8B-B14F-4D97-AF65-F5344CB8AC3E}">
        <p14:creationId xmlns:p14="http://schemas.microsoft.com/office/powerpoint/2010/main" val="330779202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2 White - one col tier text with headlines">
    <p:spTree>
      <p:nvGrpSpPr>
        <p:cNvPr id="1" name=""/>
        <p:cNvGrpSpPr/>
        <p:nvPr/>
      </p:nvGrpSpPr>
      <p:grpSpPr>
        <a:xfrm>
          <a:off x="0" y="0"/>
          <a:ext cx="0" cy="0"/>
          <a:chOff x="0" y="0"/>
          <a:chExt cx="0" cy="0"/>
        </a:xfrm>
      </p:grpSpPr>
      <p:sp>
        <p:nvSpPr>
          <p:cNvPr id="13" name="Text Placeholder 12"/>
          <p:cNvSpPr>
            <a:spLocks noGrp="1"/>
          </p:cNvSpPr>
          <p:nvPr>
            <p:ph type="body" sz="quarter" idx="10" hasCustomPrompt="1"/>
          </p:nvPr>
        </p:nvSpPr>
        <p:spPr>
          <a:xfrm>
            <a:off x="417600" y="590400"/>
            <a:ext cx="8308800" cy="309600"/>
          </a:xfrm>
          <a:prstGeom prst="rect">
            <a:avLst/>
          </a:prstGeom>
        </p:spPr>
        <p:txBody>
          <a:bodyPr lIns="0" tIns="0" rIns="0" bIns="0"/>
          <a:lstStyle>
            <a:lvl1pPr marL="0" indent="0">
              <a:buNone/>
              <a:defRPr sz="2000">
                <a:solidFill>
                  <a:schemeClr val="bg2"/>
                </a:solidFill>
                <a:latin typeface="+mn-lt"/>
              </a:defRPr>
            </a:lvl1pPr>
            <a:lvl2pPr>
              <a:defRPr sz="2000">
                <a:latin typeface="+mj-lt"/>
              </a:defRPr>
            </a:lvl2pPr>
            <a:lvl3pPr>
              <a:defRPr sz="2000">
                <a:latin typeface="+mj-lt"/>
              </a:defRPr>
            </a:lvl3pPr>
            <a:lvl4pPr>
              <a:defRPr sz="2000">
                <a:latin typeface="+mj-lt"/>
              </a:defRPr>
            </a:lvl4pPr>
            <a:lvl5pPr>
              <a:defRPr sz="2000">
                <a:latin typeface="+mj-lt"/>
              </a:defRPr>
            </a:lvl5pPr>
          </a:lstStyle>
          <a:p>
            <a:pPr lvl="0"/>
            <a:r>
              <a:rPr lang="en-US" noProof="0"/>
              <a:t>Click to edit secondary headline</a:t>
            </a:r>
          </a:p>
        </p:txBody>
      </p:sp>
      <p:sp>
        <p:nvSpPr>
          <p:cNvPr id="43" name="Text Placeholder 42"/>
          <p:cNvSpPr>
            <a:spLocks noGrp="1"/>
          </p:cNvSpPr>
          <p:nvPr>
            <p:ph type="body" sz="quarter" idx="11" hasCustomPrompt="1"/>
          </p:nvPr>
        </p:nvSpPr>
        <p:spPr>
          <a:xfrm>
            <a:off x="417600" y="280800"/>
            <a:ext cx="8308800" cy="309600"/>
          </a:xfrm>
          <a:prstGeom prst="rect">
            <a:avLst/>
          </a:prstGeom>
        </p:spPr>
        <p:txBody>
          <a:bodyPr lIns="0" tIns="0" rIns="0" bIns="0"/>
          <a:lstStyle>
            <a:lvl1pPr marL="0" indent="0">
              <a:buNone/>
              <a:defRPr sz="2000" baseline="0">
                <a:solidFill>
                  <a:schemeClr val="tx1"/>
                </a:solidFill>
                <a:latin typeface="+mn-lt"/>
              </a:defRPr>
            </a:lvl1pPr>
          </a:lstStyle>
          <a:p>
            <a:pPr lvl="0"/>
            <a:r>
              <a:rPr lang="en-US" noProof="0"/>
              <a:t>Click to edit headline</a:t>
            </a:r>
          </a:p>
        </p:txBody>
      </p:sp>
      <p:sp>
        <p:nvSpPr>
          <p:cNvPr id="4" name="Text Placeholder 3"/>
          <p:cNvSpPr>
            <a:spLocks noGrp="1"/>
          </p:cNvSpPr>
          <p:nvPr>
            <p:ph type="body" sz="quarter" idx="12"/>
          </p:nvPr>
        </p:nvSpPr>
        <p:spPr>
          <a:xfrm>
            <a:off x="417600" y="1080000"/>
            <a:ext cx="8308800" cy="3560400"/>
          </a:xfrm>
          <a:prstGeom prst="rect">
            <a:avLst/>
          </a:prstGeom>
        </p:spPr>
        <p:txBody>
          <a:bodyPr lIns="0" tIns="0" rIns="0" bIns="0">
            <a:normAutofit/>
          </a:bodyPr>
          <a:lstStyle>
            <a:lvl1pPr marL="0" indent="0">
              <a:spcBef>
                <a:spcPts val="0"/>
              </a:spcBef>
              <a:spcAft>
                <a:spcPts val="600"/>
              </a:spcAft>
              <a:buNone/>
              <a:defRPr sz="1600">
                <a:solidFill>
                  <a:schemeClr val="tx2"/>
                </a:solidFill>
                <a:latin typeface="+mn-lt"/>
                <a:ea typeface="Nokia Pure Text Light" panose="020B0403020202020204" pitchFamily="34" charset="0"/>
              </a:defRPr>
            </a:lvl1pPr>
            <a:lvl2pPr marL="230400" indent="0">
              <a:spcBef>
                <a:spcPts val="0"/>
              </a:spcBef>
              <a:spcAft>
                <a:spcPts val="600"/>
              </a:spcAft>
              <a:buNone/>
              <a:defRPr sz="1400">
                <a:solidFill>
                  <a:schemeClr val="tx2"/>
                </a:solidFill>
                <a:latin typeface="+mn-lt"/>
                <a:ea typeface="Nokia Pure Text Light" panose="020B0403020202020204" pitchFamily="34" charset="0"/>
              </a:defRPr>
            </a:lvl2pPr>
            <a:lvl3pPr marL="462600" indent="0">
              <a:spcBef>
                <a:spcPts val="0"/>
              </a:spcBef>
              <a:spcAft>
                <a:spcPts val="600"/>
              </a:spcAft>
              <a:buNone/>
              <a:defRPr sz="1200">
                <a:solidFill>
                  <a:schemeClr val="tx2"/>
                </a:solidFill>
                <a:latin typeface="+mn-lt"/>
                <a:ea typeface="Nokia Pure Text Light" panose="020B0403020202020204" pitchFamily="34" charset="0"/>
              </a:defRPr>
            </a:lvl3pPr>
            <a:lvl4pPr marL="693000" indent="0">
              <a:spcBef>
                <a:spcPts val="0"/>
              </a:spcBef>
              <a:spcAft>
                <a:spcPts val="600"/>
              </a:spcAft>
              <a:buNone/>
              <a:defRPr sz="1000">
                <a:solidFill>
                  <a:schemeClr val="tx2"/>
                </a:solidFill>
                <a:latin typeface="+mn-lt"/>
                <a:ea typeface="Nokia Pure Text Light" panose="020B0403020202020204" pitchFamily="34" charset="0"/>
              </a:defRPr>
            </a:lvl4pPr>
            <a:lvl5pPr marL="923400" indent="0">
              <a:spcBef>
                <a:spcPts val="0"/>
              </a:spcBef>
              <a:spcAft>
                <a:spcPts val="600"/>
              </a:spcAft>
              <a:buFont typeface="Arial" panose="020B0604020202020204" pitchFamily="34" charset="0"/>
              <a:buNone/>
              <a:defRPr sz="800">
                <a:solidFill>
                  <a:schemeClr val="tx2"/>
                </a:solidFill>
                <a:latin typeface="+mn-lt"/>
                <a:ea typeface="Nokia Pure Text Light" panose="020B0403020202020204" pitchFamily="34" charset="0"/>
              </a:defRPr>
            </a:lvl5pPr>
            <a:lvl6pPr marL="1382400" indent="-228600">
              <a:spcBef>
                <a:spcPts val="0"/>
              </a:spcBef>
              <a:spcAft>
                <a:spcPts val="600"/>
              </a:spcAft>
              <a:buFont typeface="Nokia Pure Text" panose="020B0503020202020204" pitchFamily="34" charset="0"/>
              <a:buChar char="‒"/>
              <a:defRPr sz="800" baseline="0">
                <a:solidFill>
                  <a:schemeClr val="tx2"/>
                </a:solidFill>
                <a:latin typeface="Nokia Pure Text Light" panose="020B0403020202020204" pitchFamily="34" charset="0"/>
                <a:ea typeface="Nokia Pure Text Light" panose="020B0403020202020204" pitchFamily="34" charset="0"/>
              </a:defRPr>
            </a:lvl6pPr>
            <a:lvl7pPr marL="1612800">
              <a:spcBef>
                <a:spcPts val="0"/>
              </a:spcBef>
              <a:spcAft>
                <a:spcPts val="600"/>
              </a:spcAft>
              <a:defRPr sz="700">
                <a:solidFill>
                  <a:schemeClr val="tx2"/>
                </a:solidFill>
                <a:latin typeface="Nokia Pure Text Light" panose="020B0403020202020204" pitchFamily="34" charset="0"/>
                <a:ea typeface="Nokia Pure Text Light" panose="020B0403020202020204" pitchFamily="34" charset="0"/>
              </a:defRPr>
            </a:lvl7pPr>
            <a:lvl8pPr marL="1843200">
              <a:spcBef>
                <a:spcPts val="0"/>
              </a:spcBef>
              <a:spcAft>
                <a:spcPts val="600"/>
              </a:spcAft>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27"/>
          <p:cNvSpPr>
            <a:spLocks noGrp="1"/>
          </p:cNvSpPr>
          <p:nvPr>
            <p:ph type="ftr" sz="quarter" idx="3"/>
          </p:nvPr>
        </p:nvSpPr>
        <p:spPr>
          <a:xfrm>
            <a:off x="2304000" y="4816800"/>
            <a:ext cx="4536000" cy="122400"/>
          </a:xfrm>
          <a:prstGeom prst="rect">
            <a:avLst/>
          </a:prstGeom>
        </p:spPr>
        <p:txBody>
          <a:bodyPr vert="horz" lIns="0" tIns="0" rIns="0" bIns="0" rtlCol="0" anchor="b"/>
          <a:lstStyle>
            <a:lvl1pPr algn="l">
              <a:defRPr sz="800">
                <a:solidFill>
                  <a:schemeClr val="tx2"/>
                </a:solidFill>
                <a:latin typeface="+mn-lt"/>
                <a:ea typeface="Nokia Pure Text Light" panose="020B0304040602060303" pitchFamily="34" charset="0"/>
                <a:cs typeface="Arial" panose="020B0604020202020204" pitchFamily="34" charset="0"/>
              </a:defRPr>
            </a:lvl1pPr>
          </a:lstStyle>
          <a:p>
            <a:r>
              <a:rPr lang="en-US"/>
              <a:t>&lt;Document ID: change ID in footer or remove&gt; &lt;Change information classification in footer&gt;</a:t>
            </a:r>
          </a:p>
        </p:txBody>
      </p:sp>
    </p:spTree>
    <p:extLst>
      <p:ext uri="{BB962C8B-B14F-4D97-AF65-F5344CB8AC3E}">
        <p14:creationId xmlns:p14="http://schemas.microsoft.com/office/powerpoint/2010/main" val="15525808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Nokia 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13310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Nokia No Text">
    <p:spTree>
      <p:nvGrpSpPr>
        <p:cNvPr id="1" name=""/>
        <p:cNvGrpSpPr/>
        <p:nvPr/>
      </p:nvGrpSpPr>
      <p:grpSpPr>
        <a:xfrm>
          <a:off x="0" y="0"/>
          <a:ext cx="0" cy="0"/>
          <a:chOff x="0" y="0"/>
          <a:chExt cx="0" cy="0"/>
        </a:xfrm>
      </p:grpSpPr>
      <p:sp>
        <p:nvSpPr>
          <p:cNvPr id="2" name="Title 1"/>
          <p:cNvSpPr>
            <a:spLocks noGrp="1"/>
          </p:cNvSpPr>
          <p:nvPr>
            <p:ph type="title"/>
          </p:nvPr>
        </p:nvSpPr>
        <p:spPr>
          <a:xfrm>
            <a:off x="341435" y="279400"/>
            <a:ext cx="8461129" cy="311150"/>
          </a:xfrm>
        </p:spPr>
        <p:txBody>
          <a:bodyPr/>
          <a:lstStyle>
            <a:lvl1pPr>
              <a:defRPr/>
            </a:lvl1pPr>
          </a:lstStyle>
          <a:p>
            <a:r>
              <a:rPr lang="en-US"/>
              <a:t>Click to edit Master title style</a:t>
            </a:r>
          </a:p>
        </p:txBody>
      </p:sp>
    </p:spTree>
    <p:extLst>
      <p:ext uri="{BB962C8B-B14F-4D97-AF65-F5344CB8AC3E}">
        <p14:creationId xmlns:p14="http://schemas.microsoft.com/office/powerpoint/2010/main" val="1800801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4.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image" Target="../media/image5.png"/></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9.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19" Type="http://schemas.openxmlformats.org/officeDocument/2006/relationships/image" Target="../media/image8.png"/><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7D0E1A0-C19A-4DB8-BA1F-3D71830D1A93}"/>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2022 Nokia</a:t>
            </a:r>
          </a:p>
        </p:txBody>
      </p:sp>
      <p:sp>
        <p:nvSpPr>
          <p:cNvPr id="12" name="Slide Number Placeholder 5">
            <a:extLst>
              <a:ext uri="{FF2B5EF4-FFF2-40B4-BE49-F238E27FC236}">
                <a16:creationId xmlns:a16="http://schemas.microsoft.com/office/drawing/2014/main" id="{7920C8E0-2BA3-45B9-8A9F-1B9E5915743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14">
            <a:extLst>
              <a:ext uri="{FF2B5EF4-FFF2-40B4-BE49-F238E27FC236}">
                <a16:creationId xmlns:a16="http://schemas.microsoft.com/office/drawing/2014/main" id="{141D57DB-1EB7-4DFA-9100-436A54579F68}"/>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tx2"/>
                </a:solidFill>
              </a:defRPr>
            </a:lvl1pPr>
          </a:lstStyle>
          <a:p>
            <a:r>
              <a:rPr lang="en-GB"/>
              <a:t>01-04-2022</a:t>
            </a:r>
            <a:endParaRPr lang="en-US"/>
          </a:p>
        </p:txBody>
      </p:sp>
      <p:pic>
        <p:nvPicPr>
          <p:cNvPr id="7" name="Picture 6">
            <a:extLst>
              <a:ext uri="{FF2B5EF4-FFF2-40B4-BE49-F238E27FC236}">
                <a16:creationId xmlns:a16="http://schemas.microsoft.com/office/drawing/2014/main" id="{A8C5FB64-385A-4093-B8B2-2F00FF978275}"/>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877226" y="4651000"/>
            <a:ext cx="1008112" cy="424363"/>
          </a:xfrm>
          <a:prstGeom prst="rect">
            <a:avLst/>
          </a:prstGeom>
        </p:spPr>
      </p:pic>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A985C5C2-3855-44CC-9366-F64444969FE2}"/>
              </a:ext>
            </a:extLst>
          </p:cNvPr>
          <p:cNvSpPr txBox="1"/>
          <p:nvPr userDrawn="1"/>
        </p:nvSpPr>
        <p:spPr>
          <a:xfrm>
            <a:off x="4039745" y="4925854"/>
            <a:ext cx="1064511" cy="217646"/>
          </a:xfrm>
          <a:prstGeom prst="rect">
            <a:avLst/>
          </a:prstGeom>
          <a:noFill/>
        </p:spPr>
        <p:txBody>
          <a:bodyPr vert="horz" wrap="square" lIns="0" tIns="0" rIns="0" bIns="0" rtlCol="0" anchor="ctr" anchorCtr="1">
            <a:noAutofit/>
          </a:bodyPr>
          <a:lstStyle/>
          <a:p>
            <a:pPr algn="ctr">
              <a:spcBef>
                <a:spcPts val="0"/>
              </a:spcBef>
              <a:spcAft>
                <a:spcPts val="0"/>
              </a:spcAft>
              <a:buSzPct val="100000"/>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6"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7920C8E0-2BA3-45B9-8A9F-1B9E59157439}"/>
              </a:ext>
            </a:extLst>
          </p:cNvPr>
          <p:cNvSpPr txBox="1">
            <a:spLocks/>
          </p:cNvSpPr>
          <p:nvPr/>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14">
            <a:extLst>
              <a:ext uri="{FF2B5EF4-FFF2-40B4-BE49-F238E27FC236}">
                <a16:creationId xmlns:a16="http://schemas.microsoft.com/office/drawing/2014/main" id="{141D57DB-1EB7-4DFA-9100-436A54579F68}"/>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tx2"/>
                </a:solidFill>
              </a:defRPr>
            </a:lvl1pPr>
          </a:lstStyle>
          <a:p>
            <a:r>
              <a:rPr lang="en-GB"/>
              <a:t>01-04-2022</a:t>
            </a:r>
            <a:endParaRPr lang="en-US"/>
          </a:p>
        </p:txBody>
      </p:sp>
      <p:sp>
        <p:nvSpPr>
          <p:cNvPr id="6" name="TextBox 5">
            <a:extLst>
              <a:ext uri="{FF2B5EF4-FFF2-40B4-BE49-F238E27FC236}">
                <a16:creationId xmlns:a16="http://schemas.microsoft.com/office/drawing/2014/main" id="{AE2AA385-0038-4284-8413-CF697BBC8CBE}"/>
              </a:ext>
            </a:extLst>
          </p:cNvPr>
          <p:cNvSpPr txBox="1"/>
          <p:nvPr userDrawn="1"/>
        </p:nvSpPr>
        <p:spPr>
          <a:xfrm>
            <a:off x="718038" y="4834240"/>
            <a:ext cx="1800000" cy="122237"/>
          </a:xfrm>
          <a:prstGeom prst="rect">
            <a:avLst/>
          </a:prstGeom>
          <a:noFill/>
        </p:spPr>
        <p:txBody>
          <a:bodyPr wrap="square" lIns="0" tIns="0" rIns="0" bIns="0" anchor="b">
            <a:spAutoFit/>
          </a:bodyPr>
          <a:lstStyle/>
          <a:p>
            <a:r>
              <a:rPr lang="en-US" sz="800"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2022 Nokia</a:t>
            </a:r>
          </a:p>
        </p:txBody>
      </p:sp>
      <p:sp>
        <p:nvSpPr>
          <p:cNvPr id="8" name="Slide Number Placeholder 5">
            <a:extLst>
              <a:ext uri="{FF2B5EF4-FFF2-40B4-BE49-F238E27FC236}">
                <a16:creationId xmlns:a16="http://schemas.microsoft.com/office/drawing/2014/main" id="{B20BA402-4DCA-4D3B-A03B-98DA80BAB253}"/>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FCCA96FC-3E93-4E29-BE45-5E0C70556A27}"/>
              </a:ext>
            </a:extLst>
          </p:cNvPr>
          <p:cNvSpPr txBox="1"/>
          <p:nvPr userDrawn="1"/>
        </p:nvSpPr>
        <p:spPr>
          <a:xfrm>
            <a:off x="4039745" y="4925854"/>
            <a:ext cx="1064511" cy="217646"/>
          </a:xfrm>
          <a:prstGeom prst="rect">
            <a:avLst/>
          </a:prstGeom>
          <a:noFill/>
        </p:spPr>
        <p:txBody>
          <a:bodyPr vert="horz" wrap="square" lIns="0" tIns="0" rIns="0" bIns="0" rtlCol="0" anchor="ctr" anchorCtr="1">
            <a:noAutofit/>
          </a:bodyPr>
          <a:lstStyle/>
          <a:p>
            <a:pPr algn="ctr">
              <a:spcBef>
                <a:spcPts val="0"/>
              </a:spcBef>
              <a:spcAft>
                <a:spcPts val="0"/>
              </a:spcAft>
              <a:buSzPct val="100000"/>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2753873327"/>
      </p:ext>
    </p:extLst>
  </p:cSld>
  <p:clrMap bg1="lt1" tx1="dk1" bg2="lt2" tx2="dk2" accent1="accent1" accent2="accent2" accent3="accent3" accent4="accent4" accent5="accent5" accent6="accent6" hlink="hlink" folHlink="folHlink"/>
  <p:sldLayoutIdLst>
    <p:sldLayoutId id="2147483723" r:id="rId1"/>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5D8FD1-98D9-47C9-885D-370F1B25E0D7}"/>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2022 Nokia</a:t>
            </a:r>
          </a:p>
        </p:txBody>
      </p:sp>
      <p:sp>
        <p:nvSpPr>
          <p:cNvPr id="8" name="Slide Number Placeholder 5">
            <a:extLst>
              <a:ext uri="{FF2B5EF4-FFF2-40B4-BE49-F238E27FC236}">
                <a16:creationId xmlns:a16="http://schemas.microsoft.com/office/drawing/2014/main" id="{DD45D477-1173-4B46-833F-F999BFE9380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5" name="Footer Placeholder 14">
            <a:extLst>
              <a:ext uri="{FF2B5EF4-FFF2-40B4-BE49-F238E27FC236}">
                <a16:creationId xmlns:a16="http://schemas.microsoft.com/office/drawing/2014/main" id="{9EA08E70-E40A-4C76-ADD7-CA63C95746CA}"/>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bg1"/>
                </a:solidFill>
                <a:latin typeface="Nokia Pure Text Light" panose="020B0403020202020204" pitchFamily="34" charset="0"/>
                <a:ea typeface="Nokia Pure Text Light" panose="020B0403020202020204" pitchFamily="34" charset="0"/>
              </a:defRPr>
            </a:lvl1pPr>
          </a:lstStyle>
          <a:p>
            <a:r>
              <a:rPr lang="en-GB"/>
              <a:t>01-04-2022</a:t>
            </a:r>
            <a:endParaRPr lang="en-US"/>
          </a:p>
        </p:txBody>
      </p:sp>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982AFC84-B1D3-4FEC-8944-3C1485EC2232}"/>
              </a:ext>
            </a:extLst>
          </p:cNvPr>
          <p:cNvSpPr txBox="1"/>
          <p:nvPr userDrawn="1"/>
        </p:nvSpPr>
        <p:spPr>
          <a:xfrm>
            <a:off x="4039745" y="4925854"/>
            <a:ext cx="1064511"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1928352381"/>
      </p:ext>
    </p:extLst>
  </p:cSld>
  <p:clrMap bg1="lt1" tx1="dk1" bg2="lt2" tx2="dk2" accent1="accent1" accent2="accent2" accent3="accent3" accent4="accent4" accent5="accent5" accent6="accent6" hlink="hlink" folHlink="folHlink"/>
  <p:sldLayoutIdLst>
    <p:sldLayoutId id="2147483674" r:id="rId1"/>
    <p:sldLayoutId id="2147483675" r:id="rId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76398D-C6B9-4EAD-A887-41ECEA7F30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89180" y="2031750"/>
            <a:ext cx="2565641" cy="1080000"/>
          </a:xfrm>
          <a:prstGeom prst="rect">
            <a:avLst/>
          </a:prstGeom>
        </p:spPr>
      </p:pic>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BBABF655-F562-470E-BC2D-4FADC7C5B5B8}"/>
              </a:ext>
            </a:extLst>
          </p:cNvPr>
          <p:cNvSpPr txBox="1"/>
          <p:nvPr userDrawn="1"/>
        </p:nvSpPr>
        <p:spPr>
          <a:xfrm>
            <a:off x="4039745" y="4925854"/>
            <a:ext cx="1064511"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3644516792"/>
      </p:ext>
    </p:extLst>
  </p:cSld>
  <p:clrMap bg1="lt1" tx1="dk1" bg2="lt2" tx2="dk2" accent1="accent1" accent2="accent2" accent3="accent3" accent4="accent4" accent5="accent5" accent6="accent6" hlink="hlink" folHlink="folHlink"/>
  <p:sldLayoutIdLst>
    <p:sldLayoutId id="2147483677"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C1C3A2-73EF-4E4E-97C2-1C446243E8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89180" y="2031750"/>
            <a:ext cx="2565641" cy="1080000"/>
          </a:xfrm>
          <a:prstGeom prst="rect">
            <a:avLst/>
          </a:prstGeom>
        </p:spPr>
      </p:pic>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DD413595-24CC-4A6F-B31C-8F6EFE14C969}"/>
              </a:ext>
            </a:extLst>
          </p:cNvPr>
          <p:cNvSpPr txBox="1"/>
          <p:nvPr userDrawn="1"/>
        </p:nvSpPr>
        <p:spPr>
          <a:xfrm>
            <a:off x="4039745" y="4925854"/>
            <a:ext cx="1064511"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1710388094"/>
      </p:ext>
    </p:extLst>
  </p:cSld>
  <p:clrMap bg1="lt1" tx1="dk1" bg2="lt2" tx2="dk2" accent1="accent1" accent2="accent2" accent3="accent3" accent4="accent4" accent5="accent5" accent6="accent6" hlink="hlink" folHlink="folHlink"/>
  <p:sldLayoutIdLst>
    <p:sldLayoutId id="214748367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5D8FD1-98D9-47C9-885D-370F1B25E0D7}"/>
              </a:ext>
            </a:extLst>
          </p:cNvPr>
          <p:cNvSpPr txBox="1"/>
          <p:nvPr userDrawn="1"/>
        </p:nvSpPr>
        <p:spPr>
          <a:xfrm>
            <a:off x="755776" y="4816800"/>
            <a:ext cx="1800000" cy="122237"/>
          </a:xfrm>
          <a:prstGeom prst="rect">
            <a:avLst/>
          </a:prstGeom>
          <a:noFill/>
        </p:spPr>
        <p:txBody>
          <a:bodyPr wrap="square" lIns="0" tIns="0" rIns="0" bIns="0" anchor="b">
            <a:spAutoFit/>
          </a:bodyPr>
          <a:lstStyle/>
          <a:p>
            <a:r>
              <a:rPr lang="en-US" sz="800"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2018 Nokia</a:t>
            </a:r>
          </a:p>
        </p:txBody>
      </p:sp>
      <p:sp>
        <p:nvSpPr>
          <p:cNvPr id="8" name="Slide Number Placeholder 5">
            <a:extLst>
              <a:ext uri="{FF2B5EF4-FFF2-40B4-BE49-F238E27FC236}">
                <a16:creationId xmlns:a16="http://schemas.microsoft.com/office/drawing/2014/main" id="{DD45D477-1173-4B46-833F-F999BFE93809}"/>
              </a:ext>
            </a:extLst>
          </p:cNvPr>
          <p:cNvSpPr txBox="1">
            <a:spLocks/>
          </p:cNvSpPr>
          <p:nvPr userDrawn="1"/>
        </p:nvSpPr>
        <p:spPr>
          <a:xfrm>
            <a:off x="419102" y="4816800"/>
            <a:ext cx="252000" cy="122400"/>
          </a:xfrm>
          <a:prstGeom prst="rect">
            <a:avLst/>
          </a:prstGeom>
        </p:spPr>
        <p:txBody>
          <a:bodyPr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3" name="Footer Placeholder 2">
            <a:extLst>
              <a:ext uri="{FF2B5EF4-FFF2-40B4-BE49-F238E27FC236}">
                <a16:creationId xmlns:a16="http://schemas.microsoft.com/office/drawing/2014/main" id="{D3E74C75-1C44-4A6F-9F21-72B5E3ACCBC5}"/>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bg1"/>
                </a:solidFill>
                <a:latin typeface="Nokia Pure Text Light" panose="020B0403020202020204" pitchFamily="34" charset="0"/>
                <a:ea typeface="Nokia Pure Text Light" panose="020B0403020202020204" pitchFamily="34" charset="0"/>
              </a:defRPr>
            </a:lvl1pPr>
          </a:lstStyle>
          <a:p>
            <a:r>
              <a:rPr lang="en-GB"/>
              <a:t>07-10-2021</a:t>
            </a:r>
            <a:endParaRPr lang="en-US"/>
          </a:p>
        </p:txBody>
      </p:sp>
      <p:pic>
        <p:nvPicPr>
          <p:cNvPr id="9" name="Picture 8">
            <a:extLst>
              <a:ext uri="{FF2B5EF4-FFF2-40B4-BE49-F238E27FC236}">
                <a16:creationId xmlns:a16="http://schemas.microsoft.com/office/drawing/2014/main" id="{4538F1B2-3B70-46D3-B6FC-0199A17FB72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75813" y="4648933"/>
            <a:ext cx="1009152" cy="424800"/>
          </a:xfrm>
          <a:prstGeom prst="rect">
            <a:avLst/>
          </a:prstGeom>
        </p:spPr>
      </p:pic>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08F0AA0D-7958-487F-A89D-3CA0D0366069}"/>
              </a:ext>
            </a:extLst>
          </p:cNvPr>
          <p:cNvSpPr txBox="1"/>
          <p:nvPr userDrawn="1"/>
        </p:nvSpPr>
        <p:spPr>
          <a:xfrm>
            <a:off x="4039745" y="4925854"/>
            <a:ext cx="1064511"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87028661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7D0E1A0-C19A-4DB8-BA1F-3D71830D1A93}"/>
              </a:ext>
            </a:extLst>
          </p:cNvPr>
          <p:cNvSpPr txBox="1"/>
          <p:nvPr/>
        </p:nvSpPr>
        <p:spPr>
          <a:xfrm>
            <a:off x="755776" y="4816800"/>
            <a:ext cx="1800000" cy="122237"/>
          </a:xfrm>
          <a:prstGeom prst="rect">
            <a:avLst/>
          </a:prstGeom>
          <a:noFill/>
        </p:spPr>
        <p:txBody>
          <a:bodyPr wrap="square" lIns="0" tIns="0" rIns="0" bIns="0" anchor="b">
            <a:spAutoFit/>
          </a:bodyPr>
          <a:lstStyle/>
          <a:p>
            <a:r>
              <a:rPr lang="en-US" sz="80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2022 Nokia</a:t>
            </a:r>
          </a:p>
        </p:txBody>
      </p:sp>
      <p:sp>
        <p:nvSpPr>
          <p:cNvPr id="12" name="Slide Number Placeholder 5">
            <a:extLst>
              <a:ext uri="{FF2B5EF4-FFF2-40B4-BE49-F238E27FC236}">
                <a16:creationId xmlns:a16="http://schemas.microsoft.com/office/drawing/2014/main" id="{7920C8E0-2BA3-45B9-8A9F-1B9E59157439}"/>
              </a:ext>
            </a:extLst>
          </p:cNvPr>
          <p:cNvSpPr txBox="1">
            <a:spLocks/>
          </p:cNvSpPr>
          <p:nvPr/>
        </p:nvSpPr>
        <p:spPr>
          <a:xfrm>
            <a:off x="342199" y="4816089"/>
            <a:ext cx="328903" cy="123111"/>
          </a:xfrm>
          <a:prstGeom prst="rect">
            <a:avLst/>
          </a:prstGeom>
        </p:spPr>
        <p:txBody>
          <a:bodyPr wrap="square" lIns="0" tIns="0" rIns="0" bIns="0" anchor="b">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14">
            <a:extLst>
              <a:ext uri="{FF2B5EF4-FFF2-40B4-BE49-F238E27FC236}">
                <a16:creationId xmlns:a16="http://schemas.microsoft.com/office/drawing/2014/main" id="{141D57DB-1EB7-4DFA-9100-436A54579F68}"/>
              </a:ext>
            </a:extLst>
          </p:cNvPr>
          <p:cNvSpPr>
            <a:spLocks noGrp="1"/>
          </p:cNvSpPr>
          <p:nvPr>
            <p:ph type="ftr" sz="quarter" idx="3"/>
          </p:nvPr>
        </p:nvSpPr>
        <p:spPr>
          <a:xfrm>
            <a:off x="2304000" y="4816800"/>
            <a:ext cx="4536000" cy="122400"/>
          </a:xfrm>
          <a:prstGeom prst="rect">
            <a:avLst/>
          </a:prstGeom>
        </p:spPr>
        <p:txBody>
          <a:bodyPr vert="horz" lIns="0" tIns="0" rIns="0" bIns="0" rtlCol="0" anchor="ctr"/>
          <a:lstStyle>
            <a:lvl1pPr algn="ctr">
              <a:defRPr sz="800">
                <a:solidFill>
                  <a:schemeClr val="tx2"/>
                </a:solidFill>
              </a:defRPr>
            </a:lvl1pPr>
          </a:lstStyle>
          <a:p>
            <a:r>
              <a:rPr lang="en-US"/>
              <a:t>01-04-2022</a:t>
            </a:r>
          </a:p>
        </p:txBody>
      </p:sp>
      <p:pic>
        <p:nvPicPr>
          <p:cNvPr id="7" name="Picture 6">
            <a:extLst>
              <a:ext uri="{FF2B5EF4-FFF2-40B4-BE49-F238E27FC236}">
                <a16:creationId xmlns:a16="http://schemas.microsoft.com/office/drawing/2014/main" id="{A8C5FB64-385A-4093-B8B2-2F00FF9782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77226" y="4651000"/>
            <a:ext cx="1008112" cy="424363"/>
          </a:xfrm>
          <a:prstGeom prst="rect">
            <a:avLst/>
          </a:prstGeom>
        </p:spPr>
      </p:pic>
      <p:sp>
        <p:nvSpPr>
          <p:cNvPr id="2"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056A400A-E838-46E3-B173-D449078CC5C0}"/>
              </a:ext>
            </a:extLst>
          </p:cNvPr>
          <p:cNvSpPr txBox="1"/>
          <p:nvPr userDrawn="1"/>
        </p:nvSpPr>
        <p:spPr>
          <a:xfrm>
            <a:off x="4039745" y="4925854"/>
            <a:ext cx="1064511" cy="217646"/>
          </a:xfrm>
          <a:prstGeom prst="rect">
            <a:avLst/>
          </a:prstGeom>
          <a:noFill/>
        </p:spPr>
        <p:txBody>
          <a:bodyPr vert="horz" wrap="square" lIns="0" tIns="0" rIns="0" bIns="0" rtlCol="0" anchor="ctr" anchorCtr="1">
            <a:noAutofit/>
          </a:bodyPr>
          <a:lstStyle/>
          <a:p>
            <a:pPr algn="ctr">
              <a:spcBef>
                <a:spcPts val="0"/>
              </a:spcBef>
              <a:spcAft>
                <a:spcPts val="0"/>
              </a:spcAft>
              <a:buSzPct val="100000"/>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3504066710"/>
      </p:ext>
    </p:extLst>
  </p:cSld>
  <p:clrMap bg1="lt1" tx1="dk1" bg2="lt2" tx2="dk2" accent1="accent1" accent2="accent2" accent3="accent3" accent4="accent4" accent5="accent5" accent6="accent6" hlink="hlink" folHlink="folHlink"/>
  <p:sldLayoutIdLst>
    <p:sldLayoutId id="2147483725" r:id="rId1"/>
    <p:sldLayoutId id="2147483727" r:id="rId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35" name="Line 9"/>
          <p:cNvSpPr>
            <a:spLocks noChangeShapeType="1"/>
          </p:cNvSpPr>
          <p:nvPr/>
        </p:nvSpPr>
        <p:spPr bwMode="auto">
          <a:xfrm flipV="1">
            <a:off x="-179388" y="593725"/>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36" name="Line 12"/>
          <p:cNvSpPr>
            <a:spLocks noChangeShapeType="1"/>
          </p:cNvSpPr>
          <p:nvPr/>
        </p:nvSpPr>
        <p:spPr bwMode="auto">
          <a:xfrm flipV="1">
            <a:off x="-179388" y="4914900"/>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37" name="Line 9"/>
          <p:cNvSpPr>
            <a:spLocks noChangeShapeType="1"/>
          </p:cNvSpPr>
          <p:nvPr/>
        </p:nvSpPr>
        <p:spPr bwMode="auto">
          <a:xfrm flipV="1">
            <a:off x="-179388" y="846138"/>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38" name="Line 10"/>
          <p:cNvSpPr>
            <a:spLocks noChangeShapeType="1"/>
          </p:cNvSpPr>
          <p:nvPr/>
        </p:nvSpPr>
        <p:spPr bwMode="auto">
          <a:xfrm flipH="1">
            <a:off x="-179388" y="1092200"/>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39" name="Line 12"/>
          <p:cNvSpPr>
            <a:spLocks noChangeShapeType="1"/>
          </p:cNvSpPr>
          <p:nvPr/>
        </p:nvSpPr>
        <p:spPr bwMode="auto">
          <a:xfrm flipV="1">
            <a:off x="-179388" y="4665663"/>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40" name="Line 13"/>
          <p:cNvSpPr>
            <a:spLocks noChangeShapeType="1"/>
          </p:cNvSpPr>
          <p:nvPr/>
        </p:nvSpPr>
        <p:spPr bwMode="auto">
          <a:xfrm flipH="1" flipV="1">
            <a:off x="-179388" y="4400550"/>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41" name="Line 14"/>
          <p:cNvSpPr>
            <a:spLocks noChangeShapeType="1"/>
          </p:cNvSpPr>
          <p:nvPr/>
        </p:nvSpPr>
        <p:spPr bwMode="auto">
          <a:xfrm>
            <a:off x="-179388" y="280988"/>
            <a:ext cx="9502776" cy="0"/>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42" name="Line 15"/>
          <p:cNvSpPr>
            <a:spLocks noChangeShapeType="1"/>
          </p:cNvSpPr>
          <p:nvPr/>
        </p:nvSpPr>
        <p:spPr bwMode="auto">
          <a:xfrm flipH="1">
            <a:off x="417513" y="-147638"/>
            <a:ext cx="0" cy="5508626"/>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1043" name="Line 17"/>
          <p:cNvSpPr>
            <a:spLocks noChangeShapeType="1"/>
          </p:cNvSpPr>
          <p:nvPr/>
        </p:nvSpPr>
        <p:spPr bwMode="auto">
          <a:xfrm>
            <a:off x="8656638" y="-147638"/>
            <a:ext cx="0" cy="5508626"/>
          </a:xfrm>
          <a:prstGeom prst="line">
            <a:avLst/>
          </a:prstGeom>
          <a:noFill/>
          <a:ln w="3175">
            <a:solidFill>
              <a:schemeClr val="tx1"/>
            </a:solidFill>
            <a:round/>
            <a:headEnd/>
            <a:tailEnd/>
          </a:ln>
        </p:spPr>
        <p:txBody>
          <a:bodyPr anchor="ctr"/>
          <a:lstStyle/>
          <a:p>
            <a:pPr>
              <a:defRPr/>
            </a:pPr>
            <a:endParaRPr lang="en-GB">
              <a:ln>
                <a:solidFill>
                  <a:srgbClr val="124191"/>
                </a:solidFill>
              </a:ln>
              <a:solidFill>
                <a:srgbClr val="124191"/>
              </a:solidFill>
              <a:latin typeface="Arial" pitchFamily="34" charset="0"/>
            </a:endParaRPr>
          </a:p>
        </p:txBody>
      </p:sp>
      <p:sp>
        <p:nvSpPr>
          <p:cNvPr id="6155" name="Title Placeholder 1"/>
          <p:cNvSpPr>
            <a:spLocks noGrp="1"/>
          </p:cNvSpPr>
          <p:nvPr>
            <p:ph type="title"/>
          </p:nvPr>
        </p:nvSpPr>
        <p:spPr bwMode="auto">
          <a:xfrm>
            <a:off x="417513" y="288000"/>
            <a:ext cx="8229600" cy="3111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6156" name="Text Placeholder 2"/>
          <p:cNvSpPr>
            <a:spLocks noGrp="1"/>
          </p:cNvSpPr>
          <p:nvPr>
            <p:ph type="body" idx="1"/>
          </p:nvPr>
        </p:nvSpPr>
        <p:spPr bwMode="auto">
          <a:xfrm>
            <a:off x="417513" y="1089025"/>
            <a:ext cx="8229600" cy="33067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Text Box 9"/>
          <p:cNvSpPr txBox="1">
            <a:spLocks noChangeArrowheads="1"/>
          </p:cNvSpPr>
          <p:nvPr/>
        </p:nvSpPr>
        <p:spPr bwMode="auto">
          <a:xfrm>
            <a:off x="0" y="-352425"/>
            <a:ext cx="9144000" cy="233362"/>
          </a:xfrm>
          <a:prstGeom prst="rect">
            <a:avLst/>
          </a:prstGeom>
          <a:noFill/>
          <a:ln w="19050" algn="ctr">
            <a:noFill/>
            <a:miter lim="800000"/>
            <a:headEnd/>
            <a:tailEnd/>
          </a:ln>
          <a:effectLst/>
        </p:spPr>
        <p:txBody>
          <a:bodyPr lIns="90000" tIns="46800" rIns="90000" bIns="46800">
            <a:spAutoFit/>
          </a:bodyPr>
          <a:lstStyle/>
          <a:p>
            <a:pPr algn="ctr" defTabSz="762000" eaLnBrk="0" hangingPunct="0">
              <a:lnSpc>
                <a:spcPct val="90000"/>
              </a:lnSpc>
              <a:spcBef>
                <a:spcPct val="50000"/>
              </a:spcBef>
              <a:buClr>
                <a:srgbClr val="00C9FF"/>
              </a:buClr>
              <a:defRPr/>
            </a:pPr>
            <a:r>
              <a:rPr lang="en-US" sz="1000">
                <a:solidFill>
                  <a:srgbClr val="FFFFFF"/>
                </a:solidFill>
                <a:latin typeface="Nokia Pure Text Light"/>
                <a:cs typeface="+mn-cs"/>
              </a:rPr>
              <a:t>To change the document information in the footer, press [Alt + F8] and use the “FORM“</a:t>
            </a:r>
          </a:p>
        </p:txBody>
      </p:sp>
      <p:sp>
        <p:nvSpPr>
          <p:cNvPr id="41" name="AutoShape 57"/>
          <p:cNvSpPr>
            <a:spLocks noChangeArrowheads="1"/>
          </p:cNvSpPr>
          <p:nvPr/>
        </p:nvSpPr>
        <p:spPr bwMode="auto">
          <a:xfrm>
            <a:off x="1474788" y="5208588"/>
            <a:ext cx="287337" cy="134937"/>
          </a:xfrm>
          <a:prstGeom prst="roundRect">
            <a:avLst>
              <a:gd name="adj" fmla="val 16667"/>
            </a:avLst>
          </a:prstGeom>
          <a:solidFill>
            <a:schemeClr val="bg2"/>
          </a:solidFill>
          <a:ln w="9525">
            <a:noFill/>
            <a:round/>
            <a:headEnd/>
            <a:tailEnd/>
          </a:ln>
        </p:spPr>
        <p:txBody>
          <a:bodyPr lIns="18000" tIns="252000" rIns="18000" bIns="0"/>
          <a:lstStyle/>
          <a:p>
            <a:pPr defTabSz="603250" eaLnBrk="0" hangingPunct="0">
              <a:spcBef>
                <a:spcPct val="15000"/>
              </a:spcBef>
              <a:spcAft>
                <a:spcPct val="15000"/>
              </a:spcAft>
              <a:buClr>
                <a:srgbClr val="00C9FF"/>
              </a:buClr>
              <a:defRPr/>
            </a:pPr>
            <a:r>
              <a:rPr lang="en-GB" sz="500" b="1">
                <a:solidFill>
                  <a:srgbClr val="FFFFFF"/>
                </a:solidFill>
                <a:latin typeface="Nokia Pure Text Light"/>
                <a:cs typeface="Arial" panose="020B0604020202020204" pitchFamily="34" charset="0"/>
              </a:rPr>
              <a:t>R 18 </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G 65 </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B 145</a:t>
            </a:r>
          </a:p>
        </p:txBody>
      </p:sp>
      <p:sp>
        <p:nvSpPr>
          <p:cNvPr id="43" name="AutoShape 58"/>
          <p:cNvSpPr>
            <a:spLocks noChangeArrowheads="1"/>
          </p:cNvSpPr>
          <p:nvPr/>
        </p:nvSpPr>
        <p:spPr bwMode="auto">
          <a:xfrm>
            <a:off x="1835150" y="5208588"/>
            <a:ext cx="287338" cy="134937"/>
          </a:xfrm>
          <a:prstGeom prst="roundRect">
            <a:avLst>
              <a:gd name="adj" fmla="val 16667"/>
            </a:avLst>
          </a:prstGeom>
          <a:solidFill>
            <a:schemeClr val="accent2"/>
          </a:solidFill>
          <a:ln w="9525">
            <a:noFill/>
            <a:round/>
            <a:headEnd/>
            <a:tailEnd/>
          </a:ln>
        </p:spPr>
        <p:txBody>
          <a:bodyPr lIns="18000" tIns="252000" rIns="18000" bIns="0"/>
          <a:lstStyle/>
          <a:p>
            <a:pPr defTabSz="603250" eaLnBrk="0" hangingPunct="0">
              <a:spcBef>
                <a:spcPct val="15000"/>
              </a:spcBef>
              <a:spcAft>
                <a:spcPct val="15000"/>
              </a:spcAft>
              <a:buClr>
                <a:srgbClr val="00C9FF"/>
              </a:buClr>
              <a:defRPr/>
            </a:pPr>
            <a:r>
              <a:rPr lang="en-GB" sz="500" b="1">
                <a:solidFill>
                  <a:srgbClr val="FFFFFF"/>
                </a:solidFill>
                <a:latin typeface="Nokia Pure Text Light"/>
                <a:cs typeface="Arial" panose="020B0604020202020204" pitchFamily="34" charset="0"/>
              </a:rPr>
              <a:t>R 0 </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G 201 </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B 255</a:t>
            </a:r>
          </a:p>
        </p:txBody>
      </p:sp>
      <p:sp>
        <p:nvSpPr>
          <p:cNvPr id="44" name="AutoShape 59"/>
          <p:cNvSpPr>
            <a:spLocks noChangeArrowheads="1"/>
          </p:cNvSpPr>
          <p:nvPr/>
        </p:nvSpPr>
        <p:spPr bwMode="auto">
          <a:xfrm>
            <a:off x="2195513" y="5208588"/>
            <a:ext cx="287337" cy="134937"/>
          </a:xfrm>
          <a:prstGeom prst="roundRect">
            <a:avLst>
              <a:gd name="adj" fmla="val 16667"/>
            </a:avLst>
          </a:prstGeom>
          <a:solidFill>
            <a:schemeClr val="accent4"/>
          </a:solidFill>
          <a:ln w="9525">
            <a:noFill/>
            <a:round/>
            <a:headEnd/>
            <a:tailEnd/>
          </a:ln>
          <a:effectLst/>
        </p:spPr>
        <p:txBody>
          <a:bodyPr lIns="18000" tIns="252000" rIns="18000" bIns="0"/>
          <a:lstStyle/>
          <a:p>
            <a:pPr defTabSz="604647" eaLnBrk="0" fontAlgn="auto" hangingPunct="0">
              <a:spcBef>
                <a:spcPct val="15000"/>
              </a:spcBef>
              <a:spcAft>
                <a:spcPct val="15000"/>
              </a:spcAft>
              <a:buClr>
                <a:srgbClr val="00C9FF"/>
              </a:buClr>
              <a:defRPr/>
            </a:pPr>
            <a:r>
              <a:rPr lang="en-US" sz="500" b="1">
                <a:solidFill>
                  <a:srgbClr val="FFFFFF"/>
                </a:solidFill>
                <a:latin typeface="Nokia Pure Text Light"/>
                <a:cs typeface="Arial" panose="020B0604020202020204" pitchFamily="34" charset="0"/>
              </a:rPr>
              <a:t>R 104</a:t>
            </a:r>
            <a:br>
              <a:rPr lang="en-US" sz="500" b="1">
                <a:solidFill>
                  <a:srgbClr val="FFFFFF"/>
                </a:solidFill>
                <a:latin typeface="Nokia Pure Text Light"/>
                <a:cs typeface="Arial" panose="020B0604020202020204" pitchFamily="34" charset="0"/>
              </a:rPr>
            </a:br>
            <a:r>
              <a:rPr lang="en-US" sz="500" b="1">
                <a:solidFill>
                  <a:srgbClr val="FFFFFF"/>
                </a:solidFill>
                <a:latin typeface="Nokia Pure Text Light"/>
                <a:cs typeface="Arial" panose="020B0604020202020204" pitchFamily="34" charset="0"/>
              </a:rPr>
              <a:t>G 113</a:t>
            </a:r>
            <a:br>
              <a:rPr lang="en-US" sz="500" b="1">
                <a:solidFill>
                  <a:srgbClr val="FFFFFF"/>
                </a:solidFill>
                <a:latin typeface="Nokia Pure Text Light"/>
                <a:cs typeface="Arial" panose="020B0604020202020204" pitchFamily="34" charset="0"/>
              </a:rPr>
            </a:br>
            <a:r>
              <a:rPr lang="en-US" sz="500" b="1">
                <a:solidFill>
                  <a:srgbClr val="FFFFFF"/>
                </a:solidFill>
                <a:latin typeface="Nokia Pure Text Light"/>
                <a:cs typeface="Arial" panose="020B0604020202020204" pitchFamily="34" charset="0"/>
              </a:rPr>
              <a:t>B 122</a:t>
            </a:r>
          </a:p>
        </p:txBody>
      </p:sp>
      <p:sp>
        <p:nvSpPr>
          <p:cNvPr id="45" name="AutoShape 64"/>
          <p:cNvSpPr>
            <a:spLocks noChangeArrowheads="1"/>
          </p:cNvSpPr>
          <p:nvPr/>
        </p:nvSpPr>
        <p:spPr bwMode="auto">
          <a:xfrm>
            <a:off x="2916238" y="5208588"/>
            <a:ext cx="287337" cy="134937"/>
          </a:xfrm>
          <a:prstGeom prst="roundRect">
            <a:avLst>
              <a:gd name="adj" fmla="val 16667"/>
            </a:avLst>
          </a:prstGeom>
          <a:solidFill>
            <a:schemeClr val="accent6"/>
          </a:solidFill>
          <a:ln w="9525">
            <a:noFill/>
            <a:round/>
            <a:headEnd/>
            <a:tailEnd/>
          </a:ln>
        </p:spPr>
        <p:txBody>
          <a:bodyPr lIns="18000" tIns="252000" rIns="18000" bIns="0"/>
          <a:lstStyle/>
          <a:p>
            <a:pPr defTabSz="603250" eaLnBrk="0" hangingPunct="0">
              <a:spcBef>
                <a:spcPct val="15000"/>
              </a:spcBef>
              <a:spcAft>
                <a:spcPct val="15000"/>
              </a:spcAft>
              <a:buClr>
                <a:srgbClr val="00C9FF"/>
              </a:buClr>
              <a:defRPr/>
            </a:pPr>
            <a:r>
              <a:rPr lang="en-GB" sz="500" b="1">
                <a:solidFill>
                  <a:srgbClr val="FFFFFF"/>
                </a:solidFill>
                <a:latin typeface="Nokia Pure Text Light"/>
                <a:cs typeface="Arial" panose="020B0604020202020204" pitchFamily="34" charset="0"/>
              </a:rPr>
              <a:t>R 216</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G 217</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B 218</a:t>
            </a:r>
          </a:p>
        </p:txBody>
      </p:sp>
      <p:sp>
        <p:nvSpPr>
          <p:cNvPr id="46" name="AutoShape 65"/>
          <p:cNvSpPr>
            <a:spLocks noChangeArrowheads="1"/>
          </p:cNvSpPr>
          <p:nvPr/>
        </p:nvSpPr>
        <p:spPr bwMode="auto">
          <a:xfrm>
            <a:off x="2555875" y="5208588"/>
            <a:ext cx="287338" cy="134937"/>
          </a:xfrm>
          <a:prstGeom prst="roundRect">
            <a:avLst>
              <a:gd name="adj" fmla="val 16667"/>
            </a:avLst>
          </a:prstGeom>
          <a:solidFill>
            <a:schemeClr val="accent4"/>
          </a:solidFill>
          <a:ln w="9525">
            <a:noFill/>
            <a:round/>
            <a:headEnd/>
            <a:tailEnd/>
          </a:ln>
        </p:spPr>
        <p:txBody>
          <a:bodyPr lIns="18000" tIns="252000" rIns="18000" bIns="0"/>
          <a:lstStyle/>
          <a:p>
            <a:pPr defTabSz="603250" eaLnBrk="0" hangingPunct="0">
              <a:spcBef>
                <a:spcPct val="15000"/>
              </a:spcBef>
              <a:spcAft>
                <a:spcPct val="15000"/>
              </a:spcAft>
              <a:buClr>
                <a:srgbClr val="00C9FF"/>
              </a:buClr>
              <a:defRPr/>
            </a:pPr>
            <a:r>
              <a:rPr lang="en-GB" sz="500" b="1">
                <a:solidFill>
                  <a:srgbClr val="FFFFFF"/>
                </a:solidFill>
                <a:latin typeface="Nokia Pure Text Light"/>
                <a:cs typeface="Arial" panose="020B0604020202020204" pitchFamily="34" charset="0"/>
              </a:rPr>
              <a:t>R 168</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G 187</a:t>
            </a:r>
            <a:br>
              <a:rPr lang="en-GB" sz="500" b="1">
                <a:solidFill>
                  <a:srgbClr val="FFFFFF"/>
                </a:solidFill>
                <a:latin typeface="Nokia Pure Text Light"/>
                <a:cs typeface="Arial" panose="020B0604020202020204" pitchFamily="34" charset="0"/>
              </a:rPr>
            </a:br>
            <a:r>
              <a:rPr lang="en-GB" sz="500" b="1">
                <a:solidFill>
                  <a:srgbClr val="FFFFFF"/>
                </a:solidFill>
                <a:latin typeface="Nokia Pure Text Light"/>
                <a:cs typeface="Arial" panose="020B0604020202020204" pitchFamily="34" charset="0"/>
              </a:rPr>
              <a:t>B 192</a:t>
            </a:r>
          </a:p>
        </p:txBody>
      </p:sp>
      <p:sp>
        <p:nvSpPr>
          <p:cNvPr id="47" name="Rectangle 68"/>
          <p:cNvSpPr>
            <a:spLocks noChangeArrowheads="1"/>
          </p:cNvSpPr>
          <p:nvPr/>
        </p:nvSpPr>
        <p:spPr bwMode="auto">
          <a:xfrm>
            <a:off x="647700" y="5208588"/>
            <a:ext cx="792163" cy="134937"/>
          </a:xfrm>
          <a:prstGeom prst="rect">
            <a:avLst/>
          </a:prstGeom>
          <a:noFill/>
          <a:ln>
            <a:noFill/>
          </a:ln>
        </p:spPr>
        <p:txBody>
          <a:bodyPr wrap="none" lIns="18000" tIns="0" rIns="36000" bIns="0" anchor="ctr"/>
          <a:lstStyle/>
          <a:p>
            <a:pPr algn="r" defTabSz="603250" eaLnBrk="0" hangingPunct="0">
              <a:spcBef>
                <a:spcPct val="15000"/>
              </a:spcBef>
              <a:spcAft>
                <a:spcPct val="15000"/>
              </a:spcAft>
              <a:buClr>
                <a:srgbClr val="00C9FF"/>
              </a:buClr>
              <a:defRPr/>
            </a:pPr>
            <a:r>
              <a:rPr lang="en-GB" sz="500" b="1">
                <a:solidFill>
                  <a:srgbClr val="FFFFFF"/>
                </a:solidFill>
                <a:latin typeface="Nokia Pure Text Light"/>
                <a:cs typeface="Arial" panose="020B0604020202020204" pitchFamily="34" charset="0"/>
              </a:rPr>
              <a:t>Core and background colors:</a:t>
            </a:r>
          </a:p>
        </p:txBody>
      </p:sp>
      <p:sp>
        <p:nvSpPr>
          <p:cNvPr id="48" name="AutoShape 57"/>
          <p:cNvSpPr>
            <a:spLocks noChangeArrowheads="1"/>
          </p:cNvSpPr>
          <p:nvPr/>
        </p:nvSpPr>
        <p:spPr bwMode="auto">
          <a:xfrm>
            <a:off x="1474788" y="5208588"/>
            <a:ext cx="287337" cy="134937"/>
          </a:xfrm>
          <a:prstGeom prst="roundRect">
            <a:avLst>
              <a:gd name="adj" fmla="val 16667"/>
            </a:avLst>
          </a:prstGeom>
          <a:solidFill>
            <a:schemeClr val="tx1"/>
          </a:solidFill>
          <a:ln w="9525">
            <a:noFill/>
            <a:round/>
            <a:headEnd/>
            <a:tailEnd/>
          </a:ln>
        </p:spPr>
        <p:txBody>
          <a:bodyPr lIns="18000" tIns="252000" rIns="18000" bIns="0"/>
          <a:lstStyle/>
          <a:p>
            <a:pPr defTabSz="603250" eaLnBrk="0" hangingPunct="0">
              <a:spcBef>
                <a:spcPct val="15000"/>
              </a:spcBef>
              <a:spcAft>
                <a:spcPct val="15000"/>
              </a:spcAft>
              <a:buClr>
                <a:srgbClr val="00C9FF"/>
              </a:buClr>
              <a:defRPr/>
            </a:pPr>
            <a:endParaRPr lang="en-US" sz="500" b="1">
              <a:solidFill>
                <a:srgbClr val="FFFFFF"/>
              </a:solidFill>
              <a:latin typeface="Nokia Pure Text Light"/>
              <a:cs typeface="Arial" panose="020B0604020202020204" pitchFamily="34" charset="0"/>
            </a:endParaRPr>
          </a:p>
        </p:txBody>
      </p:sp>
      <p:sp>
        <p:nvSpPr>
          <p:cNvPr id="49" name="AutoShape 58"/>
          <p:cNvSpPr>
            <a:spLocks noChangeArrowheads="1"/>
          </p:cNvSpPr>
          <p:nvPr/>
        </p:nvSpPr>
        <p:spPr bwMode="auto">
          <a:xfrm>
            <a:off x="1835150" y="5208588"/>
            <a:ext cx="287338" cy="134937"/>
          </a:xfrm>
          <a:prstGeom prst="roundRect">
            <a:avLst>
              <a:gd name="adj" fmla="val 16667"/>
            </a:avLst>
          </a:prstGeom>
          <a:solidFill>
            <a:schemeClr val="accent2"/>
          </a:solidFill>
          <a:ln w="9525">
            <a:noFill/>
            <a:round/>
            <a:headEnd/>
            <a:tailEnd/>
          </a:ln>
        </p:spPr>
        <p:txBody>
          <a:bodyPr lIns="18000" tIns="252000" rIns="18000" bIns="0"/>
          <a:lstStyle/>
          <a:p>
            <a:pPr defTabSz="603250" eaLnBrk="0" hangingPunct="0">
              <a:spcBef>
                <a:spcPct val="15000"/>
              </a:spcBef>
              <a:spcAft>
                <a:spcPct val="15000"/>
              </a:spcAft>
              <a:buClr>
                <a:srgbClr val="00C9FF"/>
              </a:buClr>
              <a:defRPr/>
            </a:pPr>
            <a:endParaRPr lang="en-US" sz="500" b="1">
              <a:solidFill>
                <a:srgbClr val="FFFFFF"/>
              </a:solidFill>
              <a:latin typeface="Nokia Pure Text Light"/>
              <a:cs typeface="Arial" panose="020B0604020202020204" pitchFamily="34" charset="0"/>
            </a:endParaRPr>
          </a:p>
        </p:txBody>
      </p:sp>
      <p:sp>
        <p:nvSpPr>
          <p:cNvPr id="50" name="AutoShape 59"/>
          <p:cNvSpPr>
            <a:spLocks noChangeArrowheads="1"/>
          </p:cNvSpPr>
          <p:nvPr/>
        </p:nvSpPr>
        <p:spPr bwMode="auto">
          <a:xfrm>
            <a:off x="2195513" y="5208588"/>
            <a:ext cx="287337" cy="134937"/>
          </a:xfrm>
          <a:prstGeom prst="roundRect">
            <a:avLst>
              <a:gd name="adj" fmla="val 16667"/>
            </a:avLst>
          </a:prstGeom>
          <a:solidFill>
            <a:schemeClr val="bg2"/>
          </a:solidFill>
          <a:ln w="9525">
            <a:noFill/>
            <a:round/>
            <a:headEnd/>
            <a:tailEnd/>
          </a:ln>
          <a:effectLst/>
        </p:spPr>
        <p:txBody>
          <a:bodyPr lIns="18000" tIns="252000" rIns="18000" bIns="0"/>
          <a:lstStyle/>
          <a:p>
            <a:pPr defTabSz="604647" eaLnBrk="0" fontAlgn="auto" hangingPunct="0">
              <a:spcBef>
                <a:spcPct val="15000"/>
              </a:spcBef>
              <a:spcAft>
                <a:spcPct val="15000"/>
              </a:spcAft>
              <a:buClr>
                <a:srgbClr val="00C9FF"/>
              </a:buClr>
              <a:defRPr/>
            </a:pPr>
            <a:endParaRPr lang="en-US" sz="500" b="1">
              <a:solidFill>
                <a:srgbClr val="FFFFFF"/>
              </a:solidFill>
              <a:latin typeface="Nokia Pure Text Light"/>
              <a:ea typeface="+mn-ea"/>
              <a:cs typeface="Arial" panose="020B0604020202020204" pitchFamily="34" charset="0"/>
            </a:endParaRPr>
          </a:p>
        </p:txBody>
      </p:sp>
      <p:sp>
        <p:nvSpPr>
          <p:cNvPr id="51" name="Rectangle 68"/>
          <p:cNvSpPr>
            <a:spLocks noChangeArrowheads="1"/>
          </p:cNvSpPr>
          <p:nvPr/>
        </p:nvSpPr>
        <p:spPr bwMode="auto">
          <a:xfrm>
            <a:off x="647700" y="5208588"/>
            <a:ext cx="792163" cy="134937"/>
          </a:xfrm>
          <a:prstGeom prst="rect">
            <a:avLst/>
          </a:prstGeom>
          <a:noFill/>
          <a:ln>
            <a:noFill/>
          </a:ln>
        </p:spPr>
        <p:txBody>
          <a:bodyPr wrap="none" lIns="18000" tIns="0" rIns="36000" bIns="0" anchor="ctr"/>
          <a:lstStyle/>
          <a:p>
            <a:pPr algn="r" defTabSz="603250" eaLnBrk="0" hangingPunct="0">
              <a:spcBef>
                <a:spcPct val="15000"/>
              </a:spcBef>
              <a:spcAft>
                <a:spcPct val="15000"/>
              </a:spcAft>
              <a:buClr>
                <a:srgbClr val="00C9FF"/>
              </a:buClr>
              <a:defRPr/>
            </a:pPr>
            <a:endParaRPr lang="en-GB" sz="500" b="1">
              <a:solidFill>
                <a:srgbClr val="FFFFFF"/>
              </a:solidFill>
              <a:latin typeface="Nokia Pure Text Light"/>
              <a:cs typeface="Arial" panose="020B0604020202020204" pitchFamily="34" charset="0"/>
            </a:endParaRPr>
          </a:p>
        </p:txBody>
      </p:sp>
      <p:sp>
        <p:nvSpPr>
          <p:cNvPr id="52" name="Date Placeholder 3"/>
          <p:cNvSpPr txBox="1">
            <a:spLocks/>
          </p:cNvSpPr>
          <p:nvPr/>
        </p:nvSpPr>
        <p:spPr>
          <a:xfrm>
            <a:off x="722313" y="4643438"/>
            <a:ext cx="687387" cy="138112"/>
          </a:xfrm>
          <a:prstGeom prst="rect">
            <a:avLst/>
          </a:prstGeom>
        </p:spPr>
        <p:txBody>
          <a:bodyPr lIns="0" tIns="0" rIns="0" bIns="0"/>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FEF4778-5275-AF44-A3A2-413C53D52084}" type="datetime1">
              <a:rPr lang="en-GB" sz="800" smtClean="0">
                <a:solidFill>
                  <a:srgbClr val="FFFFFF"/>
                </a:solidFill>
                <a:cs typeface="Arial" panose="020B0604020202020204" pitchFamily="34" charset="0"/>
              </a:rPr>
              <a:pPr>
                <a:defRPr/>
              </a:pPr>
              <a:t>28/04/2022</a:t>
            </a:fld>
            <a:endParaRPr lang="en-GB" sz="800">
              <a:solidFill>
                <a:srgbClr val="FFFFFF"/>
              </a:solidFill>
              <a:cs typeface="Arial" panose="020B0604020202020204" pitchFamily="34" charset="0"/>
            </a:endParaRPr>
          </a:p>
        </p:txBody>
      </p:sp>
      <p:sp>
        <p:nvSpPr>
          <p:cNvPr id="53" name="Slide Number Placeholder 5"/>
          <p:cNvSpPr txBox="1">
            <a:spLocks/>
          </p:cNvSpPr>
          <p:nvPr/>
        </p:nvSpPr>
        <p:spPr>
          <a:xfrm>
            <a:off x="433388" y="4643438"/>
            <a:ext cx="144462" cy="138112"/>
          </a:xfrm>
          <a:prstGeom prst="rect">
            <a:avLst/>
          </a:prstGeom>
        </p:spPr>
        <p:txBody>
          <a:bodyPr lIns="0" tIns="0" rIns="0" bIns="0"/>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GB" sz="800" smtClean="0">
                <a:solidFill>
                  <a:srgbClr val="FFFFFF"/>
                </a:solidFill>
                <a:cs typeface="Arial" panose="020B0604020202020204" pitchFamily="34" charset="0"/>
              </a:rPr>
              <a:pPr>
                <a:defRPr/>
              </a:pPr>
              <a:t>‹#›</a:t>
            </a:fld>
            <a:endParaRPr lang="en-GB">
              <a:solidFill>
                <a:srgbClr val="FFFFFF"/>
              </a:solidFill>
              <a:cs typeface="Arial" panose="020B0604020202020204" pitchFamily="34" charset="0"/>
            </a:endParaRPr>
          </a:p>
        </p:txBody>
      </p:sp>
      <p:sp>
        <p:nvSpPr>
          <p:cNvPr id="27" name="TextBox 26"/>
          <p:cNvSpPr txBox="1"/>
          <p:nvPr/>
        </p:nvSpPr>
        <p:spPr>
          <a:xfrm>
            <a:off x="432000" y="4788000"/>
            <a:ext cx="5048250" cy="123825"/>
          </a:xfrm>
          <a:prstGeom prst="rect">
            <a:avLst/>
          </a:prstGeom>
          <a:noFill/>
        </p:spPr>
        <p:txBody>
          <a:bodyPr lIns="0" tIns="0" rIns="0" bIns="0">
            <a:spAutoFit/>
          </a:bodyPr>
          <a:lstStyle/>
          <a:p>
            <a:pPr>
              <a:defRPr/>
            </a:pPr>
            <a:r>
              <a:rPr lang="en-GB" sz="800">
                <a:solidFill>
                  <a:srgbClr val="FFFFFF"/>
                </a:solidFill>
                <a:latin typeface="Nokia Pure Text Light"/>
                <a:ea typeface="+mn-ea"/>
                <a:cs typeface="Arial" panose="020B0604020202020204" pitchFamily="34" charset="0"/>
              </a:rPr>
              <a:t>Confidential</a:t>
            </a:r>
          </a:p>
        </p:txBody>
      </p:sp>
      <p:sp>
        <p:nvSpPr>
          <p:cNvPr id="3"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8498F7ED-30DE-448C-8BE5-ACA0C37660BF}"/>
              </a:ext>
            </a:extLst>
          </p:cNvPr>
          <p:cNvSpPr txBox="1"/>
          <p:nvPr userDrawn="1"/>
        </p:nvSpPr>
        <p:spPr>
          <a:xfrm>
            <a:off x="4039745" y="4925854"/>
            <a:ext cx="1064511"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1753"/>
                </a:solidFill>
                <a:latin typeface="Arial" panose="020B0604020202020204" pitchFamily="34" charset="0"/>
              </a:rPr>
              <a:t>Nokia internal use</a:t>
            </a:r>
            <a:endParaRPr lang="en-GB" sz="800" err="1">
              <a:solidFill>
                <a:srgbClr val="001753"/>
              </a:solidFill>
              <a:latin typeface="Arial" panose="020B0604020202020204" pitchFamily="34" charset="0"/>
            </a:endParaRPr>
          </a:p>
        </p:txBody>
      </p:sp>
    </p:spTree>
    <p:extLst>
      <p:ext uri="{BB962C8B-B14F-4D97-AF65-F5344CB8AC3E}">
        <p14:creationId xmlns:p14="http://schemas.microsoft.com/office/powerpoint/2010/main" val="3619492032"/>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Lst>
  <p:hf sldNum="0" hdr="0"/>
  <p:txStyles>
    <p:titleStyle>
      <a:lvl1pPr algn="l" defTabSz="457200" rtl="0" eaLnBrk="0" fontAlgn="base" hangingPunct="0">
        <a:spcBef>
          <a:spcPct val="0"/>
        </a:spcBef>
        <a:spcAft>
          <a:spcPct val="0"/>
        </a:spcAft>
        <a:defRPr sz="1800" b="1" kern="1200">
          <a:solidFill>
            <a:schemeClr val="tx2"/>
          </a:solidFill>
          <a:latin typeface="+mj-lt"/>
          <a:ea typeface="ヒラギノ角ゴ Pro W3" charset="0"/>
          <a:cs typeface="Arial"/>
        </a:defRPr>
      </a:lvl1pPr>
      <a:lvl2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2pPr>
      <a:lvl3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3pPr>
      <a:lvl4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4pPr>
      <a:lvl5pPr algn="l" defTabSz="457200" rtl="0" eaLnBrk="0" fontAlgn="base" hangingPunct="0">
        <a:spcBef>
          <a:spcPct val="0"/>
        </a:spcBef>
        <a:spcAft>
          <a:spcPct val="0"/>
        </a:spcAft>
        <a:defRPr sz="4400" b="1">
          <a:solidFill>
            <a:schemeClr val="tx2"/>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0" fontAlgn="base" hangingPunct="0">
        <a:spcBef>
          <a:spcPct val="0"/>
        </a:spcBef>
        <a:spcAft>
          <a:spcPts val="600"/>
        </a:spcAft>
        <a:buFont typeface="Arial" charset="0"/>
        <a:buChar char="•"/>
        <a:defRPr sz="3200" kern="1200">
          <a:solidFill>
            <a:schemeClr val="tx2"/>
          </a:solidFill>
          <a:latin typeface="+mn-lt"/>
          <a:ea typeface="ヒラギノ角ゴ Pro W3" charset="0"/>
          <a:cs typeface="ヒラギノ角ゴ Pro W3" charset="0"/>
        </a:defRPr>
      </a:lvl1pPr>
      <a:lvl2pPr marL="458788" indent="-228600" algn="l" defTabSz="457200" rtl="0" eaLnBrk="0" fontAlgn="base" hangingPunct="0">
        <a:spcBef>
          <a:spcPct val="0"/>
        </a:spcBef>
        <a:spcAft>
          <a:spcPts val="600"/>
        </a:spcAft>
        <a:buFont typeface="Lucida Grande"/>
        <a:buChar char="-"/>
        <a:defRPr sz="2800" kern="1200">
          <a:solidFill>
            <a:schemeClr val="tx2"/>
          </a:solidFill>
          <a:latin typeface="+mn-lt"/>
          <a:ea typeface="ヒラギノ角ゴ Pro W3" charset="0"/>
          <a:cs typeface="ヒラギノ角ゴ Pro W3"/>
        </a:defRPr>
      </a:lvl2pPr>
      <a:lvl3pPr marL="684213" indent="-225425" algn="l" defTabSz="457200" rtl="0" eaLnBrk="0" fontAlgn="base" hangingPunct="0">
        <a:spcBef>
          <a:spcPct val="0"/>
        </a:spcBef>
        <a:spcAft>
          <a:spcPts val="600"/>
        </a:spcAft>
        <a:buFont typeface="Arial" charset="0"/>
        <a:buChar char="•"/>
        <a:defRPr sz="2400" kern="1200">
          <a:solidFill>
            <a:schemeClr val="tx2"/>
          </a:solidFill>
          <a:latin typeface="+mn-lt"/>
          <a:ea typeface="ヒラギノ角ゴ Pro W3" charset="0"/>
          <a:cs typeface="ヒラギノ角ゴ Pro W3"/>
        </a:defRPr>
      </a:lvl3pPr>
      <a:lvl4pPr marL="912813" indent="-228600" algn="l" defTabSz="457200" rtl="0" eaLnBrk="0" fontAlgn="base" hangingPunct="0">
        <a:spcBef>
          <a:spcPct val="0"/>
        </a:spcBef>
        <a:spcAft>
          <a:spcPts val="600"/>
        </a:spcAft>
        <a:buFont typeface="Lucida Grande"/>
        <a:buChar char="-"/>
        <a:defRPr sz="2000" kern="1200">
          <a:solidFill>
            <a:schemeClr val="tx2"/>
          </a:solidFill>
          <a:latin typeface="+mn-lt"/>
          <a:ea typeface="ヒラギノ角ゴ Pro W3" charset="0"/>
          <a:cs typeface="ヒラギノ角ゴ Pro W3"/>
        </a:defRPr>
      </a:lvl4pPr>
      <a:lvl5pPr marL="1143000" indent="-230188" algn="l" defTabSz="457200" rtl="0" eaLnBrk="0" fontAlgn="base" hangingPunct="0">
        <a:spcBef>
          <a:spcPct val="0"/>
        </a:spcBef>
        <a:spcAft>
          <a:spcPts val="600"/>
        </a:spcAft>
        <a:buFont typeface="Arial" charset="0"/>
        <a:buChar char="•"/>
        <a:defRPr sz="2000" kern="1200">
          <a:solidFill>
            <a:schemeClr val="tx2"/>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5" name="Line 9"/>
          <p:cNvSpPr>
            <a:spLocks noChangeShapeType="1"/>
          </p:cNvSpPr>
          <p:nvPr/>
        </p:nvSpPr>
        <p:spPr bwMode="auto">
          <a:xfrm flipV="1">
            <a:off x="-179388" y="593725"/>
            <a:ext cx="9502776" cy="0"/>
          </a:xfrm>
          <a:prstGeom prst="line">
            <a:avLst/>
          </a:prstGeom>
          <a:noFill/>
          <a:ln w="3175">
            <a:solidFill>
              <a:schemeClr val="bg1"/>
            </a:solidFill>
            <a:round/>
            <a:headEnd/>
            <a:tailEnd/>
          </a:ln>
        </p:spPr>
        <p:txBody>
          <a:bodyPr anchor="ctr"/>
          <a:lstStyle/>
          <a:p>
            <a:pPr>
              <a:defRPr/>
            </a:pPr>
            <a:endParaRPr lang="en-GB">
              <a:latin typeface="+mj-lt"/>
            </a:endParaRPr>
          </a:p>
        </p:txBody>
      </p:sp>
      <p:sp>
        <p:nvSpPr>
          <p:cNvPr id="1036" name="Line 12"/>
          <p:cNvSpPr>
            <a:spLocks noChangeShapeType="1"/>
          </p:cNvSpPr>
          <p:nvPr/>
        </p:nvSpPr>
        <p:spPr bwMode="auto">
          <a:xfrm flipV="1">
            <a:off x="-179388" y="4914900"/>
            <a:ext cx="9502776" cy="0"/>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37" name="Line 9"/>
          <p:cNvSpPr>
            <a:spLocks noChangeShapeType="1"/>
          </p:cNvSpPr>
          <p:nvPr/>
        </p:nvSpPr>
        <p:spPr bwMode="auto">
          <a:xfrm flipV="1">
            <a:off x="-179388" y="846138"/>
            <a:ext cx="9502776" cy="0"/>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38" name="Line 10"/>
          <p:cNvSpPr>
            <a:spLocks noChangeShapeType="1"/>
          </p:cNvSpPr>
          <p:nvPr/>
        </p:nvSpPr>
        <p:spPr bwMode="auto">
          <a:xfrm flipH="1">
            <a:off x="-179388" y="1092200"/>
            <a:ext cx="9502776" cy="0"/>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39" name="Line 12"/>
          <p:cNvSpPr>
            <a:spLocks noChangeShapeType="1"/>
          </p:cNvSpPr>
          <p:nvPr/>
        </p:nvSpPr>
        <p:spPr bwMode="auto">
          <a:xfrm flipV="1">
            <a:off x="-179388" y="4665663"/>
            <a:ext cx="9502776" cy="0"/>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40" name="Line 13"/>
          <p:cNvSpPr>
            <a:spLocks noChangeShapeType="1"/>
          </p:cNvSpPr>
          <p:nvPr/>
        </p:nvSpPr>
        <p:spPr bwMode="auto">
          <a:xfrm flipH="1" flipV="1">
            <a:off x="-179388" y="4400550"/>
            <a:ext cx="9502776" cy="0"/>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41" name="Line 14"/>
          <p:cNvSpPr>
            <a:spLocks noChangeShapeType="1"/>
          </p:cNvSpPr>
          <p:nvPr/>
        </p:nvSpPr>
        <p:spPr bwMode="auto">
          <a:xfrm>
            <a:off x="-179388" y="280988"/>
            <a:ext cx="9502776" cy="0"/>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42" name="Line 15"/>
          <p:cNvSpPr>
            <a:spLocks noChangeShapeType="1"/>
          </p:cNvSpPr>
          <p:nvPr/>
        </p:nvSpPr>
        <p:spPr bwMode="auto">
          <a:xfrm flipH="1">
            <a:off x="417513" y="-147638"/>
            <a:ext cx="0" cy="5508626"/>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1043" name="Line 17"/>
          <p:cNvSpPr>
            <a:spLocks noChangeShapeType="1"/>
          </p:cNvSpPr>
          <p:nvPr/>
        </p:nvSpPr>
        <p:spPr bwMode="auto">
          <a:xfrm>
            <a:off x="8656638" y="-147638"/>
            <a:ext cx="0" cy="5508626"/>
          </a:xfrm>
          <a:prstGeom prst="line">
            <a:avLst/>
          </a:prstGeom>
          <a:noFill/>
          <a:ln w="3175">
            <a:solidFill>
              <a:schemeClr val="bg1"/>
            </a:solidFill>
            <a:round/>
            <a:headEnd/>
            <a:tailEnd/>
          </a:ln>
        </p:spPr>
        <p:txBody>
          <a:bodyPr anchor="ctr"/>
          <a:lstStyle/>
          <a:p>
            <a:pPr>
              <a:defRPr/>
            </a:pPr>
            <a:endParaRPr lang="en-GB">
              <a:latin typeface="Arial" pitchFamily="34" charset="0"/>
            </a:endParaRPr>
          </a:p>
        </p:txBody>
      </p:sp>
      <p:sp>
        <p:nvSpPr>
          <p:cNvPr id="2" name="Title Placeholder 1"/>
          <p:cNvSpPr>
            <a:spLocks noGrp="1"/>
          </p:cNvSpPr>
          <p:nvPr>
            <p:ph type="title"/>
          </p:nvPr>
        </p:nvSpPr>
        <p:spPr bwMode="auto">
          <a:xfrm>
            <a:off x="417513" y="279400"/>
            <a:ext cx="8229600" cy="3111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4" name="Text Placeholder 2"/>
          <p:cNvSpPr>
            <a:spLocks noGrp="1"/>
          </p:cNvSpPr>
          <p:nvPr>
            <p:ph type="body" idx="1"/>
          </p:nvPr>
        </p:nvSpPr>
        <p:spPr bwMode="auto">
          <a:xfrm>
            <a:off x="417513" y="1089025"/>
            <a:ext cx="8229600" cy="33067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Text Box 9"/>
          <p:cNvSpPr txBox="1">
            <a:spLocks noChangeArrowheads="1"/>
          </p:cNvSpPr>
          <p:nvPr/>
        </p:nvSpPr>
        <p:spPr bwMode="auto">
          <a:xfrm>
            <a:off x="0" y="-352425"/>
            <a:ext cx="9144000" cy="233362"/>
          </a:xfrm>
          <a:prstGeom prst="rect">
            <a:avLst/>
          </a:prstGeom>
          <a:noFill/>
          <a:ln w="19050" algn="ctr">
            <a:noFill/>
            <a:miter lim="800000"/>
            <a:headEnd/>
            <a:tailEnd/>
          </a:ln>
          <a:effectLst/>
        </p:spPr>
        <p:txBody>
          <a:bodyPr lIns="90000" tIns="46800" rIns="90000" bIns="46800">
            <a:spAutoFit/>
          </a:bodyPr>
          <a:lstStyle/>
          <a:p>
            <a:pPr algn="ctr" defTabSz="762000" eaLnBrk="0" hangingPunct="0">
              <a:lnSpc>
                <a:spcPct val="90000"/>
              </a:lnSpc>
              <a:spcBef>
                <a:spcPct val="50000"/>
              </a:spcBef>
              <a:buClr>
                <a:schemeClr val="accent1"/>
              </a:buClr>
              <a:defRPr/>
            </a:pPr>
            <a:r>
              <a:rPr lang="en-US" sz="1000">
                <a:solidFill>
                  <a:schemeClr val="tx2"/>
                </a:solidFill>
                <a:latin typeface="+mn-lt"/>
                <a:cs typeface="+mn-cs"/>
              </a:rPr>
              <a:t>To change the document information in the footer, press [Alt + F8] and use the “FORM“</a:t>
            </a:r>
          </a:p>
        </p:txBody>
      </p:sp>
      <p:sp>
        <p:nvSpPr>
          <p:cNvPr id="41" name="AutoShape 57"/>
          <p:cNvSpPr>
            <a:spLocks noChangeArrowheads="1"/>
          </p:cNvSpPr>
          <p:nvPr/>
        </p:nvSpPr>
        <p:spPr bwMode="auto">
          <a:xfrm>
            <a:off x="1474788" y="5208588"/>
            <a:ext cx="287337" cy="134937"/>
          </a:xfrm>
          <a:prstGeom prst="roundRect">
            <a:avLst>
              <a:gd name="adj" fmla="val 16667"/>
            </a:avLst>
          </a:prstGeom>
          <a:solidFill>
            <a:schemeClr val="accent1"/>
          </a:solidFill>
          <a:ln w="9525">
            <a:noFill/>
            <a:round/>
            <a:headEnd/>
            <a:tailEnd/>
          </a:ln>
        </p:spPr>
        <p:txBody>
          <a:bodyPr lIns="18000" tIns="252000" rIns="18000" bIns="0"/>
          <a:lstStyle/>
          <a:p>
            <a:pPr defTabSz="603250" eaLnBrk="0" hangingPunct="0">
              <a:spcBef>
                <a:spcPct val="15000"/>
              </a:spcBef>
              <a:spcAft>
                <a:spcPct val="15000"/>
              </a:spcAft>
              <a:buClr>
                <a:schemeClr val="accent1"/>
              </a:buClr>
              <a:defRPr/>
            </a:pPr>
            <a:r>
              <a:rPr lang="en-GB" sz="500" b="1">
                <a:solidFill>
                  <a:schemeClr val="tx2"/>
                </a:solidFill>
                <a:latin typeface="+mn-lt"/>
                <a:cs typeface="Arial" panose="020B0604020202020204" pitchFamily="34" charset="0"/>
              </a:rPr>
              <a:t>R 18 </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G 65 </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B 145</a:t>
            </a:r>
          </a:p>
        </p:txBody>
      </p:sp>
      <p:sp>
        <p:nvSpPr>
          <p:cNvPr id="43" name="AutoShape 58"/>
          <p:cNvSpPr>
            <a:spLocks noChangeArrowheads="1"/>
          </p:cNvSpPr>
          <p:nvPr/>
        </p:nvSpPr>
        <p:spPr bwMode="auto">
          <a:xfrm>
            <a:off x="1835150" y="5208588"/>
            <a:ext cx="287338" cy="134937"/>
          </a:xfrm>
          <a:prstGeom prst="roundRect">
            <a:avLst>
              <a:gd name="adj" fmla="val 16667"/>
            </a:avLst>
          </a:prstGeom>
          <a:solidFill>
            <a:schemeClr val="accent2"/>
          </a:solidFill>
          <a:ln w="9525">
            <a:noFill/>
            <a:round/>
            <a:headEnd/>
            <a:tailEnd/>
          </a:ln>
        </p:spPr>
        <p:txBody>
          <a:bodyPr lIns="18000" tIns="252000" rIns="18000" bIns="0"/>
          <a:lstStyle/>
          <a:p>
            <a:pPr defTabSz="603250" eaLnBrk="0" hangingPunct="0">
              <a:spcBef>
                <a:spcPct val="15000"/>
              </a:spcBef>
              <a:spcAft>
                <a:spcPct val="15000"/>
              </a:spcAft>
              <a:buClr>
                <a:schemeClr val="accent1"/>
              </a:buClr>
              <a:defRPr/>
            </a:pPr>
            <a:r>
              <a:rPr lang="en-GB" sz="500" b="1">
                <a:solidFill>
                  <a:schemeClr val="tx2"/>
                </a:solidFill>
                <a:latin typeface="+mn-lt"/>
                <a:cs typeface="Arial" panose="020B0604020202020204" pitchFamily="34" charset="0"/>
              </a:rPr>
              <a:t>R 0 </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G 201 </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B 255</a:t>
            </a:r>
          </a:p>
        </p:txBody>
      </p:sp>
      <p:sp>
        <p:nvSpPr>
          <p:cNvPr id="44" name="AutoShape 59"/>
          <p:cNvSpPr>
            <a:spLocks noChangeArrowheads="1"/>
          </p:cNvSpPr>
          <p:nvPr/>
        </p:nvSpPr>
        <p:spPr bwMode="auto">
          <a:xfrm>
            <a:off x="2195513" y="5208588"/>
            <a:ext cx="287337" cy="134937"/>
          </a:xfrm>
          <a:prstGeom prst="roundRect">
            <a:avLst>
              <a:gd name="adj" fmla="val 16667"/>
            </a:avLst>
          </a:prstGeom>
          <a:solidFill>
            <a:schemeClr val="accent4"/>
          </a:solidFill>
          <a:ln w="9525">
            <a:noFill/>
            <a:round/>
            <a:headEnd/>
            <a:tailEnd/>
          </a:ln>
          <a:effectLst/>
        </p:spPr>
        <p:txBody>
          <a:bodyPr lIns="18000" tIns="252000" rIns="18000" bIns="0"/>
          <a:lstStyle/>
          <a:p>
            <a:pPr defTabSz="604647" eaLnBrk="0" fontAlgn="auto" hangingPunct="0">
              <a:spcBef>
                <a:spcPct val="15000"/>
              </a:spcBef>
              <a:spcAft>
                <a:spcPct val="15000"/>
              </a:spcAft>
              <a:buClr>
                <a:schemeClr val="accent1"/>
              </a:buClr>
              <a:defRPr/>
            </a:pPr>
            <a:r>
              <a:rPr lang="en-US" sz="500" b="1">
                <a:solidFill>
                  <a:schemeClr val="tx2"/>
                </a:solidFill>
                <a:latin typeface="+mn-lt"/>
                <a:cs typeface="Arial" panose="020B0604020202020204" pitchFamily="34" charset="0"/>
              </a:rPr>
              <a:t>R 104</a:t>
            </a:r>
            <a:br>
              <a:rPr lang="en-US" sz="500" b="1">
                <a:solidFill>
                  <a:schemeClr val="tx2"/>
                </a:solidFill>
                <a:latin typeface="+mn-lt"/>
                <a:cs typeface="Arial" panose="020B0604020202020204" pitchFamily="34" charset="0"/>
              </a:rPr>
            </a:br>
            <a:r>
              <a:rPr lang="en-US" sz="500" b="1">
                <a:solidFill>
                  <a:schemeClr val="tx2"/>
                </a:solidFill>
                <a:latin typeface="+mn-lt"/>
                <a:cs typeface="Arial" panose="020B0604020202020204" pitchFamily="34" charset="0"/>
              </a:rPr>
              <a:t>G 113</a:t>
            </a:r>
            <a:br>
              <a:rPr lang="en-US" sz="500" b="1">
                <a:solidFill>
                  <a:schemeClr val="tx2"/>
                </a:solidFill>
                <a:latin typeface="+mn-lt"/>
                <a:cs typeface="Arial" panose="020B0604020202020204" pitchFamily="34" charset="0"/>
              </a:rPr>
            </a:br>
            <a:r>
              <a:rPr lang="en-US" sz="500" b="1">
                <a:solidFill>
                  <a:schemeClr val="tx2"/>
                </a:solidFill>
                <a:latin typeface="+mn-lt"/>
                <a:cs typeface="Arial" panose="020B0604020202020204" pitchFamily="34" charset="0"/>
              </a:rPr>
              <a:t>B 122</a:t>
            </a:r>
          </a:p>
        </p:txBody>
      </p:sp>
      <p:sp>
        <p:nvSpPr>
          <p:cNvPr id="45" name="AutoShape 64"/>
          <p:cNvSpPr>
            <a:spLocks noChangeArrowheads="1"/>
          </p:cNvSpPr>
          <p:nvPr/>
        </p:nvSpPr>
        <p:spPr bwMode="auto">
          <a:xfrm>
            <a:off x="2916238" y="5208588"/>
            <a:ext cx="287337" cy="134937"/>
          </a:xfrm>
          <a:prstGeom prst="roundRect">
            <a:avLst>
              <a:gd name="adj" fmla="val 16667"/>
            </a:avLst>
          </a:prstGeom>
          <a:solidFill>
            <a:schemeClr val="accent6"/>
          </a:solidFill>
          <a:ln w="9525">
            <a:noFill/>
            <a:round/>
            <a:headEnd/>
            <a:tailEnd/>
          </a:ln>
        </p:spPr>
        <p:txBody>
          <a:bodyPr lIns="18000" tIns="252000" rIns="18000" bIns="0"/>
          <a:lstStyle/>
          <a:p>
            <a:pPr defTabSz="603250" eaLnBrk="0" hangingPunct="0">
              <a:spcBef>
                <a:spcPct val="15000"/>
              </a:spcBef>
              <a:spcAft>
                <a:spcPct val="15000"/>
              </a:spcAft>
              <a:buClr>
                <a:schemeClr val="accent1"/>
              </a:buClr>
              <a:defRPr/>
            </a:pPr>
            <a:r>
              <a:rPr lang="en-GB" sz="500" b="1">
                <a:solidFill>
                  <a:schemeClr val="tx2"/>
                </a:solidFill>
                <a:latin typeface="+mn-lt"/>
                <a:cs typeface="Arial" panose="020B0604020202020204" pitchFamily="34" charset="0"/>
              </a:rPr>
              <a:t>R 216</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G 217</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B 218</a:t>
            </a:r>
          </a:p>
        </p:txBody>
      </p:sp>
      <p:sp>
        <p:nvSpPr>
          <p:cNvPr id="46" name="AutoShape 65"/>
          <p:cNvSpPr>
            <a:spLocks noChangeArrowheads="1"/>
          </p:cNvSpPr>
          <p:nvPr/>
        </p:nvSpPr>
        <p:spPr bwMode="auto">
          <a:xfrm>
            <a:off x="2555875" y="5208588"/>
            <a:ext cx="287338" cy="134937"/>
          </a:xfrm>
          <a:prstGeom prst="roundRect">
            <a:avLst>
              <a:gd name="adj" fmla="val 16667"/>
            </a:avLst>
          </a:prstGeom>
          <a:solidFill>
            <a:schemeClr val="accent4"/>
          </a:solidFill>
          <a:ln w="9525">
            <a:noFill/>
            <a:round/>
            <a:headEnd/>
            <a:tailEnd/>
          </a:ln>
        </p:spPr>
        <p:txBody>
          <a:bodyPr lIns="18000" tIns="252000" rIns="18000" bIns="0"/>
          <a:lstStyle/>
          <a:p>
            <a:pPr defTabSz="603250" eaLnBrk="0" hangingPunct="0">
              <a:spcBef>
                <a:spcPct val="15000"/>
              </a:spcBef>
              <a:spcAft>
                <a:spcPct val="15000"/>
              </a:spcAft>
              <a:buClr>
                <a:schemeClr val="accent1"/>
              </a:buClr>
              <a:defRPr/>
            </a:pPr>
            <a:r>
              <a:rPr lang="en-GB" sz="500" b="1">
                <a:solidFill>
                  <a:schemeClr val="tx2"/>
                </a:solidFill>
                <a:latin typeface="+mn-lt"/>
                <a:cs typeface="Arial" panose="020B0604020202020204" pitchFamily="34" charset="0"/>
              </a:rPr>
              <a:t>R 168</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G 187</a:t>
            </a:r>
            <a:br>
              <a:rPr lang="en-GB" sz="500" b="1">
                <a:solidFill>
                  <a:schemeClr val="tx2"/>
                </a:solidFill>
                <a:latin typeface="+mn-lt"/>
                <a:cs typeface="Arial" panose="020B0604020202020204" pitchFamily="34" charset="0"/>
              </a:rPr>
            </a:br>
            <a:r>
              <a:rPr lang="en-GB" sz="500" b="1">
                <a:solidFill>
                  <a:schemeClr val="tx2"/>
                </a:solidFill>
                <a:latin typeface="+mn-lt"/>
                <a:cs typeface="Arial" panose="020B0604020202020204" pitchFamily="34" charset="0"/>
              </a:rPr>
              <a:t>B 192</a:t>
            </a:r>
          </a:p>
        </p:txBody>
      </p:sp>
      <p:sp>
        <p:nvSpPr>
          <p:cNvPr id="47" name="Rectangle 68"/>
          <p:cNvSpPr>
            <a:spLocks noChangeArrowheads="1"/>
          </p:cNvSpPr>
          <p:nvPr/>
        </p:nvSpPr>
        <p:spPr bwMode="auto">
          <a:xfrm>
            <a:off x="647700" y="5208588"/>
            <a:ext cx="792163" cy="134937"/>
          </a:xfrm>
          <a:prstGeom prst="rect">
            <a:avLst/>
          </a:prstGeom>
          <a:noFill/>
          <a:ln>
            <a:noFill/>
          </a:ln>
        </p:spPr>
        <p:txBody>
          <a:bodyPr wrap="none" lIns="18000" tIns="0" rIns="36000" bIns="0" anchor="ctr"/>
          <a:lstStyle/>
          <a:p>
            <a:pPr algn="r" defTabSz="603250" eaLnBrk="0" hangingPunct="0">
              <a:spcBef>
                <a:spcPct val="15000"/>
              </a:spcBef>
              <a:spcAft>
                <a:spcPct val="15000"/>
              </a:spcAft>
              <a:buClr>
                <a:schemeClr val="accent1"/>
              </a:buClr>
              <a:defRPr/>
            </a:pPr>
            <a:r>
              <a:rPr lang="en-GB" sz="500" b="1">
                <a:solidFill>
                  <a:schemeClr val="tx2"/>
                </a:solidFill>
                <a:latin typeface="Arial" panose="020B0604020202020204" pitchFamily="34" charset="0"/>
                <a:cs typeface="Arial" panose="020B0604020202020204" pitchFamily="34" charset="0"/>
              </a:rPr>
              <a:t>Core and </a:t>
            </a:r>
            <a:r>
              <a:rPr lang="en-GB" sz="500" b="1">
                <a:solidFill>
                  <a:schemeClr val="tx2"/>
                </a:solidFill>
                <a:latin typeface="+mn-lt"/>
                <a:cs typeface="Arial" panose="020B0604020202020204" pitchFamily="34" charset="0"/>
              </a:rPr>
              <a:t>background</a:t>
            </a:r>
            <a:r>
              <a:rPr lang="en-GB" sz="500" b="1">
                <a:solidFill>
                  <a:schemeClr val="tx2"/>
                </a:solidFill>
                <a:latin typeface="Arial" panose="020B0604020202020204" pitchFamily="34" charset="0"/>
                <a:cs typeface="Arial" panose="020B0604020202020204" pitchFamily="34" charset="0"/>
              </a:rPr>
              <a:t> colors:</a:t>
            </a:r>
          </a:p>
        </p:txBody>
      </p:sp>
      <p:sp>
        <p:nvSpPr>
          <p:cNvPr id="48" name="AutoShape 57"/>
          <p:cNvSpPr>
            <a:spLocks noChangeArrowheads="1"/>
          </p:cNvSpPr>
          <p:nvPr/>
        </p:nvSpPr>
        <p:spPr bwMode="auto">
          <a:xfrm>
            <a:off x="1474788" y="5208588"/>
            <a:ext cx="287337" cy="134937"/>
          </a:xfrm>
          <a:prstGeom prst="roundRect">
            <a:avLst>
              <a:gd name="adj" fmla="val 16667"/>
            </a:avLst>
          </a:prstGeom>
          <a:solidFill>
            <a:schemeClr val="tx1"/>
          </a:solidFill>
          <a:ln w="9525">
            <a:noFill/>
            <a:round/>
            <a:headEnd/>
            <a:tailEnd/>
          </a:ln>
        </p:spPr>
        <p:txBody>
          <a:bodyPr lIns="18000" tIns="252000" rIns="18000" bIns="0"/>
          <a:lstStyle/>
          <a:p>
            <a:pPr defTabSz="603250" eaLnBrk="0" hangingPunct="0">
              <a:spcBef>
                <a:spcPct val="15000"/>
              </a:spcBef>
              <a:spcAft>
                <a:spcPct val="15000"/>
              </a:spcAft>
              <a:buClr>
                <a:schemeClr val="accent1"/>
              </a:buClr>
              <a:defRPr/>
            </a:pPr>
            <a:endParaRPr lang="en-US" sz="500" b="1">
              <a:solidFill>
                <a:schemeClr val="tx2"/>
              </a:solidFill>
              <a:latin typeface="+mn-lt"/>
              <a:cs typeface="Arial" panose="020B0604020202020204" pitchFamily="34" charset="0"/>
            </a:endParaRPr>
          </a:p>
        </p:txBody>
      </p:sp>
      <p:sp>
        <p:nvSpPr>
          <p:cNvPr id="49" name="AutoShape 58"/>
          <p:cNvSpPr>
            <a:spLocks noChangeArrowheads="1"/>
          </p:cNvSpPr>
          <p:nvPr/>
        </p:nvSpPr>
        <p:spPr bwMode="auto">
          <a:xfrm>
            <a:off x="1835150" y="5208588"/>
            <a:ext cx="287338" cy="134937"/>
          </a:xfrm>
          <a:prstGeom prst="roundRect">
            <a:avLst>
              <a:gd name="adj" fmla="val 16667"/>
            </a:avLst>
          </a:prstGeom>
          <a:solidFill>
            <a:schemeClr val="accent1"/>
          </a:solidFill>
          <a:ln w="9525">
            <a:noFill/>
            <a:round/>
            <a:headEnd/>
            <a:tailEnd/>
          </a:ln>
        </p:spPr>
        <p:txBody>
          <a:bodyPr lIns="18000" tIns="252000" rIns="18000" bIns="0"/>
          <a:lstStyle/>
          <a:p>
            <a:pPr defTabSz="603250" eaLnBrk="0" hangingPunct="0">
              <a:spcBef>
                <a:spcPct val="15000"/>
              </a:spcBef>
              <a:spcAft>
                <a:spcPct val="15000"/>
              </a:spcAft>
              <a:buClr>
                <a:schemeClr val="accent1"/>
              </a:buClr>
              <a:defRPr/>
            </a:pPr>
            <a:endParaRPr lang="en-US" sz="500" b="1">
              <a:solidFill>
                <a:schemeClr val="tx2"/>
              </a:solidFill>
              <a:latin typeface="+mn-lt"/>
              <a:cs typeface="Arial" panose="020B0604020202020204" pitchFamily="34" charset="0"/>
            </a:endParaRPr>
          </a:p>
        </p:txBody>
      </p:sp>
      <p:sp>
        <p:nvSpPr>
          <p:cNvPr id="50" name="AutoShape 59"/>
          <p:cNvSpPr>
            <a:spLocks noChangeArrowheads="1"/>
          </p:cNvSpPr>
          <p:nvPr/>
        </p:nvSpPr>
        <p:spPr bwMode="auto">
          <a:xfrm>
            <a:off x="2195513" y="5208588"/>
            <a:ext cx="287337" cy="134937"/>
          </a:xfrm>
          <a:prstGeom prst="roundRect">
            <a:avLst>
              <a:gd name="adj" fmla="val 16667"/>
            </a:avLst>
          </a:prstGeom>
          <a:solidFill>
            <a:schemeClr val="bg2"/>
          </a:solidFill>
          <a:ln w="9525">
            <a:noFill/>
            <a:round/>
            <a:headEnd/>
            <a:tailEnd/>
          </a:ln>
          <a:effectLst/>
        </p:spPr>
        <p:txBody>
          <a:bodyPr lIns="18000" tIns="252000" rIns="18000" bIns="0"/>
          <a:lstStyle/>
          <a:p>
            <a:pPr defTabSz="604647" eaLnBrk="0" fontAlgn="auto" hangingPunct="0">
              <a:spcBef>
                <a:spcPct val="15000"/>
              </a:spcBef>
              <a:spcAft>
                <a:spcPct val="15000"/>
              </a:spcAft>
              <a:buClr>
                <a:schemeClr val="accent1"/>
              </a:buClr>
              <a:defRPr/>
            </a:pPr>
            <a:endParaRPr lang="en-US" sz="500" b="1">
              <a:solidFill>
                <a:schemeClr val="tx2"/>
              </a:solidFill>
              <a:latin typeface="+mn-lt"/>
              <a:ea typeface="+mn-ea"/>
              <a:cs typeface="Arial" panose="020B0604020202020204" pitchFamily="34" charset="0"/>
            </a:endParaRPr>
          </a:p>
        </p:txBody>
      </p:sp>
      <p:sp>
        <p:nvSpPr>
          <p:cNvPr id="51" name="Rectangle 68"/>
          <p:cNvSpPr>
            <a:spLocks noChangeArrowheads="1"/>
          </p:cNvSpPr>
          <p:nvPr/>
        </p:nvSpPr>
        <p:spPr bwMode="auto">
          <a:xfrm>
            <a:off x="647700" y="5208588"/>
            <a:ext cx="792163" cy="134937"/>
          </a:xfrm>
          <a:prstGeom prst="rect">
            <a:avLst/>
          </a:prstGeom>
          <a:noFill/>
          <a:ln>
            <a:noFill/>
          </a:ln>
        </p:spPr>
        <p:txBody>
          <a:bodyPr wrap="none" lIns="18000" tIns="0" rIns="36000" bIns="0" anchor="ctr"/>
          <a:lstStyle/>
          <a:p>
            <a:pPr algn="r" defTabSz="603250" eaLnBrk="0" hangingPunct="0">
              <a:spcBef>
                <a:spcPct val="15000"/>
              </a:spcBef>
              <a:spcAft>
                <a:spcPct val="15000"/>
              </a:spcAft>
              <a:buClr>
                <a:schemeClr val="accent1"/>
              </a:buClr>
              <a:defRPr/>
            </a:pPr>
            <a:endParaRPr lang="en-GB" sz="500" b="1">
              <a:solidFill>
                <a:schemeClr val="tx2"/>
              </a:solidFill>
              <a:latin typeface="Arial" panose="020B0604020202020204" pitchFamily="34" charset="0"/>
              <a:cs typeface="Arial" panose="020B0604020202020204" pitchFamily="34" charset="0"/>
            </a:endParaRPr>
          </a:p>
        </p:txBody>
      </p:sp>
      <p:sp>
        <p:nvSpPr>
          <p:cNvPr id="52" name="Date Placeholder 3"/>
          <p:cNvSpPr txBox="1">
            <a:spLocks/>
          </p:cNvSpPr>
          <p:nvPr/>
        </p:nvSpPr>
        <p:spPr>
          <a:xfrm>
            <a:off x="722313" y="4643438"/>
            <a:ext cx="687387" cy="138112"/>
          </a:xfrm>
          <a:prstGeom prst="rect">
            <a:avLst/>
          </a:prstGeom>
        </p:spPr>
        <p:txBody>
          <a:bodyPr lIns="0" tIns="0" rIns="0" bIns="0"/>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FEF4778-5275-AF44-A3A2-413C53D52084}" type="datetime1">
              <a:rPr lang="en-GB" sz="800" smtClean="0">
                <a:solidFill>
                  <a:schemeClr val="bg2"/>
                </a:solidFill>
                <a:latin typeface="+mn-lt"/>
                <a:cs typeface="Arial" panose="020B0604020202020204" pitchFamily="34" charset="0"/>
              </a:rPr>
              <a:pPr>
                <a:defRPr/>
              </a:pPr>
              <a:t>28/04/2022</a:t>
            </a:fld>
            <a:endParaRPr lang="en-GB" sz="800">
              <a:solidFill>
                <a:schemeClr val="bg2"/>
              </a:solidFill>
              <a:latin typeface="+mn-lt"/>
              <a:cs typeface="Arial" panose="020B0604020202020204" pitchFamily="34" charset="0"/>
            </a:endParaRPr>
          </a:p>
        </p:txBody>
      </p:sp>
      <p:sp>
        <p:nvSpPr>
          <p:cNvPr id="53" name="Slide Number Placeholder 5"/>
          <p:cNvSpPr txBox="1">
            <a:spLocks/>
          </p:cNvSpPr>
          <p:nvPr/>
        </p:nvSpPr>
        <p:spPr>
          <a:xfrm>
            <a:off x="433388" y="4643438"/>
            <a:ext cx="195262" cy="144462"/>
          </a:xfrm>
          <a:prstGeom prst="rect">
            <a:avLst/>
          </a:prstGeom>
        </p:spPr>
        <p:txBody>
          <a:bodyPr lIns="0" tIns="0" rIns="0" bIns="0"/>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9182688-34E5-4CE3-92E4-C88AA8BD9750}" type="slidenum">
              <a:rPr lang="en-GB" sz="800" smtClean="0">
                <a:solidFill>
                  <a:schemeClr val="bg2"/>
                </a:solidFill>
                <a:latin typeface="+mn-lt"/>
                <a:cs typeface="Arial" panose="020B0604020202020204" pitchFamily="34" charset="0"/>
              </a:rPr>
              <a:pPr>
                <a:defRPr/>
              </a:pPr>
              <a:t>‹#›</a:t>
            </a:fld>
            <a:endParaRPr lang="en-GB">
              <a:solidFill>
                <a:schemeClr val="bg2"/>
              </a:solidFill>
              <a:latin typeface="+mn-lt"/>
              <a:cs typeface="Arial" panose="020B0604020202020204" pitchFamily="34" charset="0"/>
            </a:endParaRPr>
          </a:p>
        </p:txBody>
      </p:sp>
      <p:pic>
        <p:nvPicPr>
          <p:cNvPr id="1050" name="Picture 1"/>
          <p:cNvPicPr>
            <a:picLocks/>
          </p:cNvPicPr>
          <p:nvPr/>
        </p:nvPicPr>
        <p:blipFill>
          <a:blip r:embed="rId19" cstate="print"/>
          <a:srcRect/>
          <a:stretch>
            <a:fillRect/>
          </a:stretch>
        </p:blipFill>
        <p:spPr bwMode="auto">
          <a:xfrm>
            <a:off x="7959725" y="4672013"/>
            <a:ext cx="701675" cy="115887"/>
          </a:xfrm>
          <a:prstGeom prst="rect">
            <a:avLst/>
          </a:prstGeom>
          <a:noFill/>
          <a:ln w="9525">
            <a:noFill/>
            <a:miter lim="800000"/>
            <a:headEnd/>
            <a:tailEnd/>
          </a:ln>
        </p:spPr>
      </p:pic>
      <p:sp>
        <p:nvSpPr>
          <p:cNvPr id="28" name="TextBox 27"/>
          <p:cNvSpPr txBox="1"/>
          <p:nvPr/>
        </p:nvSpPr>
        <p:spPr>
          <a:xfrm>
            <a:off x="1503363" y="4749800"/>
            <a:ext cx="6078537" cy="338138"/>
          </a:xfrm>
          <a:prstGeom prst="rect">
            <a:avLst/>
          </a:prstGeom>
          <a:noFill/>
        </p:spPr>
        <p:txBody>
          <a:bodyPr>
            <a:spAutoFit/>
          </a:bodyPr>
          <a:lstStyle/>
          <a:p>
            <a:pPr>
              <a:defRPr/>
            </a:pPr>
            <a:endParaRPr lang="en-GB" sz="800">
              <a:solidFill>
                <a:schemeClr val="bg2"/>
              </a:solidFill>
              <a:latin typeface="Arial" panose="020B0604020202020204" pitchFamily="34" charset="0"/>
              <a:ea typeface="+mn-ea"/>
              <a:cs typeface="Arial" panose="020B0604020202020204" pitchFamily="34" charset="0"/>
            </a:endParaRPr>
          </a:p>
          <a:p>
            <a:pPr>
              <a:defRPr/>
            </a:pPr>
            <a:endParaRPr lang="en-GB" sz="800">
              <a:solidFill>
                <a:schemeClr val="bg2"/>
              </a:solidFill>
              <a:latin typeface="Arial" panose="020B0604020202020204" pitchFamily="34" charset="0"/>
              <a:ea typeface="+mn-ea"/>
              <a:cs typeface="Arial" panose="020B0604020202020204" pitchFamily="34" charset="0"/>
            </a:endParaRPr>
          </a:p>
        </p:txBody>
      </p:sp>
      <p:sp>
        <p:nvSpPr>
          <p:cNvPr id="30" name="TextBox 29"/>
          <p:cNvSpPr txBox="1"/>
          <p:nvPr userDrawn="1"/>
        </p:nvSpPr>
        <p:spPr>
          <a:xfrm>
            <a:off x="432000" y="4788000"/>
            <a:ext cx="5048250" cy="123825"/>
          </a:xfrm>
          <a:prstGeom prst="rect">
            <a:avLst/>
          </a:prstGeom>
          <a:noFill/>
        </p:spPr>
        <p:txBody>
          <a:bodyPr lIns="0" tIns="0" rIns="0" bIns="0">
            <a:spAutoFit/>
          </a:bodyPr>
          <a:lstStyle/>
          <a:p>
            <a:pPr>
              <a:defRPr/>
            </a:pPr>
            <a:r>
              <a:rPr lang="en-GB" sz="800">
                <a:solidFill>
                  <a:srgbClr val="000000"/>
                </a:solidFill>
                <a:latin typeface="+mn-lt"/>
                <a:ea typeface="+mn-ea"/>
                <a:cs typeface="Arial" panose="020B0604020202020204" pitchFamily="34" charset="0"/>
              </a:rPr>
              <a:t>Confidential</a:t>
            </a:r>
          </a:p>
        </p:txBody>
      </p:sp>
      <p:sp>
        <p:nvSpPr>
          <p:cNvPr id="5" name="MSIPCMContentMarking" descr="{&quot;HashCode&quot;:-169759003,&quot;Placement&quot;:&quot;Footer&quot;,&quot;Top&quot;:387.862518,&quot;Left&quot;:318.090149,&quot;SlideWidth&quot;:720,&quot;SlideHeight&quot;:405}">
            <a:extLst>
              <a:ext uri="{FF2B5EF4-FFF2-40B4-BE49-F238E27FC236}">
                <a16:creationId xmlns:a16="http://schemas.microsoft.com/office/drawing/2014/main" id="{4CC2CBF8-C582-40BB-BE4B-5E6B0F7FACD8}"/>
              </a:ext>
            </a:extLst>
          </p:cNvPr>
          <p:cNvSpPr txBox="1"/>
          <p:nvPr userDrawn="1"/>
        </p:nvSpPr>
        <p:spPr>
          <a:xfrm>
            <a:off x="4039745" y="4925854"/>
            <a:ext cx="1064511" cy="217646"/>
          </a:xfrm>
          <a:prstGeom prst="rect">
            <a:avLst/>
          </a:prstGeom>
          <a:noFill/>
        </p:spPr>
        <p:txBody>
          <a:bodyPr vert="horz" wrap="square" lIns="0" tIns="0" rIns="0" bIns="0" rtlCol="0" anchor="ctr" anchorCtr="1">
            <a:spAutoFit/>
          </a:bodyPr>
          <a:lstStyle/>
          <a:p>
            <a:pPr algn="ctr">
              <a:spcBef>
                <a:spcPts val="0"/>
              </a:spcBef>
              <a:spcAft>
                <a:spcPts val="0"/>
              </a:spcAft>
            </a:pPr>
            <a:r>
              <a:rPr lang="en-GB" sz="800">
                <a:solidFill>
                  <a:srgbClr val="001753"/>
                </a:solidFill>
                <a:latin typeface="Arial" panose="020B0604020202020204" pitchFamily="34" charset="0"/>
              </a:rPr>
              <a:t>Nokia internal use</a:t>
            </a:r>
          </a:p>
        </p:txBody>
      </p:sp>
    </p:spTree>
    <p:extLst>
      <p:ext uri="{BB962C8B-B14F-4D97-AF65-F5344CB8AC3E}">
        <p14:creationId xmlns:p14="http://schemas.microsoft.com/office/powerpoint/2010/main" val="209901563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Lst>
  <p:hf sldNum="0" hdr="0"/>
  <p:txStyles>
    <p:titleStyle>
      <a:lvl1pPr algn="l" defTabSz="457200" rtl="0" eaLnBrk="1" fontAlgn="base" hangingPunct="1">
        <a:spcBef>
          <a:spcPct val="0"/>
        </a:spcBef>
        <a:spcAft>
          <a:spcPct val="0"/>
        </a:spcAft>
        <a:defRPr sz="1800" b="1" kern="1200">
          <a:solidFill>
            <a:schemeClr val="tx1"/>
          </a:solidFill>
          <a:latin typeface="+mj-lt"/>
          <a:ea typeface="ヒラギノ角ゴ Pro W3" charset="0"/>
          <a:cs typeface="Arial"/>
        </a:defRPr>
      </a:lvl1pPr>
      <a:lvl2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2pPr>
      <a:lvl3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3pPr>
      <a:lvl4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4pPr>
      <a:lvl5pPr algn="l" defTabSz="457200" rtl="0" eaLnBrk="1" fontAlgn="base" hangingPunct="1">
        <a:spcBef>
          <a:spcPct val="0"/>
        </a:spcBef>
        <a:spcAft>
          <a:spcPct val="0"/>
        </a:spcAft>
        <a:defRPr sz="4400" b="1">
          <a:solidFill>
            <a:schemeClr val="tx1"/>
          </a:solidFill>
          <a:latin typeface="Arial" charset="0"/>
          <a:ea typeface="ヒラギノ角ゴ Pro W3" charset="0"/>
          <a:cs typeface="Arial" pitchFamily="34" charset="0"/>
        </a:defRPr>
      </a:lvl5pPr>
      <a:lvl6pPr marL="457200" algn="l" defTabSz="457200" rtl="0" eaLnBrk="1" fontAlgn="base" hangingPunct="1">
        <a:spcBef>
          <a:spcPct val="0"/>
        </a:spcBef>
        <a:spcAft>
          <a:spcPct val="0"/>
        </a:spcAft>
        <a:defRPr b="1">
          <a:solidFill>
            <a:schemeClr val="bg2"/>
          </a:solidFill>
          <a:latin typeface="Arial" charset="0"/>
          <a:ea typeface="ヒラギノ角ゴ Pro W3" charset="0"/>
        </a:defRPr>
      </a:lvl6pPr>
      <a:lvl7pPr marL="914400" algn="l" defTabSz="457200" rtl="0" eaLnBrk="1" fontAlgn="base" hangingPunct="1">
        <a:spcBef>
          <a:spcPct val="0"/>
        </a:spcBef>
        <a:spcAft>
          <a:spcPct val="0"/>
        </a:spcAft>
        <a:defRPr b="1">
          <a:solidFill>
            <a:schemeClr val="bg2"/>
          </a:solidFill>
          <a:latin typeface="Arial" charset="0"/>
          <a:ea typeface="ヒラギノ角ゴ Pro W3" charset="0"/>
        </a:defRPr>
      </a:lvl7pPr>
      <a:lvl8pPr marL="1371600" algn="l" defTabSz="457200" rtl="0" eaLnBrk="1" fontAlgn="base" hangingPunct="1">
        <a:spcBef>
          <a:spcPct val="0"/>
        </a:spcBef>
        <a:spcAft>
          <a:spcPct val="0"/>
        </a:spcAft>
        <a:defRPr b="1">
          <a:solidFill>
            <a:schemeClr val="bg2"/>
          </a:solidFill>
          <a:latin typeface="Arial" charset="0"/>
          <a:ea typeface="ヒラギノ角ゴ Pro W3" charset="0"/>
        </a:defRPr>
      </a:lvl8pPr>
      <a:lvl9pPr marL="1828800" algn="l" defTabSz="457200" rtl="0" eaLnBrk="1" fontAlgn="base" hangingPunct="1">
        <a:spcBef>
          <a:spcPct val="0"/>
        </a:spcBef>
        <a:spcAft>
          <a:spcPct val="0"/>
        </a:spcAft>
        <a:defRPr b="1">
          <a:solidFill>
            <a:schemeClr val="bg2"/>
          </a:solidFill>
          <a:latin typeface="Arial" charset="0"/>
          <a:ea typeface="ヒラギノ角ゴ Pro W3" charset="0"/>
        </a:defRPr>
      </a:lvl9pPr>
    </p:titleStyle>
    <p:bodyStyle>
      <a:lvl1pPr marL="230188" indent="-230188" algn="l" defTabSz="457200" rtl="0" eaLnBrk="1" fontAlgn="base" hangingPunct="1">
        <a:spcBef>
          <a:spcPct val="0"/>
        </a:spcBef>
        <a:spcAft>
          <a:spcPts val="600"/>
        </a:spcAft>
        <a:buFont typeface="Arial" charset="0"/>
        <a:buChar char="•"/>
        <a:defRPr sz="3200" kern="1200">
          <a:solidFill>
            <a:schemeClr val="bg2"/>
          </a:solidFill>
          <a:latin typeface="+mn-lt"/>
          <a:ea typeface="ヒラギノ角ゴ Pro W3" charset="0"/>
          <a:cs typeface="ヒラギノ角ゴ Pro W3" charset="0"/>
        </a:defRPr>
      </a:lvl1pPr>
      <a:lvl2pPr marL="458788" indent="-228600" algn="l" defTabSz="457200" rtl="0" eaLnBrk="1" fontAlgn="base" hangingPunct="1">
        <a:spcBef>
          <a:spcPct val="0"/>
        </a:spcBef>
        <a:spcAft>
          <a:spcPts val="600"/>
        </a:spcAft>
        <a:buFont typeface="Lucida Grande"/>
        <a:buChar char="-"/>
        <a:defRPr sz="2800" kern="1200">
          <a:solidFill>
            <a:schemeClr val="bg2"/>
          </a:solidFill>
          <a:latin typeface="+mn-lt"/>
          <a:ea typeface="ヒラギノ角ゴ Pro W3" charset="0"/>
          <a:cs typeface="ヒラギノ角ゴ Pro W3"/>
        </a:defRPr>
      </a:lvl2pPr>
      <a:lvl3pPr marL="684213" indent="-225425" algn="l" defTabSz="457200" rtl="0" eaLnBrk="1" fontAlgn="base" hangingPunct="1">
        <a:spcBef>
          <a:spcPct val="0"/>
        </a:spcBef>
        <a:spcAft>
          <a:spcPts val="600"/>
        </a:spcAft>
        <a:buFont typeface="Arial" charset="0"/>
        <a:buChar char="•"/>
        <a:defRPr sz="2400" kern="1200">
          <a:solidFill>
            <a:schemeClr val="bg2"/>
          </a:solidFill>
          <a:latin typeface="+mn-lt"/>
          <a:ea typeface="ヒラギノ角ゴ Pro W3" charset="0"/>
          <a:cs typeface="ヒラギノ角ゴ Pro W3"/>
        </a:defRPr>
      </a:lvl3pPr>
      <a:lvl4pPr marL="912813" indent="-228600" algn="l" defTabSz="457200" rtl="0" eaLnBrk="1" fontAlgn="base" hangingPunct="1">
        <a:spcBef>
          <a:spcPct val="0"/>
        </a:spcBef>
        <a:spcAft>
          <a:spcPts val="600"/>
        </a:spcAft>
        <a:buFont typeface="Lucida Grande"/>
        <a:buChar char="-"/>
        <a:defRPr sz="2000" kern="1200">
          <a:solidFill>
            <a:schemeClr val="bg2"/>
          </a:solidFill>
          <a:latin typeface="+mn-lt"/>
          <a:ea typeface="ヒラギノ角ゴ Pro W3" charset="0"/>
          <a:cs typeface="ヒラギノ角ゴ Pro W3"/>
        </a:defRPr>
      </a:lvl4pPr>
      <a:lvl5pPr marL="1143000" indent="-230188" algn="l" defTabSz="457200" rtl="0" eaLnBrk="1" fontAlgn="base" hangingPunct="1">
        <a:spcBef>
          <a:spcPct val="0"/>
        </a:spcBef>
        <a:spcAft>
          <a:spcPts val="600"/>
        </a:spcAft>
        <a:buFont typeface="Arial" charset="0"/>
        <a:buChar char="•"/>
        <a:defRPr sz="2000" kern="1200">
          <a:solidFill>
            <a:schemeClr val="bg2"/>
          </a:solidFill>
          <a:latin typeface="+mn-lt"/>
          <a:ea typeface="ヒラギノ角ゴ Pro W3" charset="0"/>
          <a:cs typeface="ヒラギノ角ゴ Pro W3"/>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confluence.ext.net.nokia.com/display/LFS/Linux+Kernel+Vulnerabilities"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confluence.ext.net.nokia.com/display/LFS/Linux+Kernel+Vulnerabilities" TargetMode="External"/><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confluence.ext.net.nokia.com/pages/viewpage.action?spaceKey=LFS&amp;title=Dealing+with+FOSS#DealingwithFOSS-Usecase3.a:Versionupdateoflinuxkernel" TargetMode="External"/><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hyperlink" Target="https://grok.pscloud.emea.nsn-net.net/xref/LFS.master/component/lfs-kernel/meta-kernel/linux/files/debug_defconfig"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developer.arm.com/documentation/ddi0595/2021-06/AArch64-Registers/ESR-EL1--Exception-Syndrome-Register--EL1-?lang=en" TargetMode="External"/><Relationship Id="rId7" Type="http://schemas.openxmlformats.org/officeDocument/2006/relationships/customXml" Target="../ink/ink1.xml"/><Relationship Id="rId12"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hyperlink" Target="https://www.kernel.org/doc/html/latest/admin-guide/tainted-kernels.html" TargetMode="External"/><Relationship Id="rId11" Type="http://schemas.openxmlformats.org/officeDocument/2006/relationships/customXml" Target="../ink/ink3.xml"/><Relationship Id="rId5" Type="http://schemas.openxmlformats.org/officeDocument/2006/relationships/hyperlink" Target="https://elixir.bootlin.com/linux/v5.17.1/source/arch/arm64/mm/fault.c#L121" TargetMode="External"/><Relationship Id="rId10" Type="http://schemas.openxmlformats.org/officeDocument/2006/relationships/image" Target="../media/image16.png"/><Relationship Id="rId4" Type="http://schemas.openxmlformats.org/officeDocument/2006/relationships/hyperlink" Target="https://esr.arm64.dev/?#0x96000047" TargetMode="External"/><Relationship Id="rId9" Type="http://schemas.openxmlformats.org/officeDocument/2006/relationships/customXml" Target="../ink/ink2.xml"/></Relationships>
</file>

<file path=ppt/slides/_rels/slide12.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24.png"/><Relationship Id="rId3" Type="http://schemas.openxmlformats.org/officeDocument/2006/relationships/image" Target="../media/image18.png"/><Relationship Id="rId7" Type="http://schemas.openxmlformats.org/officeDocument/2006/relationships/image" Target="../media/image21.png"/><Relationship Id="rId12" Type="http://schemas.openxmlformats.org/officeDocument/2006/relationships/customXml" Target="../ink/ink7.xml"/><Relationship Id="rId2" Type="http://schemas.microsoft.com/office/2018/10/relationships/comments" Target="../comments/modernComment_86A10B0_D2DA99CB.xml"/><Relationship Id="rId1" Type="http://schemas.openxmlformats.org/officeDocument/2006/relationships/slideLayout" Target="../slideLayouts/slideLayout6.xml"/><Relationship Id="rId6" Type="http://schemas.openxmlformats.org/officeDocument/2006/relationships/customXml" Target="../ink/ink4.xml"/><Relationship Id="rId11" Type="http://schemas.openxmlformats.org/officeDocument/2006/relationships/image" Target="../media/image23.png"/><Relationship Id="rId5" Type="http://schemas.openxmlformats.org/officeDocument/2006/relationships/image" Target="../media/image20.png"/><Relationship Id="rId10" Type="http://schemas.openxmlformats.org/officeDocument/2006/relationships/customXml" Target="../ink/ink6.xml"/><Relationship Id="rId4" Type="http://schemas.openxmlformats.org/officeDocument/2006/relationships/image" Target="../media/image19.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hyperlink" Target="https://elixir.bootlin.com/linux/v5.10.110/source/lib/Kconfig.debug#L2426" TargetMode="External"/><Relationship Id="rId3" Type="http://schemas.openxmlformats.org/officeDocument/2006/relationships/hyperlink" Target="https://www.kernel.org/doc/html/latest/dev-tools/kasan.html" TargetMode="External"/><Relationship Id="rId7" Type="http://schemas.openxmlformats.org/officeDocument/2006/relationships/hyperlink" Target="https://elixir.bootlin.com/linux/v5.10.110/source/kernel/dma/Kconfig#L198" TargetMode="External"/><Relationship Id="rId2" Type="http://schemas.microsoft.com/office/2018/10/relationships/comments" Target="../comments/modernComment_86A10B2_D4E06639.xml"/><Relationship Id="rId1" Type="http://schemas.openxmlformats.org/officeDocument/2006/relationships/slideLayout" Target="../slideLayouts/slideLayout6.xml"/><Relationship Id="rId6" Type="http://schemas.openxmlformats.org/officeDocument/2006/relationships/hyperlink" Target="https://elixir.bootlin.com/linux/v5.17.4/source/mm/Kconfig.debug#L11" TargetMode="External"/><Relationship Id="rId5" Type="http://schemas.openxmlformats.org/officeDocument/2006/relationships/hyperlink" Target="https://elixir.bootlin.com/linux/v5.10.110/source/lib/Kconfig.debug#L1508" TargetMode="External"/><Relationship Id="rId10" Type="http://schemas.openxmlformats.org/officeDocument/2006/relationships/hyperlink" Target="https://confluence.ext.net.nokia.com/pages/viewpage.action?spaceKey=LFS&amp;title=Kernel+crashes" TargetMode="External"/><Relationship Id="rId4" Type="http://schemas.openxmlformats.org/officeDocument/2006/relationships/hyperlink" Target="https://www.kernel.org/doc/html/latest/vm/slub.html#:~:text=SLUB%20can%20enable%20debugging%20only,full%20debugging%20for%20all%20slabs." TargetMode="External"/><Relationship Id="rId9" Type="http://schemas.openxmlformats.org/officeDocument/2006/relationships/hyperlink" Target="https://gerrit.ext.net.nokia.com/gerrit/c/MN/RPSW/LFS/build/linux/+/413048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hyperlink" Target="https://man7.org/linux/man-pages/man1/top.1.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confluence.ext.net.nokia.com/pages/viewpage.action?pageId=1183449405" TargetMode="Externa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www.kernel.org/doc/html/latest/trace/ftrace.html" TargetMode="External"/><Relationship Id="rId2" Type="http://schemas.openxmlformats.org/officeDocument/2006/relationships/hyperlink" Target="https://rt.wiki.kernel.org/index.php/Threaded_RT-application_with_memory_locking_and_stack_handling_example"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confluence.ext.net.nokia.com/display/LFS/FTRACE+debugging" TargetMode="External"/><Relationship Id="rId2" Type="http://schemas.microsoft.com/office/2018/10/relationships/comments" Target="../comments/modernComment_86A10B6_CE837D23.xml"/><Relationship Id="rId1" Type="http://schemas.openxmlformats.org/officeDocument/2006/relationships/slideLayout" Target="../slideLayouts/slideLayout6.xml"/><Relationship Id="rId5" Type="http://schemas.openxmlformats.org/officeDocument/2006/relationships/hyperlink" Target="https://www.kernel.org/doc/html/latest/trace/ftrace.html" TargetMode="Externa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grok.pscloud.emea.nsn-net.net/xref/LFS.master/component/lfs-kernel/src/kernel-modules-lfs-extra/debug/pfkiller.c"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www.kernel.org/doc/html/latest/RCU/whatisRCU.html" TargetMode="External"/><Relationship Id="rId2" Type="http://schemas.openxmlformats.org/officeDocument/2006/relationships/hyperlink" Target="https://access.redhat.com/solutions/2260151" TargetMode="External"/><Relationship Id="rId1" Type="http://schemas.openxmlformats.org/officeDocument/2006/relationships/slideLayout" Target="../slideLayouts/slideLayout6.xml"/><Relationship Id="rId4" Type="http://schemas.openxmlformats.org/officeDocument/2006/relationships/hyperlink" Target="https://docs.kernel.org/RCU/stallwarn.html"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gerrit.ext.net.nokia.com/gerrit/gitweb?p=MN/RPSW/LFS/build/linux.git;a=commitdiff;h=89920e0c03483e2743eddd959d70d817d5dc264f" TargetMode="Externa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docs.kernel.org/RCU/stallwarn.html" TargetMode="External"/><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40.png"/><Relationship Id="rId3" Type="http://schemas.openxmlformats.org/officeDocument/2006/relationships/hyperlink" Target="https://www.kernel.org/doc/html/latest/RCU/stallwarn.html" TargetMode="External"/><Relationship Id="rId7" Type="http://schemas.openxmlformats.org/officeDocument/2006/relationships/image" Target="../media/image37.png"/><Relationship Id="rId12" Type="http://schemas.openxmlformats.org/officeDocument/2006/relationships/customXml" Target="../ink/ink12.xml"/><Relationship Id="rId2"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customXml" Target="../ink/ink9.xml"/><Relationship Id="rId11" Type="http://schemas.openxmlformats.org/officeDocument/2006/relationships/image" Target="../media/image39.png"/><Relationship Id="rId5" Type="http://schemas.openxmlformats.org/officeDocument/2006/relationships/image" Target="../media/image36.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hyperlink" Target="https://grok.pscloud.emea.nsn-net.net/xref/LFS.master/component/lfs-kernel/src/kernel-modules-lfs-extra/drivers/hogger/hogger.c" TargetMode="External"/><Relationship Id="rId2" Type="http://schemas.openxmlformats.org/officeDocument/2006/relationships/hyperlink" Target="https://gerrit.ext.net.nokia.com/gerrit/c/MN/RPSW/LFS/build/linux/+/3986379"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kernel.org/doc/Documentation/filesystems/proc.txt" TargetMode="Externa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s://www.kernel.org/doc/html/latest/dev-tools/kmemleak.html" TargetMode="External"/><Relationship Id="rId2" Type="http://schemas.openxmlformats.org/officeDocument/2006/relationships/hyperlink" Target="https://man7.org/linux/man-pages/man5/slabinfo.5.html" TargetMode="External"/><Relationship Id="rId1" Type="http://schemas.openxmlformats.org/officeDocument/2006/relationships/slideLayout" Target="../slideLayouts/slideLayout6.xml"/><Relationship Id="rId5" Type="http://schemas.openxmlformats.org/officeDocument/2006/relationships/hyperlink" Target="https://utcc.utoronto.ca/~cks/space/blog/linux/KernelMemoryZones" TargetMode="External"/><Relationship Id="rId4" Type="http://schemas.openxmlformats.org/officeDocument/2006/relationships/hyperlink" Target="https://elixir.bootlin.com/linux/v5.17.4/source/mm/Kconfig.debug#L48"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nokialearn.csod.com/ui/lms-learning-details/app/course/7225fce1-e3e5-525e-bc0c-e64087fa1118" TargetMode="External"/><Relationship Id="rId2" Type="http://schemas.openxmlformats.org/officeDocument/2006/relationships/hyperlink" Target="https://docs.kernel.org/" TargetMode="External"/><Relationship Id="rId1" Type="http://schemas.openxmlformats.org/officeDocument/2006/relationships/slideLayout" Target="../slideLayouts/slideLayout6.xml"/><Relationship Id="rId6" Type="http://schemas.openxmlformats.org/officeDocument/2006/relationships/hyperlink" Target="https://confluence.ext.net.nokia.com/display/LFS/LFS+Kernel" TargetMode="External"/><Relationship Id="rId5" Type="http://schemas.openxmlformats.org/officeDocument/2006/relationships/hyperlink" Target="https://nokialearn.csod.com/ui/lms-learning-details/app/course/99b3e9ae-312d-5f64-a3c0-fd3d03d2566d" TargetMode="External"/><Relationship Id="rId4" Type="http://schemas.openxmlformats.org/officeDocument/2006/relationships/hyperlink" Target="https://nokialearn.csod.com/ui/lms-learning-details/app/course/dce6be67-ca3c-50ef-a37e-56dd283d58a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8" Type="http://schemas.openxmlformats.org/officeDocument/2006/relationships/hyperlink" Target="https://gerrit.ext.net.nokia.com/gerrit/gitweb?p=MN/RPSW/LFS/build/linux.git;a=commitdiff;h=89920e0c03483e2743eddd959d70d817d5dc264f" TargetMode="External"/><Relationship Id="rId3" Type="http://schemas.openxmlformats.org/officeDocument/2006/relationships/hyperlink" Target="https://cc4twc.ext.net.nokia.com/webapp/collaborator/document/aa9d1cc2-2ddf-4eea-b170-5dc7376ea320?viewId=bb07ce0d-0787-42d2-ba3a-0d2d6802597a&amp;viewType=model&amp;sectionId=85e49682-cb39-4009-9bf5-fd7c374bd1a5" TargetMode="External"/><Relationship Id="rId7" Type="http://schemas.openxmlformats.org/officeDocument/2006/relationships/hyperlink" Target="https://www.codetd.com/en/article/12667658" TargetMode="External"/><Relationship Id="rId2" Type="http://schemas.openxmlformats.org/officeDocument/2006/relationships/hyperlink" Target="https://nokia.sharepoint.com/:p:/r/sites/ps/lfs/_layouts/15/Doc.aspx?sourcedoc=%7B0A59D588-A7E4-4B64-AF3B-B91FB55F5B5A%7D&amp;file=LFS-_A_high_level_overview_of_the_Linux_for_NOKIAs_embedded_BTS_-_Martin_Krohn.pptx&amp;action=edit&amp;mobileredirect=true" TargetMode="External"/><Relationship Id="rId1" Type="http://schemas.openxmlformats.org/officeDocument/2006/relationships/slideLayout" Target="../slideLayouts/slideLayout6.xml"/><Relationship Id="rId6" Type="http://schemas.openxmlformats.org/officeDocument/2006/relationships/hyperlink" Target="https://access.redhat.com/solutions/2260151" TargetMode="External"/><Relationship Id="rId11" Type="http://schemas.openxmlformats.org/officeDocument/2006/relationships/hyperlink" Target="https://www.youtube.com/watch?v=23_GOr8Sz-E" TargetMode="External"/><Relationship Id="rId5" Type="http://schemas.openxmlformats.org/officeDocument/2006/relationships/hyperlink" Target="https://prepinsta.com/operating-systems/deadlock-introduction/" TargetMode="External"/><Relationship Id="rId10" Type="http://schemas.openxmlformats.org/officeDocument/2006/relationships/hyperlink" Target="https://docs.kernel.org/RCU/stallwarn.html" TargetMode="External"/><Relationship Id="rId4" Type="http://schemas.openxmlformats.org/officeDocument/2006/relationships/hyperlink" Target="https://www.kernel.org/doc/Documentation/RCU/stallwarn.txt" TargetMode="External"/><Relationship Id="rId9" Type="http://schemas.openxmlformats.org/officeDocument/2006/relationships/hyperlink" Target="https://www.kernel.org/doc/html/latest/RCU/whatisRCU.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3AE4A4-F521-4B46-BB77-BDFFF6278B02}"/>
              </a:ext>
            </a:extLst>
          </p:cNvPr>
          <p:cNvSpPr>
            <a:spLocks noGrp="1"/>
          </p:cNvSpPr>
          <p:nvPr>
            <p:ph type="body" sz="quarter" idx="11"/>
          </p:nvPr>
        </p:nvSpPr>
        <p:spPr>
          <a:xfrm>
            <a:off x="367200" y="900000"/>
            <a:ext cx="8359200" cy="1302611"/>
          </a:xfrm>
        </p:spPr>
        <p:txBody>
          <a:bodyPr/>
          <a:lstStyle/>
          <a:p>
            <a:r>
              <a:rPr lang="en-US" sz="6000"/>
              <a:t>LFS Kernel Training</a:t>
            </a:r>
          </a:p>
        </p:txBody>
      </p:sp>
      <p:sp>
        <p:nvSpPr>
          <p:cNvPr id="3" name="Text Placeholder 2">
            <a:extLst>
              <a:ext uri="{FF2B5EF4-FFF2-40B4-BE49-F238E27FC236}">
                <a16:creationId xmlns:a16="http://schemas.microsoft.com/office/drawing/2014/main" id="{A4E748F3-52F3-4227-86AD-9C50826A6263}"/>
              </a:ext>
            </a:extLst>
          </p:cNvPr>
          <p:cNvSpPr>
            <a:spLocks noGrp="1"/>
          </p:cNvSpPr>
          <p:nvPr>
            <p:ph type="body" sz="quarter" idx="12"/>
          </p:nvPr>
        </p:nvSpPr>
        <p:spPr>
          <a:xfrm>
            <a:off x="392400" y="3481087"/>
            <a:ext cx="8308800" cy="1035094"/>
          </a:xfrm>
        </p:spPr>
        <p:txBody>
          <a:bodyPr lIns="0" tIns="0" rIns="0" bIns="0" anchor="t">
            <a:normAutofit fontScale="70000" lnSpcReduction="20000"/>
          </a:bodyPr>
          <a:lstStyle/>
          <a:p>
            <a:pPr lvl="0">
              <a:lnSpc>
                <a:spcPct val="100000"/>
              </a:lnSpc>
            </a:pPr>
            <a:endParaRPr lang="en-US"/>
          </a:p>
          <a:p>
            <a:pPr lvl="0">
              <a:lnSpc>
                <a:spcPct val="100000"/>
              </a:lnSpc>
            </a:pPr>
            <a:endParaRPr lang="en-US">
              <a:latin typeface="Nokia Pure Text Light"/>
            </a:endParaRPr>
          </a:p>
          <a:p>
            <a:pPr lvl="0">
              <a:lnSpc>
                <a:spcPct val="100000"/>
              </a:lnSpc>
            </a:pPr>
            <a:endParaRPr lang="en-US">
              <a:latin typeface="Nokia Pure Text Light"/>
            </a:endParaRPr>
          </a:p>
          <a:p>
            <a:pPr lvl="0">
              <a:lnSpc>
                <a:spcPct val="100000"/>
              </a:lnSpc>
            </a:pPr>
            <a:r>
              <a:rPr lang="en-US">
                <a:latin typeface="Nokia Pure Text Light"/>
              </a:rPr>
              <a:t>01-04-2022</a:t>
            </a:r>
          </a:p>
          <a:p>
            <a:pPr>
              <a:lnSpc>
                <a:spcPct val="100000"/>
              </a:lnSpc>
            </a:pPr>
            <a:r>
              <a:rPr lang="en-US">
                <a:latin typeface="Nokia Pure Text Light"/>
              </a:rPr>
              <a:t>Wladislav Wiebe</a:t>
            </a:r>
          </a:p>
        </p:txBody>
      </p:sp>
      <p:sp>
        <p:nvSpPr>
          <p:cNvPr id="4" name="Footer Placeholder 3">
            <a:extLst>
              <a:ext uri="{FF2B5EF4-FFF2-40B4-BE49-F238E27FC236}">
                <a16:creationId xmlns:a16="http://schemas.microsoft.com/office/drawing/2014/main" id="{8378866F-5820-452E-883A-ECAB295F1E95}"/>
              </a:ext>
            </a:extLst>
          </p:cNvPr>
          <p:cNvSpPr>
            <a:spLocks noGrp="1"/>
          </p:cNvSpPr>
          <p:nvPr>
            <p:ph type="ftr" sz="quarter" idx="13"/>
          </p:nvPr>
        </p:nvSpPr>
        <p:spPr>
          <a:xfrm>
            <a:off x="2304000" y="4816800"/>
            <a:ext cx="4536000" cy="122400"/>
          </a:xfrm>
          <a:prstGeom prst="rect">
            <a:avLst/>
          </a:prstGeom>
        </p:spPr>
        <p:txBody>
          <a:bodyPr/>
          <a:lstStyle/>
          <a:p>
            <a:pPr algn="ctr"/>
            <a:r>
              <a:rPr lang="en-GB">
                <a:cs typeface="Arial" panose="020B0604020202020204" pitchFamily="34" charset="0"/>
              </a:rPr>
              <a:t>01-04-2022</a:t>
            </a:r>
          </a:p>
        </p:txBody>
      </p:sp>
      <p:sp>
        <p:nvSpPr>
          <p:cNvPr id="5" name="TextBox 4">
            <a:extLst>
              <a:ext uri="{FF2B5EF4-FFF2-40B4-BE49-F238E27FC236}">
                <a16:creationId xmlns:a16="http://schemas.microsoft.com/office/drawing/2014/main" id="{BB473026-1507-442A-A47D-8965FEEEBF51}"/>
              </a:ext>
            </a:extLst>
          </p:cNvPr>
          <p:cNvSpPr txBox="1"/>
          <p:nvPr/>
        </p:nvSpPr>
        <p:spPr>
          <a:xfrm>
            <a:off x="3200400" y="234315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2165169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5AA23F7-6244-42CE-917E-D754B097EBBF}"/>
              </a:ext>
            </a:extLst>
          </p:cNvPr>
          <p:cNvSpPr>
            <a:spLocks noGrp="1"/>
          </p:cNvSpPr>
          <p:nvPr>
            <p:ph type="body" sz="quarter" idx="11"/>
          </p:nvPr>
        </p:nvSpPr>
        <p:spPr/>
        <p:txBody>
          <a:bodyPr/>
          <a:lstStyle/>
          <a:p>
            <a:r>
              <a:rPr lang="de-DE"/>
              <a:t>Agenda</a:t>
            </a:r>
          </a:p>
        </p:txBody>
      </p:sp>
      <p:sp>
        <p:nvSpPr>
          <p:cNvPr id="4" name="Text Placeholder 3">
            <a:extLst>
              <a:ext uri="{FF2B5EF4-FFF2-40B4-BE49-F238E27FC236}">
                <a16:creationId xmlns:a16="http://schemas.microsoft.com/office/drawing/2014/main" id="{0AD0545C-635C-457F-B2BF-CA82FE9B1388}"/>
              </a:ext>
            </a:extLst>
          </p:cNvPr>
          <p:cNvSpPr>
            <a:spLocks noGrp="1"/>
          </p:cNvSpPr>
          <p:nvPr>
            <p:ph type="body" sz="quarter" idx="12"/>
          </p:nvPr>
        </p:nvSpPr>
        <p:spPr/>
        <p:txBody>
          <a:bodyPr lIns="0" tIns="0" rIns="0" bIns="0" anchor="t">
            <a:normAutofit/>
          </a:bodyPr>
          <a:lstStyle/>
          <a:p>
            <a:pPr marL="285750" indent="-285750">
              <a:buFont typeface="Arial" panose="020B0604020202020204" pitchFamily="34" charset="0"/>
              <a:buChar char="•"/>
            </a:pPr>
            <a:r>
              <a:rPr lang="de-DE" err="1"/>
              <a:t>Architectural</a:t>
            </a:r>
            <a:r>
              <a:rPr lang="de-DE"/>
              <a:t> </a:t>
            </a:r>
            <a:r>
              <a:rPr lang="de-DE" err="1"/>
              <a:t>overview</a:t>
            </a:r>
            <a:br>
              <a:rPr lang="de-DE"/>
            </a:br>
            <a:endParaRPr lang="de-DE"/>
          </a:p>
          <a:p>
            <a:pPr marL="285750" indent="-285750">
              <a:buFont typeface="Arial" panose="020B0604020202020204" pitchFamily="34" charset="0"/>
              <a:buChar char="•"/>
            </a:pPr>
            <a:r>
              <a:rPr lang="de-DE"/>
              <a:t>LFS Kernel </a:t>
            </a:r>
            <a:r>
              <a:rPr lang="de-DE" err="1"/>
              <a:t>use</a:t>
            </a:r>
            <a:r>
              <a:rPr lang="de-DE"/>
              <a:t> </a:t>
            </a:r>
            <a:r>
              <a:rPr lang="de-DE" err="1"/>
              <a:t>case</a:t>
            </a:r>
            <a:br>
              <a:rPr lang="de-DE"/>
            </a:br>
            <a:endParaRPr lang="de-DE"/>
          </a:p>
          <a:p>
            <a:pPr marL="285750" indent="-285750">
              <a:buFont typeface="Arial" panose="020B0604020202020204" pitchFamily="34" charset="0"/>
              <a:buChar char="•"/>
            </a:pPr>
            <a:r>
              <a:rPr lang="de-DE" err="1"/>
              <a:t>Repositories</a:t>
            </a:r>
            <a:r>
              <a:rPr lang="de-DE"/>
              <a:t> and </a:t>
            </a:r>
            <a:r>
              <a:rPr lang="de-DE" err="1"/>
              <a:t>configuration</a:t>
            </a:r>
            <a:br>
              <a:rPr lang="de-DE"/>
            </a:br>
            <a:endParaRPr lang="de-DE"/>
          </a:p>
          <a:p>
            <a:pPr marL="285750" indent="-285750">
              <a:buFont typeface="Arial" panose="020B0604020202020204" pitchFamily="34" charset="0"/>
              <a:buChar char="•"/>
            </a:pPr>
            <a:r>
              <a:rPr lang="de-DE"/>
              <a:t>Security </a:t>
            </a:r>
            <a:r>
              <a:rPr lang="de-DE" err="1"/>
              <a:t>Hardening</a:t>
            </a:r>
            <a:br>
              <a:rPr lang="de-DE"/>
            </a:br>
            <a:endParaRPr lang="de-DE"/>
          </a:p>
          <a:p>
            <a:pPr marL="285750" indent="-285750">
              <a:buFont typeface="Arial" panose="020B0604020202020204" pitchFamily="34" charset="0"/>
              <a:buChar char="•"/>
            </a:pPr>
            <a:r>
              <a:rPr lang="de-DE"/>
              <a:t>Update </a:t>
            </a:r>
            <a:r>
              <a:rPr lang="de-DE" err="1"/>
              <a:t>strategy</a:t>
            </a:r>
            <a:br>
              <a:rPr lang="de-DE"/>
            </a:br>
            <a:endParaRPr lang="de-DE"/>
          </a:p>
          <a:p>
            <a:pPr marL="285750" indent="-285750">
              <a:buFont typeface="Arial" panose="020B0604020202020204" pitchFamily="34" charset="0"/>
              <a:buChar char="•"/>
            </a:pPr>
            <a:r>
              <a:rPr lang="de-DE"/>
              <a:t>Troubleshooting</a:t>
            </a:r>
          </a:p>
          <a:p>
            <a:pPr marL="285750" indent="-285750">
              <a:buChar char="•"/>
            </a:pPr>
            <a:endParaRPr lang="de-DE"/>
          </a:p>
          <a:p>
            <a:pPr marL="285750" indent="-285750">
              <a:buFont typeface="Arial" panose="020B0604020202020204" pitchFamily="34" charset="0"/>
              <a:buChar char="•"/>
            </a:pPr>
            <a:endParaRPr lang="de-DE"/>
          </a:p>
        </p:txBody>
      </p:sp>
      <p:sp>
        <p:nvSpPr>
          <p:cNvPr id="6" name="Footer Placeholder 5">
            <a:extLst>
              <a:ext uri="{FF2B5EF4-FFF2-40B4-BE49-F238E27FC236}">
                <a16:creationId xmlns:a16="http://schemas.microsoft.com/office/drawing/2014/main" id="{8F379CE7-C60D-477B-B57C-9AEA175DD0B6}"/>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1695291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FCEC714-D88E-44CC-AEFB-93A2403C3143}"/>
              </a:ext>
            </a:extLst>
          </p:cNvPr>
          <p:cNvSpPr>
            <a:spLocks noGrp="1"/>
          </p:cNvSpPr>
          <p:nvPr>
            <p:ph type="body" sz="quarter" idx="11"/>
          </p:nvPr>
        </p:nvSpPr>
        <p:spPr/>
        <p:txBody>
          <a:bodyPr lIns="0" tIns="0" rIns="0" bIns="0" anchor="t"/>
          <a:lstStyle/>
          <a:p>
            <a:r>
              <a:rPr lang="de-DE"/>
              <a:t>Architectural </a:t>
            </a:r>
            <a:r>
              <a:rPr lang="de-DE" err="1"/>
              <a:t>overview</a:t>
            </a:r>
            <a:endParaRPr lang="de-DE"/>
          </a:p>
        </p:txBody>
      </p:sp>
      <p:sp>
        <p:nvSpPr>
          <p:cNvPr id="6" name="Footer Placeholder 5">
            <a:extLst>
              <a:ext uri="{FF2B5EF4-FFF2-40B4-BE49-F238E27FC236}">
                <a16:creationId xmlns:a16="http://schemas.microsoft.com/office/drawing/2014/main" id="{C7EAD406-0DD9-4744-9B17-7FEE7F9E8F6D}"/>
              </a:ext>
            </a:extLst>
          </p:cNvPr>
          <p:cNvSpPr>
            <a:spLocks noGrp="1"/>
          </p:cNvSpPr>
          <p:nvPr>
            <p:ph type="ftr" sz="quarter" idx="14"/>
          </p:nvPr>
        </p:nvSpPr>
        <p:spPr/>
        <p:txBody>
          <a:bodyPr/>
          <a:lstStyle/>
          <a:p>
            <a:r>
              <a:rPr lang="en-GB"/>
              <a:t>01-04-2022</a:t>
            </a:r>
            <a:endParaRPr lang="en-US"/>
          </a:p>
        </p:txBody>
      </p:sp>
      <p:pic>
        <p:nvPicPr>
          <p:cNvPr id="82946" name="Picture 2">
            <a:extLst>
              <a:ext uri="{FF2B5EF4-FFF2-40B4-BE49-F238E27FC236}">
                <a16:creationId xmlns:a16="http://schemas.microsoft.com/office/drawing/2014/main" id="{1B3D71E4-AA51-44D3-98B1-F569ECFDE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961" y="494872"/>
            <a:ext cx="5492027" cy="453585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270092-141C-4B2D-AD16-EFF3ECAA3182}"/>
              </a:ext>
            </a:extLst>
          </p:cNvPr>
          <p:cNvSpPr txBox="1"/>
          <p:nvPr/>
        </p:nvSpPr>
        <p:spPr>
          <a:xfrm>
            <a:off x="3932837" y="4492587"/>
            <a:ext cx="1400654" cy="247713"/>
          </a:xfrm>
          <a:prstGeom prst="rect">
            <a:avLst/>
          </a:prstGeom>
          <a:noFill/>
        </p:spPr>
        <p:txBody>
          <a:bodyPr wrap="none" lIns="72000" tIns="72000" rIns="72000" bIns="72000" rtlCol="0">
            <a:noAutofit/>
          </a:bodyPr>
          <a:lstStyle/>
          <a:p>
            <a:pPr algn="l">
              <a:spcAft>
                <a:spcPts val="300"/>
              </a:spcAft>
              <a:buSzPct val="100000"/>
            </a:pPr>
            <a:r>
              <a:rPr lang="de-DE" sz="800">
                <a:solidFill>
                  <a:schemeClr val="tx2"/>
                </a:solidFill>
              </a:rPr>
              <a:t>[1] </a:t>
            </a:r>
            <a:r>
              <a:rPr lang="de-DE" sz="800" err="1">
                <a:solidFill>
                  <a:schemeClr val="tx2"/>
                </a:solidFill>
              </a:rPr>
              <a:t>Layered</a:t>
            </a:r>
            <a:r>
              <a:rPr lang="de-DE" sz="800">
                <a:solidFill>
                  <a:schemeClr val="tx2"/>
                </a:solidFill>
              </a:rPr>
              <a:t> LFS </a:t>
            </a:r>
            <a:r>
              <a:rPr lang="de-DE" sz="800" err="1">
                <a:solidFill>
                  <a:schemeClr val="tx2"/>
                </a:solidFill>
              </a:rPr>
              <a:t>overview</a:t>
            </a:r>
            <a:endParaRPr lang="de-DE" sz="800">
              <a:solidFill>
                <a:schemeClr val="tx2"/>
              </a:solidFill>
            </a:endParaRPr>
          </a:p>
        </p:txBody>
      </p:sp>
      <p:sp>
        <p:nvSpPr>
          <p:cNvPr id="2" name="Rectangle: Rounded Corners 1">
            <a:extLst>
              <a:ext uri="{FF2B5EF4-FFF2-40B4-BE49-F238E27FC236}">
                <a16:creationId xmlns:a16="http://schemas.microsoft.com/office/drawing/2014/main" id="{C3B9DB3B-2277-4AEE-B80D-78541FDAE245}"/>
              </a:ext>
            </a:extLst>
          </p:cNvPr>
          <p:cNvSpPr/>
          <p:nvPr/>
        </p:nvSpPr>
        <p:spPr>
          <a:xfrm>
            <a:off x="1606858" y="2917794"/>
            <a:ext cx="5513033" cy="1023892"/>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Tree>
    <p:extLst>
      <p:ext uri="{BB962C8B-B14F-4D97-AF65-F5344CB8AC3E}">
        <p14:creationId xmlns:p14="http://schemas.microsoft.com/office/powerpoint/2010/main" val="295963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8F1737-3B17-4557-8805-8ADE8F672D30}"/>
              </a:ext>
            </a:extLst>
          </p:cNvPr>
          <p:cNvSpPr>
            <a:spLocks noGrp="1"/>
          </p:cNvSpPr>
          <p:nvPr>
            <p:ph type="body" sz="quarter" idx="11"/>
          </p:nvPr>
        </p:nvSpPr>
        <p:spPr>
          <a:xfrm>
            <a:off x="417601" y="280800"/>
            <a:ext cx="2192186" cy="284966"/>
          </a:xfrm>
        </p:spPr>
        <p:txBody>
          <a:bodyPr lIns="0" tIns="0" rIns="0" bIns="0" anchor="t"/>
          <a:lstStyle/>
          <a:p>
            <a:r>
              <a:rPr lang="de-DE"/>
              <a:t>LFS Kernel Use Case</a:t>
            </a:r>
          </a:p>
        </p:txBody>
      </p:sp>
      <p:sp>
        <p:nvSpPr>
          <p:cNvPr id="6" name="Footer Placeholder 5">
            <a:extLst>
              <a:ext uri="{FF2B5EF4-FFF2-40B4-BE49-F238E27FC236}">
                <a16:creationId xmlns:a16="http://schemas.microsoft.com/office/drawing/2014/main" id="{79ACFC07-29E8-4043-8BC2-A91E66B121C1}"/>
              </a:ext>
            </a:extLst>
          </p:cNvPr>
          <p:cNvSpPr>
            <a:spLocks noGrp="1"/>
          </p:cNvSpPr>
          <p:nvPr>
            <p:ph type="ftr" sz="quarter" idx="14"/>
          </p:nvPr>
        </p:nvSpPr>
        <p:spPr/>
        <p:txBody>
          <a:bodyPr/>
          <a:lstStyle/>
          <a:p>
            <a:r>
              <a:rPr lang="en-GB"/>
              <a:t>01-04-2022</a:t>
            </a:r>
            <a:endParaRPr lang="en-US"/>
          </a:p>
        </p:txBody>
      </p:sp>
      <p:pic>
        <p:nvPicPr>
          <p:cNvPr id="7" name="Picture 6">
            <a:extLst>
              <a:ext uri="{FF2B5EF4-FFF2-40B4-BE49-F238E27FC236}">
                <a16:creationId xmlns:a16="http://schemas.microsoft.com/office/drawing/2014/main" id="{13763950-02FF-4CF2-B6BC-5FE945D801F3}"/>
              </a:ext>
            </a:extLst>
          </p:cNvPr>
          <p:cNvPicPr>
            <a:picLocks noChangeAspect="1"/>
          </p:cNvPicPr>
          <p:nvPr/>
        </p:nvPicPr>
        <p:blipFill>
          <a:blip r:embed="rId2"/>
          <a:stretch>
            <a:fillRect/>
          </a:stretch>
        </p:blipFill>
        <p:spPr>
          <a:xfrm>
            <a:off x="2873903" y="0"/>
            <a:ext cx="5852496" cy="5143500"/>
          </a:xfrm>
          <a:prstGeom prst="rect">
            <a:avLst/>
          </a:prstGeom>
        </p:spPr>
      </p:pic>
      <p:sp>
        <p:nvSpPr>
          <p:cNvPr id="8" name="TextBox 7">
            <a:extLst>
              <a:ext uri="{FF2B5EF4-FFF2-40B4-BE49-F238E27FC236}">
                <a16:creationId xmlns:a16="http://schemas.microsoft.com/office/drawing/2014/main" id="{9CF2FE1D-BB4D-41A2-B430-ACBFC1947E75}"/>
              </a:ext>
            </a:extLst>
          </p:cNvPr>
          <p:cNvSpPr txBox="1"/>
          <p:nvPr/>
        </p:nvSpPr>
        <p:spPr>
          <a:xfrm>
            <a:off x="1100950" y="2480267"/>
            <a:ext cx="1431236" cy="247713"/>
          </a:xfrm>
          <a:prstGeom prst="rect">
            <a:avLst/>
          </a:prstGeom>
          <a:noFill/>
        </p:spPr>
        <p:txBody>
          <a:bodyPr wrap="none" lIns="72000" tIns="72000" rIns="72000" bIns="72000" rtlCol="0">
            <a:noAutofit/>
          </a:bodyPr>
          <a:lstStyle/>
          <a:p>
            <a:pPr algn="l">
              <a:spcAft>
                <a:spcPts val="300"/>
              </a:spcAft>
              <a:buSzPct val="100000"/>
            </a:pPr>
            <a:r>
              <a:rPr lang="de-DE" sz="800">
                <a:solidFill>
                  <a:schemeClr val="tx2"/>
                </a:solidFill>
              </a:rPr>
              <a:t>[2] LFS Kernel </a:t>
            </a:r>
            <a:r>
              <a:rPr lang="de-DE" sz="800" err="1">
                <a:solidFill>
                  <a:schemeClr val="tx2"/>
                </a:solidFill>
              </a:rPr>
              <a:t>main</a:t>
            </a:r>
            <a:r>
              <a:rPr lang="de-DE" sz="800">
                <a:solidFill>
                  <a:schemeClr val="tx2"/>
                </a:solidFill>
              </a:rPr>
              <a:t> </a:t>
            </a:r>
            <a:r>
              <a:rPr lang="de-DE" sz="800" err="1">
                <a:solidFill>
                  <a:schemeClr val="tx2"/>
                </a:solidFill>
              </a:rPr>
              <a:t>use</a:t>
            </a:r>
            <a:r>
              <a:rPr lang="de-DE" sz="800">
                <a:solidFill>
                  <a:schemeClr val="tx2"/>
                </a:solidFill>
              </a:rPr>
              <a:t> </a:t>
            </a:r>
            <a:r>
              <a:rPr lang="de-DE" sz="800" err="1">
                <a:solidFill>
                  <a:schemeClr val="tx2"/>
                </a:solidFill>
              </a:rPr>
              <a:t>cases</a:t>
            </a:r>
            <a:endParaRPr lang="de-DE" sz="800">
              <a:solidFill>
                <a:schemeClr val="tx2"/>
              </a:solidFill>
            </a:endParaRPr>
          </a:p>
        </p:txBody>
      </p:sp>
    </p:spTree>
    <p:extLst>
      <p:ext uri="{BB962C8B-B14F-4D97-AF65-F5344CB8AC3E}">
        <p14:creationId xmlns:p14="http://schemas.microsoft.com/office/powerpoint/2010/main" val="3049514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23CBEF-7B24-4E9A-940F-FC65F567A2F7}"/>
              </a:ext>
            </a:extLst>
          </p:cNvPr>
          <p:cNvSpPr>
            <a:spLocks noGrp="1"/>
          </p:cNvSpPr>
          <p:nvPr>
            <p:ph type="body" sz="quarter" idx="11"/>
          </p:nvPr>
        </p:nvSpPr>
        <p:spPr/>
        <p:txBody>
          <a:bodyPr/>
          <a:lstStyle/>
          <a:p>
            <a:r>
              <a:rPr lang="de-DE"/>
              <a:t>Security </a:t>
            </a:r>
            <a:r>
              <a:rPr lang="de-DE" err="1"/>
              <a:t>Hardening</a:t>
            </a:r>
            <a:endParaRPr lang="de-DE"/>
          </a:p>
        </p:txBody>
      </p:sp>
      <p:sp>
        <p:nvSpPr>
          <p:cNvPr id="6" name="Footer Placeholder 5">
            <a:extLst>
              <a:ext uri="{FF2B5EF4-FFF2-40B4-BE49-F238E27FC236}">
                <a16:creationId xmlns:a16="http://schemas.microsoft.com/office/drawing/2014/main" id="{91B805E7-2644-4C39-9357-D515BEB5FC46}"/>
              </a:ext>
            </a:extLst>
          </p:cNvPr>
          <p:cNvSpPr>
            <a:spLocks noGrp="1"/>
          </p:cNvSpPr>
          <p:nvPr>
            <p:ph type="ftr" sz="quarter" idx="14"/>
          </p:nvPr>
        </p:nvSpPr>
        <p:spPr/>
        <p:txBody>
          <a:bodyPr/>
          <a:lstStyle/>
          <a:p>
            <a:r>
              <a:rPr lang="en-GB"/>
              <a:t>01-04-2022</a:t>
            </a:r>
            <a:endParaRPr lang="en-US"/>
          </a:p>
        </p:txBody>
      </p:sp>
      <p:pic>
        <p:nvPicPr>
          <p:cNvPr id="7" name="Picture 6">
            <a:extLst>
              <a:ext uri="{FF2B5EF4-FFF2-40B4-BE49-F238E27FC236}">
                <a16:creationId xmlns:a16="http://schemas.microsoft.com/office/drawing/2014/main" id="{0A494287-7916-4F84-9CDB-66A83F09CF01}"/>
              </a:ext>
            </a:extLst>
          </p:cNvPr>
          <p:cNvPicPr>
            <a:picLocks noChangeAspect="1"/>
          </p:cNvPicPr>
          <p:nvPr/>
        </p:nvPicPr>
        <p:blipFill>
          <a:blip r:embed="rId2"/>
          <a:stretch>
            <a:fillRect/>
          </a:stretch>
        </p:blipFill>
        <p:spPr>
          <a:xfrm>
            <a:off x="0" y="1071042"/>
            <a:ext cx="9147220" cy="3002472"/>
          </a:xfrm>
          <a:prstGeom prst="rect">
            <a:avLst/>
          </a:prstGeom>
        </p:spPr>
      </p:pic>
      <p:sp>
        <p:nvSpPr>
          <p:cNvPr id="8" name="TextBox 7">
            <a:extLst>
              <a:ext uri="{FF2B5EF4-FFF2-40B4-BE49-F238E27FC236}">
                <a16:creationId xmlns:a16="http://schemas.microsoft.com/office/drawing/2014/main" id="{D899404D-0A46-40D9-820A-4DF8F02D8AA3}"/>
              </a:ext>
            </a:extLst>
          </p:cNvPr>
          <p:cNvSpPr txBox="1"/>
          <p:nvPr/>
        </p:nvSpPr>
        <p:spPr>
          <a:xfrm>
            <a:off x="3755461" y="4116429"/>
            <a:ext cx="1400654" cy="247713"/>
          </a:xfrm>
          <a:prstGeom prst="rect">
            <a:avLst/>
          </a:prstGeom>
          <a:noFill/>
        </p:spPr>
        <p:txBody>
          <a:bodyPr wrap="none" lIns="72000" tIns="72000" rIns="72000" bIns="72000" rtlCol="0">
            <a:noAutofit/>
          </a:bodyPr>
          <a:lstStyle/>
          <a:p>
            <a:pPr algn="l">
              <a:spcAft>
                <a:spcPts val="300"/>
              </a:spcAft>
              <a:buSzPct val="100000"/>
            </a:pPr>
            <a:r>
              <a:rPr lang="de-DE" sz="800">
                <a:solidFill>
                  <a:schemeClr val="tx2"/>
                </a:solidFill>
                <a:hlinkClick r:id="rId3"/>
              </a:rPr>
              <a:t>@Linux Kernel </a:t>
            </a:r>
            <a:r>
              <a:rPr lang="de-DE" sz="800" err="1">
                <a:solidFill>
                  <a:schemeClr val="tx2"/>
                </a:solidFill>
                <a:hlinkClick r:id="rId3"/>
              </a:rPr>
              <a:t>Vulnerabilities</a:t>
            </a:r>
            <a:endParaRPr lang="de-DE" sz="800">
              <a:solidFill>
                <a:schemeClr val="tx2"/>
              </a:solidFill>
            </a:endParaRPr>
          </a:p>
        </p:txBody>
      </p:sp>
    </p:spTree>
    <p:extLst>
      <p:ext uri="{BB962C8B-B14F-4D97-AF65-F5344CB8AC3E}">
        <p14:creationId xmlns:p14="http://schemas.microsoft.com/office/powerpoint/2010/main" val="2339512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DC22D1-E654-4A1F-B1BC-D404FE051137}"/>
              </a:ext>
            </a:extLst>
          </p:cNvPr>
          <p:cNvSpPr>
            <a:spLocks noGrp="1"/>
          </p:cNvSpPr>
          <p:nvPr>
            <p:ph type="body" sz="quarter" idx="10"/>
          </p:nvPr>
        </p:nvSpPr>
        <p:spPr/>
        <p:txBody>
          <a:bodyPr/>
          <a:lstStyle/>
          <a:p>
            <a:r>
              <a:rPr lang="de-DE"/>
              <a:t>Minor Kernel update</a:t>
            </a:r>
          </a:p>
        </p:txBody>
      </p:sp>
      <p:sp>
        <p:nvSpPr>
          <p:cNvPr id="3" name="Text Placeholder 2">
            <a:extLst>
              <a:ext uri="{FF2B5EF4-FFF2-40B4-BE49-F238E27FC236}">
                <a16:creationId xmlns:a16="http://schemas.microsoft.com/office/drawing/2014/main" id="{3A7B6217-4B4C-4160-91FF-16A6B2C4673E}"/>
              </a:ext>
            </a:extLst>
          </p:cNvPr>
          <p:cNvSpPr>
            <a:spLocks noGrp="1"/>
          </p:cNvSpPr>
          <p:nvPr>
            <p:ph type="body" sz="quarter" idx="11"/>
          </p:nvPr>
        </p:nvSpPr>
        <p:spPr/>
        <p:txBody>
          <a:bodyPr/>
          <a:lstStyle/>
          <a:p>
            <a:r>
              <a:rPr lang="de-DE"/>
              <a:t>Update </a:t>
            </a:r>
            <a:r>
              <a:rPr lang="de-DE" err="1"/>
              <a:t>strategy</a:t>
            </a:r>
            <a:endParaRPr lang="de-DE"/>
          </a:p>
        </p:txBody>
      </p:sp>
      <p:sp>
        <p:nvSpPr>
          <p:cNvPr id="6" name="Footer Placeholder 5">
            <a:extLst>
              <a:ext uri="{FF2B5EF4-FFF2-40B4-BE49-F238E27FC236}">
                <a16:creationId xmlns:a16="http://schemas.microsoft.com/office/drawing/2014/main" id="{6792014E-9C42-4782-AE43-847FF4C565D8}"/>
              </a:ext>
            </a:extLst>
          </p:cNvPr>
          <p:cNvSpPr>
            <a:spLocks noGrp="1"/>
          </p:cNvSpPr>
          <p:nvPr>
            <p:ph type="ftr" sz="quarter" idx="14"/>
          </p:nvPr>
        </p:nvSpPr>
        <p:spPr/>
        <p:txBody>
          <a:bodyPr/>
          <a:lstStyle/>
          <a:p>
            <a:r>
              <a:rPr lang="en-GB"/>
              <a:t>01-04-2022</a:t>
            </a:r>
            <a:endParaRPr lang="en-US"/>
          </a:p>
        </p:txBody>
      </p:sp>
      <p:sp>
        <p:nvSpPr>
          <p:cNvPr id="8" name="AutoShape 4">
            <a:extLst>
              <a:ext uri="{FF2B5EF4-FFF2-40B4-BE49-F238E27FC236}">
                <a16:creationId xmlns:a16="http://schemas.microsoft.com/office/drawing/2014/main" id="{5063A84D-00F2-4C9A-819E-8316B009615E}"/>
              </a:ext>
            </a:extLst>
          </p:cNvPr>
          <p:cNvSpPr>
            <a:spLocks noChangeAspect="1" noChangeArrowheads="1"/>
          </p:cNvSpPr>
          <p:nvPr/>
        </p:nvSpPr>
        <p:spPr bwMode="auto">
          <a:xfrm>
            <a:off x="2782957" y="2419349"/>
            <a:ext cx="1941443" cy="19414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9" name="Picture 8">
            <a:extLst>
              <a:ext uri="{FF2B5EF4-FFF2-40B4-BE49-F238E27FC236}">
                <a16:creationId xmlns:a16="http://schemas.microsoft.com/office/drawing/2014/main" id="{1EC8DFE6-1A5E-4529-9510-C21D3AE6E995}"/>
              </a:ext>
            </a:extLst>
          </p:cNvPr>
          <p:cNvPicPr>
            <a:picLocks noChangeAspect="1"/>
          </p:cNvPicPr>
          <p:nvPr/>
        </p:nvPicPr>
        <p:blipFill>
          <a:blip r:embed="rId2"/>
          <a:stretch>
            <a:fillRect/>
          </a:stretch>
        </p:blipFill>
        <p:spPr>
          <a:xfrm>
            <a:off x="379216" y="1057831"/>
            <a:ext cx="8165378" cy="1811019"/>
          </a:xfrm>
          <a:prstGeom prst="rect">
            <a:avLst/>
          </a:prstGeom>
        </p:spPr>
      </p:pic>
      <p:sp>
        <p:nvSpPr>
          <p:cNvPr id="10" name="TextBox 9">
            <a:extLst>
              <a:ext uri="{FF2B5EF4-FFF2-40B4-BE49-F238E27FC236}">
                <a16:creationId xmlns:a16="http://schemas.microsoft.com/office/drawing/2014/main" id="{7B8A4227-0462-44AC-A50C-9034074FC1D2}"/>
              </a:ext>
            </a:extLst>
          </p:cNvPr>
          <p:cNvSpPr txBox="1"/>
          <p:nvPr/>
        </p:nvSpPr>
        <p:spPr>
          <a:xfrm>
            <a:off x="3691239" y="2648495"/>
            <a:ext cx="1400654" cy="247713"/>
          </a:xfrm>
          <a:prstGeom prst="rect">
            <a:avLst/>
          </a:prstGeom>
          <a:noFill/>
        </p:spPr>
        <p:txBody>
          <a:bodyPr wrap="none" lIns="72000" tIns="72000" rIns="72000" bIns="72000" rtlCol="0">
            <a:noAutofit/>
          </a:bodyPr>
          <a:lstStyle/>
          <a:p>
            <a:pPr algn="l">
              <a:spcAft>
                <a:spcPts val="300"/>
              </a:spcAft>
              <a:buSzPct val="100000"/>
            </a:pPr>
            <a:r>
              <a:rPr lang="de-DE" sz="800">
                <a:solidFill>
                  <a:schemeClr val="tx2"/>
                </a:solidFill>
                <a:hlinkClick r:id="rId3"/>
              </a:rPr>
              <a:t>@Linux Kernel </a:t>
            </a:r>
            <a:r>
              <a:rPr lang="de-DE" sz="800" err="1">
                <a:solidFill>
                  <a:schemeClr val="tx2"/>
                </a:solidFill>
                <a:hlinkClick r:id="rId3"/>
              </a:rPr>
              <a:t>Vulnerabilities</a:t>
            </a:r>
            <a:endParaRPr lang="de-DE" sz="800">
              <a:solidFill>
                <a:schemeClr val="tx2"/>
              </a:solidFill>
            </a:endParaRPr>
          </a:p>
        </p:txBody>
      </p:sp>
      <p:sp>
        <p:nvSpPr>
          <p:cNvPr id="11" name="TextBox 10">
            <a:extLst>
              <a:ext uri="{FF2B5EF4-FFF2-40B4-BE49-F238E27FC236}">
                <a16:creationId xmlns:a16="http://schemas.microsoft.com/office/drawing/2014/main" id="{2B1F8C0C-E2B5-4A67-8DB6-4DEDB6C73645}"/>
              </a:ext>
            </a:extLst>
          </p:cNvPr>
          <p:cNvSpPr txBox="1"/>
          <p:nvPr/>
        </p:nvSpPr>
        <p:spPr>
          <a:xfrm>
            <a:off x="1537824" y="3125354"/>
            <a:ext cx="5737080" cy="1294813"/>
          </a:xfrm>
          <a:prstGeom prst="rect">
            <a:avLst/>
          </a:prstGeom>
          <a:noFill/>
        </p:spPr>
        <p:txBody>
          <a:bodyPr wrap="none" lIns="72000" tIns="72000" rIns="72000" bIns="72000" rtlCol="0">
            <a:noAutofit/>
          </a:bodyPr>
          <a:lstStyle/>
          <a:p>
            <a:r>
              <a:rPr lang="en-US" sz="800"/>
              <a:t>new Pronto: XX</a:t>
            </a:r>
          </a:p>
          <a:p>
            <a:r>
              <a:rPr lang="en-US" sz="800"/>
              <a:t>-&gt; if A-class -&gt; try to cherry-pick on all branches, else:</a:t>
            </a:r>
          </a:p>
          <a:p>
            <a:r>
              <a:rPr lang="en-US" sz="800"/>
              <a:t>needs an update to e.g. 4.4.</a:t>
            </a:r>
            <a:r>
              <a:rPr lang="en-US" sz="800" b="1"/>
              <a:t>255</a:t>
            </a:r>
            <a:r>
              <a:rPr lang="en-US" sz="800"/>
              <a:t> , 4.9.</a:t>
            </a:r>
            <a:r>
              <a:rPr lang="en-US" sz="800" b="1"/>
              <a:t>265</a:t>
            </a:r>
            <a:r>
              <a:rPr lang="en-US" sz="800"/>
              <a:t>,  4.19.</a:t>
            </a:r>
            <a:r>
              <a:rPr lang="en-US" sz="800" b="1"/>
              <a:t>254</a:t>
            </a:r>
            <a:endParaRPr lang="en-US" sz="800"/>
          </a:p>
          <a:p>
            <a:r>
              <a:rPr lang="en-US" sz="800"/>
              <a:t>select suitable branch for pre-integration (ask PS Fault coordination)</a:t>
            </a:r>
            <a:br>
              <a:rPr lang="en-US" sz="800" b="1"/>
            </a:br>
            <a:r>
              <a:rPr lang="en-US" sz="800"/>
              <a:t>-&gt; start LFS integration on the selected branch -&gt; CI green -&gt; release -&gt; waiting successful integration confirmation </a:t>
            </a:r>
          </a:p>
          <a:p>
            <a:r>
              <a:rPr lang="en-US" sz="800"/>
              <a:t>     from WFT (i.e. </a:t>
            </a:r>
            <a:r>
              <a:rPr lang="en-US" sz="800" err="1"/>
              <a:t>eNB</a:t>
            </a:r>
            <a:r>
              <a:rPr lang="en-US" sz="800"/>
              <a:t> load state: Released or Released with restrictions)</a:t>
            </a:r>
          </a:p>
          <a:p>
            <a:r>
              <a:rPr lang="en-US" sz="800"/>
              <a:t>-&gt; if no related </a:t>
            </a:r>
            <a:r>
              <a:rPr lang="en-US" sz="800" err="1"/>
              <a:t>prontos</a:t>
            </a:r>
            <a:r>
              <a:rPr lang="en-US" sz="800"/>
              <a:t> found after ~4 weeks ask LFS FOSS leader and FCs for further distribution to other branches</a:t>
            </a:r>
          </a:p>
          <a:p>
            <a:r>
              <a:rPr lang="en-US" sz="800"/>
              <a:t>     and release the upgrade on all affected branches</a:t>
            </a:r>
          </a:p>
          <a:p>
            <a:pPr algn="l">
              <a:spcAft>
                <a:spcPts val="300"/>
              </a:spcAft>
              <a:buSzPct val="100000"/>
            </a:pPr>
            <a:endParaRPr lang="de-DE" sz="500">
              <a:solidFill>
                <a:schemeClr val="tx2"/>
              </a:solidFill>
            </a:endParaRPr>
          </a:p>
        </p:txBody>
      </p:sp>
    </p:spTree>
    <p:extLst>
      <p:ext uri="{BB962C8B-B14F-4D97-AF65-F5344CB8AC3E}">
        <p14:creationId xmlns:p14="http://schemas.microsoft.com/office/powerpoint/2010/main" val="283176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B91429-3909-4DA7-884C-EFBBA2BDC758}"/>
              </a:ext>
            </a:extLst>
          </p:cNvPr>
          <p:cNvSpPr>
            <a:spLocks noGrp="1"/>
          </p:cNvSpPr>
          <p:nvPr>
            <p:ph type="body" sz="quarter" idx="10"/>
          </p:nvPr>
        </p:nvSpPr>
        <p:spPr/>
        <p:txBody>
          <a:bodyPr/>
          <a:lstStyle/>
          <a:p>
            <a:r>
              <a:rPr lang="de-DE"/>
              <a:t>Major Kernel update</a:t>
            </a:r>
          </a:p>
        </p:txBody>
      </p:sp>
      <p:sp>
        <p:nvSpPr>
          <p:cNvPr id="3" name="Text Placeholder 2">
            <a:extLst>
              <a:ext uri="{FF2B5EF4-FFF2-40B4-BE49-F238E27FC236}">
                <a16:creationId xmlns:a16="http://schemas.microsoft.com/office/drawing/2014/main" id="{D17D91A8-8281-46E0-A17B-7E549489A897}"/>
              </a:ext>
            </a:extLst>
          </p:cNvPr>
          <p:cNvSpPr>
            <a:spLocks noGrp="1"/>
          </p:cNvSpPr>
          <p:nvPr>
            <p:ph type="body" sz="quarter" idx="11"/>
          </p:nvPr>
        </p:nvSpPr>
        <p:spPr/>
        <p:txBody>
          <a:bodyPr/>
          <a:lstStyle/>
          <a:p>
            <a:r>
              <a:rPr lang="de-DE"/>
              <a:t>Update </a:t>
            </a:r>
            <a:r>
              <a:rPr lang="de-DE" err="1"/>
              <a:t>Strategy</a:t>
            </a:r>
            <a:endParaRPr lang="de-DE"/>
          </a:p>
        </p:txBody>
      </p:sp>
      <p:sp>
        <p:nvSpPr>
          <p:cNvPr id="6" name="Footer Placeholder 5">
            <a:extLst>
              <a:ext uri="{FF2B5EF4-FFF2-40B4-BE49-F238E27FC236}">
                <a16:creationId xmlns:a16="http://schemas.microsoft.com/office/drawing/2014/main" id="{B85118D2-AA35-4C20-85AD-52971A24009C}"/>
              </a:ext>
            </a:extLst>
          </p:cNvPr>
          <p:cNvSpPr>
            <a:spLocks noGrp="1"/>
          </p:cNvSpPr>
          <p:nvPr>
            <p:ph type="ftr" sz="quarter" idx="14"/>
          </p:nvPr>
        </p:nvSpPr>
        <p:spPr/>
        <p:txBody>
          <a:bodyPr/>
          <a:lstStyle/>
          <a:p>
            <a:r>
              <a:rPr lang="en-GB"/>
              <a:t>01-04-2022</a:t>
            </a:r>
            <a:endParaRPr lang="en-US"/>
          </a:p>
        </p:txBody>
      </p:sp>
      <p:pic>
        <p:nvPicPr>
          <p:cNvPr id="7" name="Picture 6">
            <a:extLst>
              <a:ext uri="{FF2B5EF4-FFF2-40B4-BE49-F238E27FC236}">
                <a16:creationId xmlns:a16="http://schemas.microsoft.com/office/drawing/2014/main" id="{5D9A2319-BB40-48DE-994D-7B226BC10B1E}"/>
              </a:ext>
            </a:extLst>
          </p:cNvPr>
          <p:cNvPicPr>
            <a:picLocks noChangeAspect="1"/>
          </p:cNvPicPr>
          <p:nvPr/>
        </p:nvPicPr>
        <p:blipFill>
          <a:blip r:embed="rId2"/>
          <a:stretch>
            <a:fillRect/>
          </a:stretch>
        </p:blipFill>
        <p:spPr>
          <a:xfrm>
            <a:off x="0" y="969210"/>
            <a:ext cx="9144000" cy="3205080"/>
          </a:xfrm>
          <a:prstGeom prst="rect">
            <a:avLst/>
          </a:prstGeom>
        </p:spPr>
      </p:pic>
      <p:sp>
        <p:nvSpPr>
          <p:cNvPr id="8" name="TextBox 7">
            <a:extLst>
              <a:ext uri="{FF2B5EF4-FFF2-40B4-BE49-F238E27FC236}">
                <a16:creationId xmlns:a16="http://schemas.microsoft.com/office/drawing/2014/main" id="{DBA97E9D-5D4D-4580-A49E-7867C620AE86}"/>
              </a:ext>
            </a:extLst>
          </p:cNvPr>
          <p:cNvSpPr txBox="1"/>
          <p:nvPr/>
        </p:nvSpPr>
        <p:spPr>
          <a:xfrm>
            <a:off x="3857910" y="4265628"/>
            <a:ext cx="1428179" cy="287472"/>
          </a:xfrm>
          <a:prstGeom prst="rect">
            <a:avLst/>
          </a:prstGeom>
          <a:noFill/>
        </p:spPr>
        <p:txBody>
          <a:bodyPr wrap="none" lIns="72000" tIns="72000" rIns="72000" bIns="72000" rtlCol="0">
            <a:noAutofit/>
          </a:bodyPr>
          <a:lstStyle/>
          <a:p>
            <a:pPr algn="l">
              <a:spcAft>
                <a:spcPts val="300"/>
              </a:spcAft>
              <a:buSzPct val="100000"/>
            </a:pPr>
            <a:r>
              <a:rPr lang="de-DE" sz="1100">
                <a:solidFill>
                  <a:schemeClr val="tx2"/>
                </a:solidFill>
                <a:hlinkClick r:id="rId3"/>
              </a:rPr>
              <a:t>@Major Kernel update </a:t>
            </a:r>
            <a:endParaRPr lang="de-DE" sz="1100">
              <a:solidFill>
                <a:schemeClr val="tx2"/>
              </a:solidFill>
            </a:endParaRPr>
          </a:p>
        </p:txBody>
      </p:sp>
    </p:spTree>
    <p:extLst>
      <p:ext uri="{BB962C8B-B14F-4D97-AF65-F5344CB8AC3E}">
        <p14:creationId xmlns:p14="http://schemas.microsoft.com/office/powerpoint/2010/main" val="351530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4B32DD-70B8-4BC4-801F-D466C3EB5260}"/>
              </a:ext>
            </a:extLst>
          </p:cNvPr>
          <p:cNvSpPr>
            <a:spLocks noGrp="1"/>
          </p:cNvSpPr>
          <p:nvPr>
            <p:ph type="body" sz="quarter" idx="10"/>
          </p:nvPr>
        </p:nvSpPr>
        <p:spPr>
          <a:xfrm>
            <a:off x="2494800" y="929859"/>
            <a:ext cx="4154400" cy="351524"/>
          </a:xfrm>
        </p:spPr>
        <p:txBody>
          <a:bodyPr/>
          <a:lstStyle/>
          <a:p>
            <a:r>
              <a:rPr lang="de-DE" sz="1800" err="1"/>
              <a:t>Purpose</a:t>
            </a:r>
            <a:r>
              <a:rPr lang="de-DE" sz="1800"/>
              <a:t> </a:t>
            </a:r>
            <a:r>
              <a:rPr lang="de-DE" sz="1800" err="1"/>
              <a:t>of</a:t>
            </a:r>
            <a:r>
              <a:rPr lang="de-DE" sz="1800"/>
              <a:t> LFS CI Kernel </a:t>
            </a:r>
            <a:r>
              <a:rPr lang="de-DE" sz="1800" err="1"/>
              <a:t>branches</a:t>
            </a:r>
            <a:endParaRPr lang="de-DE" sz="1800"/>
          </a:p>
        </p:txBody>
      </p:sp>
      <p:sp>
        <p:nvSpPr>
          <p:cNvPr id="3" name="Text Placeholder 2">
            <a:extLst>
              <a:ext uri="{FF2B5EF4-FFF2-40B4-BE49-F238E27FC236}">
                <a16:creationId xmlns:a16="http://schemas.microsoft.com/office/drawing/2014/main" id="{4FBCE954-1601-4F6D-8AD9-97B6EDE74751}"/>
              </a:ext>
            </a:extLst>
          </p:cNvPr>
          <p:cNvSpPr>
            <a:spLocks noGrp="1"/>
          </p:cNvSpPr>
          <p:nvPr>
            <p:ph type="body" sz="quarter" idx="11"/>
          </p:nvPr>
        </p:nvSpPr>
        <p:spPr/>
        <p:txBody>
          <a:bodyPr/>
          <a:lstStyle/>
          <a:p>
            <a:r>
              <a:rPr lang="de-DE"/>
              <a:t>Kernel </a:t>
            </a:r>
            <a:r>
              <a:rPr lang="de-DE" err="1"/>
              <a:t>development</a:t>
            </a:r>
            <a:r>
              <a:rPr lang="de-DE"/>
              <a:t> </a:t>
            </a:r>
            <a:r>
              <a:rPr lang="de-DE" err="1"/>
              <a:t>and</a:t>
            </a:r>
            <a:r>
              <a:rPr lang="de-DE"/>
              <a:t> CA </a:t>
            </a:r>
            <a:r>
              <a:rPr lang="de-DE" err="1"/>
              <a:t>branches</a:t>
            </a:r>
            <a:endParaRPr lang="de-DE"/>
          </a:p>
        </p:txBody>
      </p:sp>
      <p:sp>
        <p:nvSpPr>
          <p:cNvPr id="6" name="Footer Placeholder 5">
            <a:extLst>
              <a:ext uri="{FF2B5EF4-FFF2-40B4-BE49-F238E27FC236}">
                <a16:creationId xmlns:a16="http://schemas.microsoft.com/office/drawing/2014/main" id="{F7C356D9-ED25-4F0B-8FBA-451F3650E0D9}"/>
              </a:ext>
            </a:extLst>
          </p:cNvPr>
          <p:cNvSpPr>
            <a:spLocks noGrp="1"/>
          </p:cNvSpPr>
          <p:nvPr>
            <p:ph type="ftr" sz="quarter" idx="14"/>
          </p:nvPr>
        </p:nvSpPr>
        <p:spPr/>
        <p:txBody>
          <a:bodyPr/>
          <a:lstStyle/>
          <a:p>
            <a:r>
              <a:rPr lang="en-GB"/>
              <a:t>01-04-2022</a:t>
            </a:r>
            <a:endParaRPr lang="en-US"/>
          </a:p>
        </p:txBody>
      </p:sp>
      <p:graphicFrame>
        <p:nvGraphicFramePr>
          <p:cNvPr id="9" name="Table 9">
            <a:extLst>
              <a:ext uri="{FF2B5EF4-FFF2-40B4-BE49-F238E27FC236}">
                <a16:creationId xmlns:a16="http://schemas.microsoft.com/office/drawing/2014/main" id="{2B2C572E-3B14-43E3-9147-E973B004A6F1}"/>
              </a:ext>
            </a:extLst>
          </p:cNvPr>
          <p:cNvGraphicFramePr>
            <a:graphicFrameLocks noGrp="1"/>
          </p:cNvGraphicFramePr>
          <p:nvPr>
            <p:extLst>
              <p:ext uri="{D42A27DB-BD31-4B8C-83A1-F6EECF244321}">
                <p14:modId xmlns:p14="http://schemas.microsoft.com/office/powerpoint/2010/main" val="536676772"/>
              </p:ext>
            </p:extLst>
          </p:nvPr>
        </p:nvGraphicFramePr>
        <p:xfrm>
          <a:off x="958232" y="1209599"/>
          <a:ext cx="6791232" cy="2759939"/>
        </p:xfrm>
        <a:graphic>
          <a:graphicData uri="http://schemas.openxmlformats.org/drawingml/2006/table">
            <a:tbl>
              <a:tblPr firstRow="1" bandRow="1">
                <a:tableStyleId>{5C22544A-7EE6-4342-B048-85BDC9FD1C3A}</a:tableStyleId>
              </a:tblPr>
              <a:tblGrid>
                <a:gridCol w="3395616">
                  <a:extLst>
                    <a:ext uri="{9D8B030D-6E8A-4147-A177-3AD203B41FA5}">
                      <a16:colId xmlns:a16="http://schemas.microsoft.com/office/drawing/2014/main" val="3855488786"/>
                    </a:ext>
                  </a:extLst>
                </a:gridCol>
                <a:gridCol w="3395616">
                  <a:extLst>
                    <a:ext uri="{9D8B030D-6E8A-4147-A177-3AD203B41FA5}">
                      <a16:colId xmlns:a16="http://schemas.microsoft.com/office/drawing/2014/main" val="297243284"/>
                    </a:ext>
                  </a:extLst>
                </a:gridCol>
              </a:tblGrid>
              <a:tr h="517406">
                <a:tc>
                  <a:txBody>
                    <a:bodyPr/>
                    <a:lstStyle/>
                    <a:p>
                      <a:r>
                        <a:rPr lang="de-DE" sz="900" err="1"/>
                        <a:t>Branch</a:t>
                      </a:r>
                      <a:r>
                        <a:rPr lang="de-DE" sz="900"/>
                        <a:t> </a:t>
                      </a:r>
                      <a:r>
                        <a:rPr lang="de-DE" sz="900" err="1"/>
                        <a:t>name</a:t>
                      </a:r>
                      <a:endParaRPr lang="de-DE" sz="900"/>
                    </a:p>
                  </a:txBody>
                  <a:tcPr/>
                </a:tc>
                <a:tc>
                  <a:txBody>
                    <a:bodyPr/>
                    <a:lstStyle/>
                    <a:p>
                      <a:r>
                        <a:rPr lang="de-DE" sz="900" err="1"/>
                        <a:t>Purpose</a:t>
                      </a:r>
                      <a:endParaRPr lang="de-DE" sz="900"/>
                    </a:p>
                  </a:txBody>
                  <a:tcPr/>
                </a:tc>
                <a:extLst>
                  <a:ext uri="{0D108BD9-81ED-4DB2-BD59-A6C34878D82A}">
                    <a16:rowId xmlns:a16="http://schemas.microsoft.com/office/drawing/2014/main" val="1590175710"/>
                  </a:ext>
                </a:extLst>
              </a:tr>
              <a:tr h="690315">
                <a:tc>
                  <a:txBody>
                    <a:bodyPr/>
                    <a:lstStyle/>
                    <a:p>
                      <a:r>
                        <a:rPr lang="de-DE" sz="900"/>
                        <a:t>DEV_NEXTK</a:t>
                      </a:r>
                    </a:p>
                    <a:p>
                      <a:r>
                        <a:rPr lang="de-DE" sz="900"/>
                        <a:t>DEV_NEXTK2</a:t>
                      </a:r>
                    </a:p>
                  </a:txBody>
                  <a:tcPr/>
                </a:tc>
                <a:tc>
                  <a:txBody>
                    <a:bodyPr/>
                    <a:lstStyle/>
                    <a:p>
                      <a:r>
                        <a:rPr lang="de-DE" sz="900" err="1"/>
                        <a:t>Pre</a:t>
                      </a:r>
                      <a:r>
                        <a:rPr lang="de-DE" sz="900"/>
                        <a:t>-integration </a:t>
                      </a:r>
                      <a:r>
                        <a:rPr lang="de-DE" sz="900" err="1"/>
                        <a:t>branches</a:t>
                      </a:r>
                      <a:r>
                        <a:rPr lang="de-DE" sz="900"/>
                        <a:t> for </a:t>
                      </a:r>
                      <a:r>
                        <a:rPr lang="de-DE" sz="900" err="1"/>
                        <a:t>kernel</a:t>
                      </a:r>
                      <a:r>
                        <a:rPr lang="de-DE" sz="900"/>
                        <a:t> </a:t>
                      </a:r>
                      <a:r>
                        <a:rPr lang="de-DE" sz="900" b="1" err="1"/>
                        <a:t>major</a:t>
                      </a:r>
                      <a:r>
                        <a:rPr lang="de-DE" sz="900"/>
                        <a:t> </a:t>
                      </a:r>
                      <a:r>
                        <a:rPr lang="de-DE" sz="900" err="1"/>
                        <a:t>version</a:t>
                      </a:r>
                      <a:r>
                        <a:rPr lang="de-DE" sz="900"/>
                        <a:t> </a:t>
                      </a:r>
                      <a:r>
                        <a:rPr lang="de-DE" sz="900" err="1"/>
                        <a:t>updates</a:t>
                      </a:r>
                      <a:r>
                        <a:rPr lang="de-DE" sz="900"/>
                        <a:t>. Repository </a:t>
                      </a:r>
                      <a:r>
                        <a:rPr lang="de-DE" sz="900" err="1"/>
                        <a:t>is</a:t>
                      </a:r>
                      <a:r>
                        <a:rPr lang="de-DE" sz="900"/>
                        <a:t> in </a:t>
                      </a:r>
                      <a:r>
                        <a:rPr lang="de-DE" sz="900" err="1"/>
                        <a:t>sync</a:t>
                      </a:r>
                      <a:r>
                        <a:rPr lang="de-DE" sz="900"/>
                        <a:t> </a:t>
                      </a:r>
                      <a:r>
                        <a:rPr lang="de-DE" sz="900" err="1"/>
                        <a:t>with</a:t>
                      </a:r>
                      <a:r>
                        <a:rPr lang="de-DE" sz="900"/>
                        <a:t> </a:t>
                      </a:r>
                      <a:r>
                        <a:rPr lang="de-DE" sz="900" err="1"/>
                        <a:t>master</a:t>
                      </a:r>
                      <a:r>
                        <a:rPr lang="de-DE" sz="900"/>
                        <a:t> </a:t>
                      </a:r>
                      <a:r>
                        <a:rPr lang="de-DE" sz="900" err="1"/>
                        <a:t>branch</a:t>
                      </a:r>
                      <a:r>
                        <a:rPr lang="de-DE" sz="900"/>
                        <a:t>, just </a:t>
                      </a:r>
                      <a:r>
                        <a:rPr lang="de-DE" sz="900" err="1"/>
                        <a:t>with</a:t>
                      </a:r>
                      <a:r>
                        <a:rPr lang="de-DE" sz="900"/>
                        <a:t> </a:t>
                      </a:r>
                      <a:r>
                        <a:rPr lang="de-DE" sz="900" err="1"/>
                        <a:t>replaced</a:t>
                      </a:r>
                      <a:r>
                        <a:rPr lang="de-DE" sz="900"/>
                        <a:t> </a:t>
                      </a:r>
                      <a:r>
                        <a:rPr lang="de-DE" sz="900" err="1"/>
                        <a:t>kernel</a:t>
                      </a:r>
                      <a:r>
                        <a:rPr lang="de-DE" sz="900"/>
                        <a:t> </a:t>
                      </a:r>
                      <a:r>
                        <a:rPr lang="de-DE" sz="900" err="1"/>
                        <a:t>source</a:t>
                      </a:r>
                      <a:r>
                        <a:rPr lang="de-DE" sz="900"/>
                        <a:t> </a:t>
                      </a:r>
                      <a:r>
                        <a:rPr lang="de-DE" sz="900" err="1"/>
                        <a:t>to</a:t>
                      </a:r>
                      <a:r>
                        <a:rPr lang="de-DE" sz="900"/>
                        <a:t> </a:t>
                      </a:r>
                      <a:r>
                        <a:rPr lang="de-DE" sz="900" err="1"/>
                        <a:t>the</a:t>
                      </a:r>
                      <a:r>
                        <a:rPr lang="de-DE" sz="900"/>
                        <a:t> </a:t>
                      </a:r>
                      <a:r>
                        <a:rPr lang="de-DE" sz="900" err="1"/>
                        <a:t>next</a:t>
                      </a:r>
                      <a:r>
                        <a:rPr lang="de-DE" sz="900"/>
                        <a:t> </a:t>
                      </a:r>
                      <a:r>
                        <a:rPr lang="de-DE" sz="900" err="1"/>
                        <a:t>targeted</a:t>
                      </a:r>
                      <a:r>
                        <a:rPr lang="de-DE" sz="900"/>
                        <a:t> </a:t>
                      </a:r>
                      <a:r>
                        <a:rPr lang="de-DE" sz="900" err="1"/>
                        <a:t>linux</a:t>
                      </a:r>
                      <a:r>
                        <a:rPr lang="de-DE" sz="900"/>
                        <a:t> </a:t>
                      </a:r>
                      <a:r>
                        <a:rPr lang="de-DE" sz="900" err="1"/>
                        <a:t>version</a:t>
                      </a:r>
                      <a:r>
                        <a:rPr lang="de-DE" sz="900"/>
                        <a:t>. Jobs </a:t>
                      </a:r>
                      <a:r>
                        <a:rPr lang="de-DE" sz="900" err="1"/>
                        <a:t>are</a:t>
                      </a:r>
                      <a:r>
                        <a:rPr lang="de-DE" sz="900"/>
                        <a:t> </a:t>
                      </a:r>
                      <a:r>
                        <a:rPr lang="de-DE" sz="900" err="1"/>
                        <a:t>triggered</a:t>
                      </a:r>
                      <a:r>
                        <a:rPr lang="de-DE" sz="900"/>
                        <a:t> </a:t>
                      </a:r>
                      <a:r>
                        <a:rPr lang="de-DE" sz="900" err="1"/>
                        <a:t>automatically</a:t>
                      </a:r>
                      <a:r>
                        <a:rPr lang="de-DE" sz="900"/>
                        <a:t> </a:t>
                      </a:r>
                      <a:r>
                        <a:rPr lang="de-DE" sz="900" err="1"/>
                        <a:t>each</a:t>
                      </a:r>
                      <a:r>
                        <a:rPr lang="de-DE" sz="900"/>
                        <a:t> time </a:t>
                      </a:r>
                      <a:r>
                        <a:rPr lang="de-DE" sz="900" err="1"/>
                        <a:t>when</a:t>
                      </a:r>
                      <a:r>
                        <a:rPr lang="de-DE" sz="900"/>
                        <a:t> </a:t>
                      </a:r>
                      <a:r>
                        <a:rPr lang="de-DE" sz="900" err="1"/>
                        <a:t>master</a:t>
                      </a:r>
                      <a:r>
                        <a:rPr lang="de-DE" sz="900"/>
                        <a:t> </a:t>
                      </a:r>
                      <a:r>
                        <a:rPr lang="de-DE" sz="900" err="1"/>
                        <a:t>branch</a:t>
                      </a:r>
                      <a:r>
                        <a:rPr lang="de-DE" sz="900"/>
                        <a:t> </a:t>
                      </a:r>
                      <a:r>
                        <a:rPr lang="de-DE" sz="900" err="1"/>
                        <a:t>triggers</a:t>
                      </a:r>
                      <a:r>
                        <a:rPr lang="de-DE" sz="900"/>
                        <a:t> a LFS </a:t>
                      </a:r>
                      <a:r>
                        <a:rPr lang="de-DE" sz="900" err="1"/>
                        <a:t>release</a:t>
                      </a:r>
                      <a:r>
                        <a:rPr lang="de-DE" sz="900"/>
                        <a:t>.</a:t>
                      </a:r>
                    </a:p>
                  </a:txBody>
                  <a:tcPr/>
                </a:tc>
                <a:extLst>
                  <a:ext uri="{0D108BD9-81ED-4DB2-BD59-A6C34878D82A}">
                    <a16:rowId xmlns:a16="http://schemas.microsoft.com/office/drawing/2014/main" val="1539228432"/>
                  </a:ext>
                </a:extLst>
              </a:tr>
              <a:tr h="517406">
                <a:tc>
                  <a:txBody>
                    <a:bodyPr/>
                    <a:lstStyle/>
                    <a:p>
                      <a:r>
                        <a:rPr lang="de-DE" sz="900"/>
                        <a:t>DEV_NEXTK3</a:t>
                      </a:r>
                    </a:p>
                  </a:txBody>
                  <a:tcPr/>
                </a:tc>
                <a:tc>
                  <a:txBody>
                    <a:bodyPr/>
                    <a:lstStyle/>
                    <a:p>
                      <a:r>
                        <a:rPr lang="de-DE" sz="900"/>
                        <a:t>Weekend </a:t>
                      </a:r>
                      <a:r>
                        <a:rPr lang="de-DE" sz="900" err="1"/>
                        <a:t>long</a:t>
                      </a:r>
                      <a:r>
                        <a:rPr lang="de-DE" sz="900"/>
                        <a:t> </a:t>
                      </a:r>
                      <a:r>
                        <a:rPr lang="de-DE" sz="900" err="1"/>
                        <a:t>running</a:t>
                      </a:r>
                      <a:r>
                        <a:rPr lang="de-DE" sz="900"/>
                        <a:t> </a:t>
                      </a:r>
                      <a:r>
                        <a:rPr lang="de-DE" sz="900" err="1"/>
                        <a:t>job</a:t>
                      </a:r>
                      <a:r>
                        <a:rPr lang="de-DE" sz="900"/>
                        <a:t> </a:t>
                      </a:r>
                      <a:r>
                        <a:rPr lang="de-DE" sz="900" err="1"/>
                        <a:t>with</a:t>
                      </a:r>
                      <a:r>
                        <a:rPr lang="de-DE" sz="900"/>
                        <a:t> </a:t>
                      </a:r>
                      <a:r>
                        <a:rPr lang="de-DE" sz="900" err="1"/>
                        <a:t>special</a:t>
                      </a:r>
                      <a:r>
                        <a:rPr lang="de-DE" sz="900"/>
                        <a:t> </a:t>
                      </a:r>
                      <a:r>
                        <a:rPr lang="de-DE" sz="900" err="1"/>
                        <a:t>kernel</a:t>
                      </a:r>
                      <a:r>
                        <a:rPr lang="de-DE" sz="900"/>
                        <a:t> </a:t>
                      </a:r>
                      <a:r>
                        <a:rPr lang="de-DE" sz="900" err="1"/>
                        <a:t>configuration</a:t>
                      </a:r>
                      <a:r>
                        <a:rPr lang="de-DE" sz="900"/>
                        <a:t> </a:t>
                      </a:r>
                      <a:r>
                        <a:rPr lang="de-DE" sz="900" err="1"/>
                        <a:t>settings</a:t>
                      </a:r>
                      <a:r>
                        <a:rPr lang="de-DE" sz="900"/>
                        <a:t> for e.g. </a:t>
                      </a:r>
                      <a:r>
                        <a:rPr lang="de-DE" sz="900" err="1"/>
                        <a:t>Syzkaller</a:t>
                      </a:r>
                      <a:r>
                        <a:rPr lang="de-DE" sz="900"/>
                        <a:t> </a:t>
                      </a:r>
                      <a:r>
                        <a:rPr lang="de-DE" sz="900" err="1"/>
                        <a:t>fuzzing</a:t>
                      </a:r>
                      <a:r>
                        <a:rPr lang="de-DE" sz="900"/>
                        <a:t> stress </a:t>
                      </a:r>
                      <a:r>
                        <a:rPr lang="de-DE" sz="900" err="1"/>
                        <a:t>tests</a:t>
                      </a:r>
                      <a:r>
                        <a:rPr lang="de-DE" sz="900"/>
                        <a:t>, etc.</a:t>
                      </a:r>
                    </a:p>
                  </a:txBody>
                  <a:tcPr/>
                </a:tc>
                <a:extLst>
                  <a:ext uri="{0D108BD9-81ED-4DB2-BD59-A6C34878D82A}">
                    <a16:rowId xmlns:a16="http://schemas.microsoft.com/office/drawing/2014/main" val="2029017986"/>
                  </a:ext>
                </a:extLst>
              </a:tr>
              <a:tr h="517406">
                <a:tc>
                  <a:txBody>
                    <a:bodyPr/>
                    <a:lstStyle/>
                    <a:p>
                      <a:r>
                        <a:rPr lang="de-DE" sz="900"/>
                        <a:t>DEV_DEBK</a:t>
                      </a:r>
                    </a:p>
                  </a:txBody>
                  <a:tcPr/>
                </a:tc>
                <a:tc>
                  <a:txBody>
                    <a:bodyPr/>
                    <a:lstStyle/>
                    <a:p>
                      <a:r>
                        <a:rPr lang="de-DE" sz="900"/>
                        <a:t>Repository </a:t>
                      </a:r>
                      <a:r>
                        <a:rPr lang="de-DE" sz="900" err="1"/>
                        <a:t>is</a:t>
                      </a:r>
                      <a:r>
                        <a:rPr lang="de-DE" sz="900"/>
                        <a:t> in </a:t>
                      </a:r>
                      <a:r>
                        <a:rPr lang="de-DE" sz="900" err="1"/>
                        <a:t>sync</a:t>
                      </a:r>
                      <a:r>
                        <a:rPr lang="de-DE" sz="900"/>
                        <a:t> </a:t>
                      </a:r>
                      <a:r>
                        <a:rPr lang="de-DE" sz="900" err="1"/>
                        <a:t>with</a:t>
                      </a:r>
                      <a:r>
                        <a:rPr lang="de-DE" sz="900"/>
                        <a:t> </a:t>
                      </a:r>
                      <a:r>
                        <a:rPr lang="de-DE" sz="900" err="1"/>
                        <a:t>master</a:t>
                      </a:r>
                      <a:r>
                        <a:rPr lang="de-DE" sz="900"/>
                        <a:t> </a:t>
                      </a:r>
                      <a:r>
                        <a:rPr lang="de-DE" sz="900" err="1"/>
                        <a:t>branch</a:t>
                      </a:r>
                      <a:r>
                        <a:rPr lang="de-DE" sz="900"/>
                        <a:t> </a:t>
                      </a:r>
                      <a:r>
                        <a:rPr lang="de-DE" sz="900" err="1"/>
                        <a:t>with</a:t>
                      </a:r>
                      <a:r>
                        <a:rPr lang="de-DE" sz="900"/>
                        <a:t> </a:t>
                      </a:r>
                      <a:r>
                        <a:rPr lang="de-DE" sz="900" err="1"/>
                        <a:t>extended</a:t>
                      </a:r>
                      <a:r>
                        <a:rPr lang="de-DE" sz="900"/>
                        <a:t> </a:t>
                      </a:r>
                      <a:r>
                        <a:rPr lang="de-DE" sz="900" err="1"/>
                        <a:t>kernel</a:t>
                      </a:r>
                      <a:r>
                        <a:rPr lang="de-DE" sz="900"/>
                        <a:t> @</a:t>
                      </a:r>
                      <a:r>
                        <a:rPr lang="de-DE" sz="900">
                          <a:hlinkClick r:id="rId2"/>
                        </a:rPr>
                        <a:t>debug_defconfig</a:t>
                      </a:r>
                      <a:r>
                        <a:rPr lang="de-DE" sz="900"/>
                        <a:t>. Jobs </a:t>
                      </a:r>
                      <a:r>
                        <a:rPr lang="de-DE" sz="900" err="1"/>
                        <a:t>are</a:t>
                      </a:r>
                      <a:r>
                        <a:rPr lang="de-DE" sz="900"/>
                        <a:t> </a:t>
                      </a:r>
                      <a:r>
                        <a:rPr lang="de-DE" sz="900" err="1"/>
                        <a:t>triggered</a:t>
                      </a:r>
                      <a:r>
                        <a:rPr lang="de-DE" sz="900"/>
                        <a:t> </a:t>
                      </a:r>
                      <a:r>
                        <a:rPr lang="de-DE" sz="900" err="1"/>
                        <a:t>automatically</a:t>
                      </a:r>
                      <a:r>
                        <a:rPr lang="de-DE" sz="900"/>
                        <a:t> </a:t>
                      </a:r>
                      <a:r>
                        <a:rPr lang="de-DE" sz="900" err="1"/>
                        <a:t>each</a:t>
                      </a:r>
                      <a:r>
                        <a:rPr lang="de-DE" sz="900"/>
                        <a:t> time </a:t>
                      </a:r>
                      <a:r>
                        <a:rPr lang="de-DE" sz="900" err="1"/>
                        <a:t>when</a:t>
                      </a:r>
                      <a:r>
                        <a:rPr lang="de-DE" sz="900"/>
                        <a:t> </a:t>
                      </a:r>
                      <a:r>
                        <a:rPr lang="de-DE" sz="900" err="1"/>
                        <a:t>master</a:t>
                      </a:r>
                      <a:r>
                        <a:rPr lang="de-DE" sz="900"/>
                        <a:t> </a:t>
                      </a:r>
                      <a:r>
                        <a:rPr lang="de-DE" sz="900" err="1"/>
                        <a:t>branch</a:t>
                      </a:r>
                      <a:r>
                        <a:rPr lang="de-DE" sz="900"/>
                        <a:t> </a:t>
                      </a:r>
                      <a:r>
                        <a:rPr lang="de-DE" sz="900" err="1"/>
                        <a:t>triggers</a:t>
                      </a:r>
                      <a:r>
                        <a:rPr lang="de-DE" sz="900"/>
                        <a:t> a LFS </a:t>
                      </a:r>
                      <a:r>
                        <a:rPr lang="de-DE" sz="900" err="1"/>
                        <a:t>release</a:t>
                      </a:r>
                      <a:r>
                        <a:rPr lang="de-DE" sz="900"/>
                        <a:t>.</a:t>
                      </a:r>
                    </a:p>
                  </a:txBody>
                  <a:tcPr/>
                </a:tc>
                <a:extLst>
                  <a:ext uri="{0D108BD9-81ED-4DB2-BD59-A6C34878D82A}">
                    <a16:rowId xmlns:a16="http://schemas.microsoft.com/office/drawing/2014/main" val="2006078624"/>
                  </a:ext>
                </a:extLst>
              </a:tr>
              <a:tr h="517406">
                <a:tc>
                  <a:txBody>
                    <a:bodyPr/>
                    <a:lstStyle/>
                    <a:p>
                      <a:r>
                        <a:rPr lang="de-DE" sz="900"/>
                        <a:t>CA_KERNEL</a:t>
                      </a:r>
                    </a:p>
                    <a:p>
                      <a:r>
                        <a:rPr lang="de-DE" sz="900"/>
                        <a:t>CA_KERN2</a:t>
                      </a:r>
                    </a:p>
                    <a:p>
                      <a:r>
                        <a:rPr lang="de-DE" sz="900"/>
                        <a:t>CA_KERN3</a:t>
                      </a:r>
                    </a:p>
                  </a:txBody>
                  <a:tcPr/>
                </a:tc>
                <a:tc>
                  <a:txBody>
                    <a:bodyPr/>
                    <a:lstStyle/>
                    <a:p>
                      <a:r>
                        <a:rPr lang="de-DE" sz="900"/>
                        <a:t>Individual </a:t>
                      </a:r>
                      <a:r>
                        <a:rPr lang="de-DE" sz="900" err="1"/>
                        <a:t>test</a:t>
                      </a:r>
                      <a:r>
                        <a:rPr lang="de-DE" sz="900"/>
                        <a:t> </a:t>
                      </a:r>
                      <a:r>
                        <a:rPr lang="de-DE" sz="900" err="1"/>
                        <a:t>branches</a:t>
                      </a:r>
                      <a:r>
                        <a:rPr lang="de-DE" sz="900"/>
                        <a:t> for </a:t>
                      </a:r>
                      <a:r>
                        <a:rPr lang="de-DE" sz="900" err="1"/>
                        <a:t>feature</a:t>
                      </a:r>
                      <a:r>
                        <a:rPr lang="de-DE" sz="900"/>
                        <a:t> </a:t>
                      </a:r>
                      <a:r>
                        <a:rPr lang="de-DE" sz="900" err="1"/>
                        <a:t>pre</a:t>
                      </a:r>
                      <a:r>
                        <a:rPr lang="de-DE" sz="900"/>
                        <a:t>-integration</a:t>
                      </a:r>
                    </a:p>
                  </a:txBody>
                  <a:tcPr/>
                </a:tc>
                <a:extLst>
                  <a:ext uri="{0D108BD9-81ED-4DB2-BD59-A6C34878D82A}">
                    <a16:rowId xmlns:a16="http://schemas.microsoft.com/office/drawing/2014/main" val="2608746370"/>
                  </a:ext>
                </a:extLst>
              </a:tr>
            </a:tbl>
          </a:graphicData>
        </a:graphic>
      </p:graphicFrame>
    </p:spTree>
    <p:extLst>
      <p:ext uri="{BB962C8B-B14F-4D97-AF65-F5344CB8AC3E}">
        <p14:creationId xmlns:p14="http://schemas.microsoft.com/office/powerpoint/2010/main" val="739267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9986E2-6CC0-42C9-B851-60C57735743B}"/>
              </a:ext>
            </a:extLst>
          </p:cNvPr>
          <p:cNvSpPr>
            <a:spLocks noGrp="1"/>
          </p:cNvSpPr>
          <p:nvPr>
            <p:ph type="body" sz="quarter" idx="10"/>
          </p:nvPr>
        </p:nvSpPr>
        <p:spPr/>
        <p:txBody>
          <a:bodyPr/>
          <a:lstStyle/>
          <a:p>
            <a:r>
              <a:rPr lang="en-US" sz="1800"/>
              <a:t>Typical types of error scenarios asked to be analyzed by the Kernel competence area</a:t>
            </a:r>
            <a:endParaRPr lang="de-DE" sz="1800"/>
          </a:p>
        </p:txBody>
      </p:sp>
      <p:sp>
        <p:nvSpPr>
          <p:cNvPr id="3" name="Text Placeholder 2">
            <a:extLst>
              <a:ext uri="{FF2B5EF4-FFF2-40B4-BE49-F238E27FC236}">
                <a16:creationId xmlns:a16="http://schemas.microsoft.com/office/drawing/2014/main" id="{9E502909-0A88-4098-97E9-3C4DFDEBA5F5}"/>
              </a:ext>
            </a:extLst>
          </p:cNvPr>
          <p:cNvSpPr>
            <a:spLocks noGrp="1"/>
          </p:cNvSpPr>
          <p:nvPr>
            <p:ph type="body" sz="quarter" idx="11"/>
          </p:nvPr>
        </p:nvSpPr>
        <p:spPr/>
        <p:txBody>
          <a:bodyPr/>
          <a:lstStyle/>
          <a:p>
            <a:r>
              <a:rPr lang="de-DE"/>
              <a:t>Troubleshooting</a:t>
            </a:r>
          </a:p>
        </p:txBody>
      </p:sp>
      <p:sp>
        <p:nvSpPr>
          <p:cNvPr id="4" name="Text Placeholder 3">
            <a:extLst>
              <a:ext uri="{FF2B5EF4-FFF2-40B4-BE49-F238E27FC236}">
                <a16:creationId xmlns:a16="http://schemas.microsoft.com/office/drawing/2014/main" id="{30540571-A48D-4D72-8BB3-2E6EEC0FA4C3}"/>
              </a:ext>
            </a:extLst>
          </p:cNvPr>
          <p:cNvSpPr>
            <a:spLocks noGrp="1"/>
          </p:cNvSpPr>
          <p:nvPr>
            <p:ph type="body" sz="quarter" idx="12"/>
          </p:nvPr>
        </p:nvSpPr>
        <p:spPr>
          <a:xfrm>
            <a:off x="2744886" y="1209600"/>
            <a:ext cx="3175778" cy="2914001"/>
          </a:xfrm>
        </p:spPr>
        <p:txBody>
          <a:bodyPr/>
          <a:lstStyle/>
          <a:p>
            <a:pPr marL="285750" indent="-285750">
              <a:buFont typeface="Arial" panose="020B0604020202020204" pitchFamily="34" charset="0"/>
              <a:buChar char="•"/>
            </a:pPr>
            <a:r>
              <a:rPr lang="de-DE"/>
              <a:t>System Crash</a:t>
            </a:r>
          </a:p>
          <a:p>
            <a:pPr marL="285750" indent="-285750">
              <a:buFont typeface="Arial" panose="020B0604020202020204" pitchFamily="34" charset="0"/>
              <a:buChar char="•"/>
            </a:pPr>
            <a:endParaRPr lang="de-DE"/>
          </a:p>
          <a:p>
            <a:pPr marL="285750" indent="-285750">
              <a:buFont typeface="Arial" panose="020B0604020202020204" pitchFamily="34" charset="0"/>
              <a:buChar char="•"/>
            </a:pPr>
            <a:r>
              <a:rPr lang="de-DE"/>
              <a:t>System </a:t>
            </a:r>
            <a:r>
              <a:rPr lang="de-DE" err="1"/>
              <a:t>Overload</a:t>
            </a:r>
            <a:endParaRPr lang="de-DE"/>
          </a:p>
          <a:p>
            <a:pPr marL="285750" indent="-285750">
              <a:buFont typeface="Arial" panose="020B0604020202020204" pitchFamily="34" charset="0"/>
              <a:buChar char="•"/>
            </a:pPr>
            <a:endParaRPr lang="de-DE"/>
          </a:p>
          <a:p>
            <a:pPr marL="285750" indent="-285750">
              <a:buFont typeface="Arial" panose="020B0604020202020204" pitchFamily="34" charset="0"/>
              <a:buChar char="•"/>
            </a:pPr>
            <a:r>
              <a:rPr lang="de-DE"/>
              <a:t>System Performance/</a:t>
            </a:r>
            <a:r>
              <a:rPr lang="de-DE" err="1"/>
              <a:t>Latency</a:t>
            </a:r>
            <a:endParaRPr lang="de-DE"/>
          </a:p>
          <a:p>
            <a:pPr marL="285750" indent="-285750">
              <a:buFont typeface="Arial" panose="020B0604020202020204" pitchFamily="34" charset="0"/>
              <a:buChar char="•"/>
            </a:pPr>
            <a:endParaRPr lang="de-DE"/>
          </a:p>
          <a:p>
            <a:pPr marL="285750" indent="-285750">
              <a:buFont typeface="Arial" panose="020B0604020202020204" pitchFamily="34" charset="0"/>
              <a:buChar char="•"/>
            </a:pPr>
            <a:r>
              <a:rPr lang="de-DE"/>
              <a:t>System Hang</a:t>
            </a:r>
          </a:p>
          <a:p>
            <a:pPr marL="285750" indent="-285750">
              <a:buFont typeface="Arial" panose="020B0604020202020204" pitchFamily="34" charset="0"/>
              <a:buChar char="•"/>
            </a:pPr>
            <a:endParaRPr lang="de-DE"/>
          </a:p>
          <a:p>
            <a:pPr marL="285750" indent="-285750">
              <a:buFont typeface="Arial" panose="020B0604020202020204" pitchFamily="34" charset="0"/>
              <a:buChar char="•"/>
            </a:pPr>
            <a:r>
              <a:rPr lang="de-DE"/>
              <a:t>System Out </a:t>
            </a:r>
            <a:r>
              <a:rPr lang="de-DE" err="1"/>
              <a:t>of</a:t>
            </a:r>
            <a:r>
              <a:rPr lang="de-DE"/>
              <a:t> Memory</a:t>
            </a:r>
          </a:p>
        </p:txBody>
      </p:sp>
      <p:sp>
        <p:nvSpPr>
          <p:cNvPr id="6" name="Footer Placeholder 5">
            <a:extLst>
              <a:ext uri="{FF2B5EF4-FFF2-40B4-BE49-F238E27FC236}">
                <a16:creationId xmlns:a16="http://schemas.microsoft.com/office/drawing/2014/main" id="{7CED980E-F64A-46E6-B3E4-D58E03CBFD2E}"/>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2561714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02909-0A88-4098-97E9-3C4DFDEBA5F5}"/>
              </a:ext>
            </a:extLst>
          </p:cNvPr>
          <p:cNvSpPr>
            <a:spLocks noGrp="1"/>
          </p:cNvSpPr>
          <p:nvPr>
            <p:ph type="body" sz="quarter" idx="11"/>
          </p:nvPr>
        </p:nvSpPr>
        <p:spPr>
          <a:xfrm>
            <a:off x="3196062" y="2214173"/>
            <a:ext cx="3220018" cy="643989"/>
          </a:xfrm>
        </p:spPr>
        <p:txBody>
          <a:bodyPr lIns="0" tIns="0" rIns="0" bIns="0" anchor="t"/>
          <a:lstStyle/>
          <a:p>
            <a:r>
              <a:rPr lang="de-DE" sz="3200"/>
              <a:t>System Crash</a:t>
            </a:r>
          </a:p>
        </p:txBody>
      </p:sp>
      <p:sp>
        <p:nvSpPr>
          <p:cNvPr id="6" name="Footer Placeholder 5">
            <a:extLst>
              <a:ext uri="{FF2B5EF4-FFF2-40B4-BE49-F238E27FC236}">
                <a16:creationId xmlns:a16="http://schemas.microsoft.com/office/drawing/2014/main" id="{7CED980E-F64A-46E6-B3E4-D58E03CBFD2E}"/>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1284832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CBCA36-1BE5-4BAC-BF82-D3DF78242C53}"/>
              </a:ext>
            </a:extLst>
          </p:cNvPr>
          <p:cNvSpPr>
            <a:spLocks noGrp="1"/>
          </p:cNvSpPr>
          <p:nvPr>
            <p:ph type="body" sz="quarter" idx="10"/>
          </p:nvPr>
        </p:nvSpPr>
        <p:spPr/>
        <p:txBody>
          <a:bodyPr/>
          <a:lstStyle/>
          <a:p>
            <a:r>
              <a:rPr lang="de-DE" sz="1400" b="1"/>
              <a:t>System Crash </a:t>
            </a:r>
            <a:r>
              <a:rPr lang="de-DE" sz="1400"/>
              <a:t>– Kernel </a:t>
            </a:r>
            <a:r>
              <a:rPr lang="de-DE" sz="1400" err="1"/>
              <a:t>Oops</a:t>
            </a:r>
            <a:r>
              <a:rPr lang="de-DE" sz="1400"/>
              <a:t>/Panic – </a:t>
            </a:r>
            <a:r>
              <a:rPr lang="de-DE" sz="1400" err="1"/>
              <a:t>decode</a:t>
            </a:r>
            <a:r>
              <a:rPr lang="de-DE" sz="1400"/>
              <a:t> </a:t>
            </a:r>
            <a:r>
              <a:rPr lang="de-DE" sz="1400" err="1"/>
              <a:t>example</a:t>
            </a:r>
            <a:r>
              <a:rPr lang="de-DE" sz="1400"/>
              <a:t> </a:t>
            </a:r>
            <a:r>
              <a:rPr lang="de-DE" sz="1400" err="1"/>
              <a:t>crash</a:t>
            </a:r>
            <a:r>
              <a:rPr lang="de-DE" sz="1400"/>
              <a:t> on ASIM (PR632825)</a:t>
            </a:r>
          </a:p>
        </p:txBody>
      </p:sp>
      <p:sp>
        <p:nvSpPr>
          <p:cNvPr id="3" name="Text Placeholder 2">
            <a:extLst>
              <a:ext uri="{FF2B5EF4-FFF2-40B4-BE49-F238E27FC236}">
                <a16:creationId xmlns:a16="http://schemas.microsoft.com/office/drawing/2014/main" id="{D5C89F42-58EA-4D86-8247-787A646BF177}"/>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F1A9984A-F38D-4862-9BE4-FDA46192DEE6}"/>
              </a:ext>
            </a:extLst>
          </p:cNvPr>
          <p:cNvSpPr>
            <a:spLocks noGrp="1"/>
          </p:cNvSpPr>
          <p:nvPr>
            <p:ph type="ftr" sz="quarter" idx="14"/>
          </p:nvPr>
        </p:nvSpPr>
        <p:spPr/>
        <p:txBody>
          <a:bodyPr/>
          <a:lstStyle/>
          <a:p>
            <a:r>
              <a:rPr lang="en-GB"/>
              <a:t>01-04-2022</a:t>
            </a:r>
            <a:endParaRPr lang="en-US"/>
          </a:p>
        </p:txBody>
      </p:sp>
      <p:pic>
        <p:nvPicPr>
          <p:cNvPr id="8" name="Picture 7">
            <a:extLst>
              <a:ext uri="{FF2B5EF4-FFF2-40B4-BE49-F238E27FC236}">
                <a16:creationId xmlns:a16="http://schemas.microsoft.com/office/drawing/2014/main" id="{3E8917AB-75B4-4860-A015-781D3C0A001A}"/>
              </a:ext>
            </a:extLst>
          </p:cNvPr>
          <p:cNvPicPr>
            <a:picLocks noChangeAspect="1"/>
          </p:cNvPicPr>
          <p:nvPr/>
        </p:nvPicPr>
        <p:blipFill>
          <a:blip r:embed="rId2"/>
          <a:stretch>
            <a:fillRect/>
          </a:stretch>
        </p:blipFill>
        <p:spPr>
          <a:xfrm>
            <a:off x="2304000" y="844062"/>
            <a:ext cx="4216805" cy="4299438"/>
          </a:xfrm>
          <a:prstGeom prst="rect">
            <a:avLst/>
          </a:prstGeom>
        </p:spPr>
      </p:pic>
      <p:sp>
        <p:nvSpPr>
          <p:cNvPr id="4" name="Rectangle: Rounded Corners 3">
            <a:extLst>
              <a:ext uri="{FF2B5EF4-FFF2-40B4-BE49-F238E27FC236}">
                <a16:creationId xmlns:a16="http://schemas.microsoft.com/office/drawing/2014/main" id="{F2B771CA-FBDD-4791-83F6-8225976EE977}"/>
              </a:ext>
            </a:extLst>
          </p:cNvPr>
          <p:cNvSpPr/>
          <p:nvPr/>
        </p:nvSpPr>
        <p:spPr>
          <a:xfrm>
            <a:off x="2175029" y="923278"/>
            <a:ext cx="2278602" cy="538578"/>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cxnSp>
        <p:nvCxnSpPr>
          <p:cNvPr id="7" name="Straight Connector 6">
            <a:extLst>
              <a:ext uri="{FF2B5EF4-FFF2-40B4-BE49-F238E27FC236}">
                <a16:creationId xmlns:a16="http://schemas.microsoft.com/office/drawing/2014/main" id="{E01A0627-4C0C-4EFD-AD6A-16DBAAC4A13C}"/>
              </a:ext>
            </a:extLst>
          </p:cNvPr>
          <p:cNvCxnSpPr/>
          <p:nvPr/>
        </p:nvCxnSpPr>
        <p:spPr>
          <a:xfrm>
            <a:off x="2885243" y="1044606"/>
            <a:ext cx="121328" cy="0"/>
          </a:xfrm>
          <a:prstGeom prst="line">
            <a:avLst/>
          </a:prstGeom>
          <a:ln/>
        </p:spPr>
        <p:style>
          <a:lnRef idx="1">
            <a:schemeClr val="accent4"/>
          </a:lnRef>
          <a:fillRef idx="0">
            <a:schemeClr val="accent4"/>
          </a:fillRef>
          <a:effectRef idx="0">
            <a:schemeClr val="accent4"/>
          </a:effectRef>
          <a:fontRef idx="minor">
            <a:schemeClr val="tx1"/>
          </a:fontRef>
        </p:style>
      </p:cxnSp>
      <p:sp>
        <p:nvSpPr>
          <p:cNvPr id="9" name="TextBox 8">
            <a:extLst>
              <a:ext uri="{FF2B5EF4-FFF2-40B4-BE49-F238E27FC236}">
                <a16:creationId xmlns:a16="http://schemas.microsoft.com/office/drawing/2014/main" id="{4DB3019B-54AA-49FC-A18E-334041033CB2}"/>
              </a:ext>
            </a:extLst>
          </p:cNvPr>
          <p:cNvSpPr txBox="1"/>
          <p:nvPr/>
        </p:nvSpPr>
        <p:spPr>
          <a:xfrm>
            <a:off x="4414944" y="975561"/>
            <a:ext cx="1514476" cy="594011"/>
          </a:xfrm>
          <a:prstGeom prst="rect">
            <a:avLst/>
          </a:prstGeom>
          <a:noFill/>
        </p:spPr>
        <p:txBody>
          <a:bodyPr wrap="none" lIns="72000" tIns="72000" rIns="72000" bIns="72000" rtlCol="0">
            <a:noAutofit/>
          </a:bodyPr>
          <a:lstStyle/>
          <a:p>
            <a:pPr algn="l">
              <a:spcAft>
                <a:spcPts val="300"/>
              </a:spcAft>
              <a:buSzPct val="100000"/>
            </a:pPr>
            <a:r>
              <a:rPr lang="de-DE" sz="600">
                <a:solidFill>
                  <a:srgbClr val="FF0000"/>
                </a:solidFill>
                <a:hlinkClick r:id="rId3">
                  <a:extLst>
                    <a:ext uri="{A12FA001-AC4F-418D-AE19-62706E023703}">
                      <ahyp:hlinkClr xmlns:ahyp="http://schemas.microsoft.com/office/drawing/2018/hyperlinkcolor" val="tx"/>
                    </a:ext>
                  </a:extLst>
                </a:hlinkClick>
              </a:rPr>
              <a:t>@ ESR: </a:t>
            </a:r>
            <a:r>
              <a:rPr lang="de-DE" sz="600" err="1">
                <a:solidFill>
                  <a:srgbClr val="FF0000"/>
                </a:solidFill>
                <a:hlinkClick r:id="rId3">
                  <a:extLst>
                    <a:ext uri="{A12FA001-AC4F-418D-AE19-62706E023703}">
                      <ahyp:hlinkClr xmlns:ahyp="http://schemas.microsoft.com/office/drawing/2018/hyperlinkcolor" val="tx"/>
                    </a:ext>
                  </a:extLst>
                </a:hlinkClick>
              </a:rPr>
              <a:t>Exception</a:t>
            </a:r>
            <a:r>
              <a:rPr lang="de-DE" sz="600">
                <a:solidFill>
                  <a:srgbClr val="FF0000"/>
                </a:solidFill>
                <a:hlinkClick r:id="rId3">
                  <a:extLst>
                    <a:ext uri="{A12FA001-AC4F-418D-AE19-62706E023703}">
                      <ahyp:hlinkClr xmlns:ahyp="http://schemas.microsoft.com/office/drawing/2018/hyperlinkcolor" val="tx"/>
                    </a:ext>
                  </a:extLst>
                </a:hlinkClick>
              </a:rPr>
              <a:t> Syndrom Register</a:t>
            </a:r>
            <a:endParaRPr lang="de-DE" sz="600">
              <a:solidFill>
                <a:srgbClr val="FF0000"/>
              </a:solidFill>
            </a:endParaRPr>
          </a:p>
          <a:p>
            <a:pPr algn="l">
              <a:spcAft>
                <a:spcPts val="300"/>
              </a:spcAft>
              <a:buSzPct val="100000"/>
            </a:pPr>
            <a:r>
              <a:rPr lang="de-DE" sz="600">
                <a:solidFill>
                  <a:srgbClr val="FF0000"/>
                </a:solidFill>
                <a:hlinkClick r:id="rId4">
                  <a:extLst>
                    <a:ext uri="{A12FA001-AC4F-418D-AE19-62706E023703}">
                      <ahyp:hlinkClr xmlns:ahyp="http://schemas.microsoft.com/office/drawing/2018/hyperlinkcolor" val="tx"/>
                    </a:ext>
                  </a:extLst>
                </a:hlinkClick>
              </a:rPr>
              <a:t>@ AArch64 ESR Decoder</a:t>
            </a:r>
            <a:endParaRPr lang="de-DE" sz="600">
              <a:solidFill>
                <a:srgbClr val="FF0000"/>
              </a:solidFill>
            </a:endParaRPr>
          </a:p>
          <a:p>
            <a:pPr algn="l">
              <a:spcAft>
                <a:spcPts val="300"/>
              </a:spcAft>
              <a:buSzPct val="100000"/>
            </a:pPr>
            <a:endParaRPr lang="de-DE" sz="1200">
              <a:solidFill>
                <a:schemeClr val="tx2"/>
              </a:solidFill>
            </a:endParaRPr>
          </a:p>
          <a:p>
            <a:pPr algn="l">
              <a:spcAft>
                <a:spcPts val="300"/>
              </a:spcAft>
              <a:buSzPct val="100000"/>
            </a:pPr>
            <a:endParaRPr lang="de-DE" sz="1200">
              <a:solidFill>
                <a:schemeClr val="tx2"/>
              </a:solidFill>
            </a:endParaRPr>
          </a:p>
        </p:txBody>
      </p:sp>
      <p:sp>
        <p:nvSpPr>
          <p:cNvPr id="11" name="Rectangle: Rounded Corners 10">
            <a:extLst>
              <a:ext uri="{FF2B5EF4-FFF2-40B4-BE49-F238E27FC236}">
                <a16:creationId xmlns:a16="http://schemas.microsoft.com/office/drawing/2014/main" id="{44E4B375-810A-4E60-9EB5-65E6848DF483}"/>
              </a:ext>
            </a:extLst>
          </p:cNvPr>
          <p:cNvSpPr/>
          <p:nvPr/>
        </p:nvSpPr>
        <p:spPr>
          <a:xfrm>
            <a:off x="2175029" y="1460005"/>
            <a:ext cx="4345776" cy="132258"/>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12" name="TextBox 11">
            <a:extLst>
              <a:ext uri="{FF2B5EF4-FFF2-40B4-BE49-F238E27FC236}">
                <a16:creationId xmlns:a16="http://schemas.microsoft.com/office/drawing/2014/main" id="{9EB7F7F5-849B-4429-B8BD-AB464B3840C5}"/>
              </a:ext>
            </a:extLst>
          </p:cNvPr>
          <p:cNvSpPr txBox="1"/>
          <p:nvPr/>
        </p:nvSpPr>
        <p:spPr>
          <a:xfrm>
            <a:off x="6472144" y="1409440"/>
            <a:ext cx="1544391" cy="309600"/>
          </a:xfrm>
          <a:prstGeom prst="rect">
            <a:avLst/>
          </a:prstGeom>
          <a:noFill/>
        </p:spPr>
        <p:txBody>
          <a:bodyPr wrap="none" lIns="72000" tIns="72000" rIns="72000" bIns="72000" rtlCol="0">
            <a:noAutofit/>
          </a:bodyPr>
          <a:lstStyle/>
          <a:p>
            <a:pPr algn="l">
              <a:spcAft>
                <a:spcPts val="300"/>
              </a:spcAft>
              <a:buSzPct val="100000"/>
            </a:pPr>
            <a:r>
              <a:rPr lang="de-DE" sz="600">
                <a:solidFill>
                  <a:srgbClr val="FF0000"/>
                </a:solidFill>
                <a:hlinkClick r:id="rId5">
                  <a:extLst>
                    <a:ext uri="{A12FA001-AC4F-418D-AE19-62706E023703}">
                      <ahyp:hlinkClr xmlns:ahyp="http://schemas.microsoft.com/office/drawing/2018/hyperlinkcolor" val="tx"/>
                    </a:ext>
                  </a:extLst>
                </a:hlinkClick>
              </a:rPr>
              <a:t>@ Page </a:t>
            </a:r>
            <a:r>
              <a:rPr lang="de-DE" sz="600" err="1">
                <a:solidFill>
                  <a:srgbClr val="FF0000"/>
                </a:solidFill>
                <a:hlinkClick r:id="rId5">
                  <a:extLst>
                    <a:ext uri="{A12FA001-AC4F-418D-AE19-62706E023703}">
                      <ahyp:hlinkClr xmlns:ahyp="http://schemas.microsoft.com/office/drawing/2018/hyperlinkcolor" val="tx"/>
                    </a:ext>
                  </a:extLst>
                </a:hlinkClick>
              </a:rPr>
              <a:t>table</a:t>
            </a:r>
            <a:r>
              <a:rPr lang="de-DE" sz="600">
                <a:solidFill>
                  <a:srgbClr val="FF0000"/>
                </a:solidFill>
                <a:hlinkClick r:id="rId5">
                  <a:extLst>
                    <a:ext uri="{A12FA001-AC4F-418D-AE19-62706E023703}">
                      <ahyp:hlinkClr xmlns:ahyp="http://schemas.microsoft.com/office/drawing/2018/hyperlinkcolor" val="tx"/>
                    </a:ext>
                  </a:extLst>
                </a:hlinkClick>
              </a:rPr>
              <a:t> </a:t>
            </a:r>
            <a:r>
              <a:rPr lang="de-DE" sz="600" err="1">
                <a:solidFill>
                  <a:srgbClr val="FF0000"/>
                </a:solidFill>
                <a:hlinkClick r:id="rId5">
                  <a:extLst>
                    <a:ext uri="{A12FA001-AC4F-418D-AE19-62706E023703}">
                      <ahyp:hlinkClr xmlns:ahyp="http://schemas.microsoft.com/office/drawing/2018/hyperlinkcolor" val="tx"/>
                    </a:ext>
                  </a:extLst>
                </a:hlinkClick>
              </a:rPr>
              <a:t>info</a:t>
            </a:r>
            <a:r>
              <a:rPr lang="de-DE" sz="600">
                <a:solidFill>
                  <a:srgbClr val="FF0000"/>
                </a:solidFill>
                <a:hlinkClick r:id="rId5">
                  <a:extLst>
                    <a:ext uri="{A12FA001-AC4F-418D-AE19-62706E023703}">
                      <ahyp:hlinkClr xmlns:ahyp="http://schemas.microsoft.com/office/drawing/2018/hyperlinkcolor" val="tx"/>
                    </a:ext>
                  </a:extLst>
                </a:hlinkClick>
              </a:rPr>
              <a:t> </a:t>
            </a:r>
            <a:r>
              <a:rPr lang="de-DE" sz="600" err="1">
                <a:solidFill>
                  <a:srgbClr val="FF0000"/>
                </a:solidFill>
                <a:hlinkClick r:id="rId5">
                  <a:extLst>
                    <a:ext uri="{A12FA001-AC4F-418D-AE19-62706E023703}">
                      <ahyp:hlinkClr xmlns:ahyp="http://schemas.microsoft.com/office/drawing/2018/hyperlinkcolor" val="tx"/>
                    </a:ext>
                  </a:extLst>
                </a:hlinkClick>
              </a:rPr>
              <a:t>from</a:t>
            </a:r>
            <a:r>
              <a:rPr lang="de-DE" sz="600">
                <a:solidFill>
                  <a:srgbClr val="FF0000"/>
                </a:solidFill>
                <a:hlinkClick r:id="rId5">
                  <a:extLst>
                    <a:ext uri="{A12FA001-AC4F-418D-AE19-62706E023703}">
                      <ahyp:hlinkClr xmlns:ahyp="http://schemas.microsoft.com/office/drawing/2018/hyperlinkcolor" val="tx"/>
                    </a:ext>
                  </a:extLst>
                </a:hlinkClick>
              </a:rPr>
              <a:t> </a:t>
            </a:r>
            <a:r>
              <a:rPr lang="de-DE" sz="600" err="1">
                <a:solidFill>
                  <a:srgbClr val="FF0000"/>
                </a:solidFill>
                <a:hlinkClick r:id="rId5">
                  <a:extLst>
                    <a:ext uri="{A12FA001-AC4F-418D-AE19-62706E023703}">
                      <ahyp:hlinkClr xmlns:ahyp="http://schemas.microsoft.com/office/drawing/2018/hyperlinkcolor" val="tx"/>
                    </a:ext>
                  </a:extLst>
                </a:hlinkClick>
              </a:rPr>
              <a:t>show_pte</a:t>
            </a:r>
            <a:r>
              <a:rPr lang="de-DE" sz="600">
                <a:solidFill>
                  <a:srgbClr val="FF0000"/>
                </a:solidFill>
                <a:hlinkClick r:id="rId5">
                  <a:extLst>
                    <a:ext uri="{A12FA001-AC4F-418D-AE19-62706E023703}">
                      <ahyp:hlinkClr xmlns:ahyp="http://schemas.microsoft.com/office/drawing/2018/hyperlinkcolor" val="tx"/>
                    </a:ext>
                  </a:extLst>
                </a:hlinkClick>
              </a:rPr>
              <a:t>()</a:t>
            </a:r>
            <a:endParaRPr lang="de-DE" sz="600">
              <a:solidFill>
                <a:srgbClr val="FF0000"/>
              </a:solidFill>
            </a:endParaRPr>
          </a:p>
          <a:p>
            <a:pPr algn="l">
              <a:spcAft>
                <a:spcPts val="300"/>
              </a:spcAft>
              <a:buSzPct val="100000"/>
            </a:pPr>
            <a:endParaRPr lang="de-DE" sz="1200">
              <a:solidFill>
                <a:srgbClr val="FF0000"/>
              </a:solidFill>
            </a:endParaRPr>
          </a:p>
          <a:p>
            <a:pPr algn="l">
              <a:spcAft>
                <a:spcPts val="300"/>
              </a:spcAft>
              <a:buSzPct val="100000"/>
            </a:pPr>
            <a:endParaRPr lang="de-DE" sz="1200">
              <a:solidFill>
                <a:srgbClr val="FF0000"/>
              </a:solidFill>
            </a:endParaRPr>
          </a:p>
        </p:txBody>
      </p:sp>
      <p:sp>
        <p:nvSpPr>
          <p:cNvPr id="13" name="Rectangle: Rounded Corners 12">
            <a:extLst>
              <a:ext uri="{FF2B5EF4-FFF2-40B4-BE49-F238E27FC236}">
                <a16:creationId xmlns:a16="http://schemas.microsoft.com/office/drawing/2014/main" id="{A0AE4DD2-229C-4BA4-9A86-8CC8E42B2A39}"/>
              </a:ext>
            </a:extLst>
          </p:cNvPr>
          <p:cNvSpPr/>
          <p:nvPr/>
        </p:nvSpPr>
        <p:spPr>
          <a:xfrm>
            <a:off x="2175029" y="1796249"/>
            <a:ext cx="4345776" cy="77690"/>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14" name="TextBox 13">
            <a:extLst>
              <a:ext uri="{FF2B5EF4-FFF2-40B4-BE49-F238E27FC236}">
                <a16:creationId xmlns:a16="http://schemas.microsoft.com/office/drawing/2014/main" id="{85C7B90C-D2B6-4DCE-A27C-77D142873879}"/>
              </a:ext>
            </a:extLst>
          </p:cNvPr>
          <p:cNvSpPr txBox="1"/>
          <p:nvPr/>
        </p:nvSpPr>
        <p:spPr>
          <a:xfrm>
            <a:off x="405971" y="1793290"/>
            <a:ext cx="1757429" cy="694562"/>
          </a:xfrm>
          <a:prstGeom prst="rect">
            <a:avLst/>
          </a:prstGeom>
          <a:noFill/>
          <a:ln>
            <a:solidFill>
              <a:schemeClr val="accent4">
                <a:lumMod val="20000"/>
                <a:lumOff val="80000"/>
              </a:schemeClr>
            </a:solidFill>
          </a:ln>
        </p:spPr>
        <p:txBody>
          <a:bodyPr wrap="none" lIns="72000" tIns="72000" rIns="72000" bIns="72000" rtlCol="0">
            <a:noAutofit/>
          </a:bodyPr>
          <a:lstStyle/>
          <a:p>
            <a:pPr algn="l">
              <a:spcAft>
                <a:spcPts val="300"/>
              </a:spcAft>
              <a:buSzPct val="100000"/>
            </a:pPr>
            <a:r>
              <a:rPr lang="de-DE" sz="500" b="1">
                <a:solidFill>
                  <a:schemeClr val="tx2"/>
                </a:solidFill>
              </a:rPr>
              <a:t>CPU: ID</a:t>
            </a:r>
          </a:p>
          <a:p>
            <a:pPr algn="l">
              <a:spcAft>
                <a:spcPts val="300"/>
              </a:spcAft>
              <a:buSzPct val="100000"/>
            </a:pPr>
            <a:r>
              <a:rPr lang="de-DE" sz="500" b="1">
                <a:solidFill>
                  <a:schemeClr val="tx2"/>
                </a:solidFill>
              </a:rPr>
              <a:t>PID: </a:t>
            </a:r>
            <a:r>
              <a:rPr lang="de-DE" sz="500" b="1" err="1">
                <a:solidFill>
                  <a:schemeClr val="tx2"/>
                </a:solidFill>
              </a:rPr>
              <a:t>Process</a:t>
            </a:r>
            <a:r>
              <a:rPr lang="de-DE" sz="500" b="1">
                <a:solidFill>
                  <a:schemeClr val="tx2"/>
                </a:solidFill>
              </a:rPr>
              <a:t> ID</a:t>
            </a:r>
          </a:p>
          <a:p>
            <a:pPr algn="l">
              <a:spcAft>
                <a:spcPts val="300"/>
              </a:spcAft>
              <a:buSzPct val="100000"/>
            </a:pPr>
            <a:r>
              <a:rPr lang="de-DE" sz="500" b="1" err="1">
                <a:solidFill>
                  <a:schemeClr val="tx2"/>
                </a:solidFill>
              </a:rPr>
              <a:t>Comm</a:t>
            </a:r>
            <a:r>
              <a:rPr lang="de-DE" sz="500" b="1">
                <a:solidFill>
                  <a:schemeClr val="tx2"/>
                </a:solidFill>
              </a:rPr>
              <a:t>: </a:t>
            </a:r>
            <a:r>
              <a:rPr lang="de-DE" sz="500" b="1" err="1">
                <a:solidFill>
                  <a:schemeClr val="tx2"/>
                </a:solidFill>
              </a:rPr>
              <a:t>Process</a:t>
            </a:r>
            <a:r>
              <a:rPr lang="de-DE" sz="500" b="1">
                <a:solidFill>
                  <a:schemeClr val="tx2"/>
                </a:solidFill>
              </a:rPr>
              <a:t> </a:t>
            </a:r>
            <a:r>
              <a:rPr lang="de-DE" sz="500" b="1" err="1">
                <a:solidFill>
                  <a:schemeClr val="tx2"/>
                </a:solidFill>
              </a:rPr>
              <a:t>name</a:t>
            </a:r>
            <a:endParaRPr lang="de-DE" sz="500" b="1">
              <a:solidFill>
                <a:schemeClr val="tx2"/>
              </a:solidFill>
            </a:endParaRPr>
          </a:p>
          <a:p>
            <a:pPr algn="l">
              <a:spcAft>
                <a:spcPts val="300"/>
              </a:spcAft>
              <a:buSzPct val="100000"/>
            </a:pPr>
            <a:r>
              <a:rPr lang="de-DE" sz="500" b="1" err="1">
                <a:solidFill>
                  <a:schemeClr val="tx2"/>
                </a:solidFill>
              </a:rPr>
              <a:t>Tainted</a:t>
            </a:r>
            <a:r>
              <a:rPr lang="de-DE" sz="500" b="1">
                <a:solidFill>
                  <a:schemeClr val="tx2"/>
                </a:solidFill>
              </a:rPr>
              <a:t>: </a:t>
            </a:r>
            <a:r>
              <a:rPr lang="de-DE" sz="500" b="1">
                <a:solidFill>
                  <a:schemeClr val="tx2"/>
                </a:solidFill>
                <a:hlinkClick r:id="rId6"/>
              </a:rPr>
              <a:t>@Tainted </a:t>
            </a:r>
            <a:r>
              <a:rPr lang="de-DE" sz="500" b="1" err="1">
                <a:solidFill>
                  <a:schemeClr val="tx2"/>
                </a:solidFill>
                <a:hlinkClick r:id="rId6"/>
              </a:rPr>
              <a:t>flags</a:t>
            </a:r>
            <a:endParaRPr lang="de-DE" sz="500" b="1">
              <a:solidFill>
                <a:schemeClr val="tx2"/>
              </a:solidFill>
            </a:endParaRPr>
          </a:p>
          <a:p>
            <a:pPr algn="l">
              <a:spcAft>
                <a:spcPts val="300"/>
              </a:spcAft>
              <a:buSzPct val="100000"/>
            </a:pPr>
            <a:r>
              <a:rPr lang="de-DE" sz="500" b="1">
                <a:solidFill>
                  <a:schemeClr val="tx2"/>
                </a:solidFill>
              </a:rPr>
              <a:t>&lt;Kernel </a:t>
            </a:r>
            <a:r>
              <a:rPr lang="de-DE" sz="500" b="1" err="1">
                <a:solidFill>
                  <a:schemeClr val="tx2"/>
                </a:solidFill>
              </a:rPr>
              <a:t>version</a:t>
            </a:r>
            <a:r>
              <a:rPr lang="de-DE" sz="500" b="1">
                <a:solidFill>
                  <a:schemeClr val="tx2"/>
                </a:solidFill>
              </a:rPr>
              <a:t>&gt;–&lt;</a:t>
            </a:r>
            <a:r>
              <a:rPr lang="de-DE" sz="500" b="1" err="1">
                <a:solidFill>
                  <a:schemeClr val="tx2"/>
                </a:solidFill>
              </a:rPr>
              <a:t>linux</a:t>
            </a:r>
            <a:r>
              <a:rPr lang="de-DE" sz="500" b="1">
                <a:solidFill>
                  <a:schemeClr val="tx2"/>
                </a:solidFill>
              </a:rPr>
              <a:t> </a:t>
            </a:r>
            <a:r>
              <a:rPr lang="de-DE" sz="500" b="1" err="1">
                <a:solidFill>
                  <a:schemeClr val="tx2"/>
                </a:solidFill>
              </a:rPr>
              <a:t>git</a:t>
            </a:r>
            <a:r>
              <a:rPr lang="de-DE" sz="500" b="1">
                <a:solidFill>
                  <a:schemeClr val="tx2"/>
                </a:solidFill>
              </a:rPr>
              <a:t> </a:t>
            </a:r>
            <a:r>
              <a:rPr lang="de-DE" sz="500" b="1" err="1">
                <a:solidFill>
                  <a:schemeClr val="tx2"/>
                </a:solidFill>
              </a:rPr>
              <a:t>revision</a:t>
            </a:r>
            <a:r>
              <a:rPr lang="de-DE" sz="500" b="1">
                <a:solidFill>
                  <a:schemeClr val="tx2"/>
                </a:solidFill>
              </a:rPr>
              <a:t>&gt;–&lt;</a:t>
            </a:r>
            <a:r>
              <a:rPr lang="de-DE" sz="500" b="1" err="1">
                <a:solidFill>
                  <a:schemeClr val="tx2"/>
                </a:solidFill>
              </a:rPr>
              <a:t>defconfig</a:t>
            </a:r>
            <a:r>
              <a:rPr lang="de-DE" sz="500" b="1">
                <a:solidFill>
                  <a:schemeClr val="tx2"/>
                </a:solidFill>
              </a:rPr>
              <a:t> </a:t>
            </a:r>
            <a:r>
              <a:rPr lang="de-DE" sz="500" b="1" err="1">
                <a:solidFill>
                  <a:schemeClr val="tx2"/>
                </a:solidFill>
              </a:rPr>
              <a:t>name</a:t>
            </a:r>
            <a:r>
              <a:rPr lang="de-DE" sz="500" b="1">
                <a:solidFill>
                  <a:schemeClr val="tx2"/>
                </a:solidFill>
              </a:rPr>
              <a:t>&gt;</a:t>
            </a:r>
          </a:p>
          <a:p>
            <a:pPr algn="l">
              <a:spcAft>
                <a:spcPts val="300"/>
              </a:spcAft>
              <a:buSzPct val="100000"/>
            </a:pPr>
            <a:endParaRPr lang="de-DE" sz="500">
              <a:solidFill>
                <a:schemeClr val="tx2"/>
              </a:solidFill>
            </a:endParaRPr>
          </a:p>
          <a:p>
            <a:pPr algn="l">
              <a:spcAft>
                <a:spcPts val="300"/>
              </a:spcAft>
              <a:buSzPct val="100000"/>
            </a:pPr>
            <a:endParaRPr lang="de-DE" sz="500">
              <a:solidFill>
                <a:schemeClr val="tx2"/>
              </a:solidFill>
            </a:endParaRPr>
          </a:p>
        </p:txBody>
      </p:sp>
      <p:sp>
        <p:nvSpPr>
          <p:cNvPr id="15" name="Rectangle: Rounded Corners 14">
            <a:extLst>
              <a:ext uri="{FF2B5EF4-FFF2-40B4-BE49-F238E27FC236}">
                <a16:creationId xmlns:a16="http://schemas.microsoft.com/office/drawing/2014/main" id="{CDE4DA68-5346-4DC6-B94D-963960044D39}"/>
              </a:ext>
            </a:extLst>
          </p:cNvPr>
          <p:cNvSpPr/>
          <p:nvPr/>
        </p:nvSpPr>
        <p:spPr>
          <a:xfrm>
            <a:off x="2280743" y="1995755"/>
            <a:ext cx="2935706" cy="1217962"/>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16" name="TextBox 15">
            <a:extLst>
              <a:ext uri="{FF2B5EF4-FFF2-40B4-BE49-F238E27FC236}">
                <a16:creationId xmlns:a16="http://schemas.microsoft.com/office/drawing/2014/main" id="{93D9D2CB-D170-406F-B33A-F96579E61E05}"/>
              </a:ext>
            </a:extLst>
          </p:cNvPr>
          <p:cNvSpPr txBox="1"/>
          <p:nvPr/>
        </p:nvSpPr>
        <p:spPr>
          <a:xfrm>
            <a:off x="5216449" y="2131473"/>
            <a:ext cx="1886400" cy="969265"/>
          </a:xfrm>
          <a:prstGeom prst="rect">
            <a:avLst/>
          </a:prstGeom>
          <a:noFill/>
          <a:ln>
            <a:solidFill>
              <a:schemeClr val="accent4">
                <a:lumMod val="20000"/>
                <a:lumOff val="80000"/>
              </a:schemeClr>
            </a:solidFill>
          </a:ln>
        </p:spPr>
        <p:txBody>
          <a:bodyPr wrap="none" lIns="72000" tIns="72000" rIns="72000" bIns="72000" rtlCol="0">
            <a:noAutofit/>
          </a:bodyPr>
          <a:lstStyle/>
          <a:p>
            <a:pPr algn="l">
              <a:spcAft>
                <a:spcPts val="300"/>
              </a:spcAft>
              <a:buSzPct val="100000"/>
            </a:pPr>
            <a:r>
              <a:rPr lang="de-DE" sz="500" b="1" err="1">
                <a:solidFill>
                  <a:schemeClr val="tx2"/>
                </a:solidFill>
              </a:rPr>
              <a:t>pc</a:t>
            </a:r>
            <a:r>
              <a:rPr lang="de-DE" sz="500" b="1">
                <a:solidFill>
                  <a:schemeClr val="tx2"/>
                </a:solidFill>
              </a:rPr>
              <a:t>: </a:t>
            </a:r>
            <a:r>
              <a:rPr lang="de-DE" sz="500" err="1">
                <a:solidFill>
                  <a:schemeClr val="tx2"/>
                </a:solidFill>
              </a:rPr>
              <a:t>Program</a:t>
            </a:r>
            <a:r>
              <a:rPr lang="de-DE" sz="500">
                <a:solidFill>
                  <a:schemeClr val="tx2"/>
                </a:solidFill>
              </a:rPr>
              <a:t> </a:t>
            </a:r>
            <a:r>
              <a:rPr lang="de-DE" sz="500" err="1">
                <a:solidFill>
                  <a:schemeClr val="tx2"/>
                </a:solidFill>
              </a:rPr>
              <a:t>counter</a:t>
            </a:r>
            <a:r>
              <a:rPr lang="de-DE" sz="500">
                <a:solidFill>
                  <a:schemeClr val="tx2"/>
                </a:solidFill>
              </a:rPr>
              <a:t> : </a:t>
            </a:r>
            <a:r>
              <a:rPr lang="de-DE" sz="500" err="1">
                <a:solidFill>
                  <a:schemeClr val="tx2"/>
                </a:solidFill>
              </a:rPr>
              <a:t>Function</a:t>
            </a:r>
            <a:r>
              <a:rPr lang="de-DE" sz="500">
                <a:solidFill>
                  <a:schemeClr val="tx2"/>
                </a:solidFill>
              </a:rPr>
              <a:t> </a:t>
            </a:r>
            <a:r>
              <a:rPr lang="de-DE" sz="500" err="1">
                <a:solidFill>
                  <a:schemeClr val="tx2"/>
                </a:solidFill>
              </a:rPr>
              <a:t>name</a:t>
            </a:r>
            <a:r>
              <a:rPr lang="de-DE" sz="500">
                <a:solidFill>
                  <a:schemeClr val="tx2"/>
                </a:solidFill>
              </a:rPr>
              <a:t> + </a:t>
            </a:r>
            <a:r>
              <a:rPr lang="de-DE" sz="500" err="1">
                <a:solidFill>
                  <a:schemeClr val="tx2"/>
                </a:solidFill>
              </a:rPr>
              <a:t>offset</a:t>
            </a:r>
            <a:r>
              <a:rPr lang="de-DE" sz="500">
                <a:solidFill>
                  <a:schemeClr val="tx2"/>
                </a:solidFill>
              </a:rPr>
              <a:t>/</a:t>
            </a:r>
            <a:r>
              <a:rPr lang="de-DE" sz="500" err="1">
                <a:solidFill>
                  <a:schemeClr val="tx2"/>
                </a:solidFill>
              </a:rPr>
              <a:t>length</a:t>
            </a:r>
            <a:endParaRPr lang="de-DE" sz="500">
              <a:solidFill>
                <a:schemeClr val="tx2"/>
              </a:solidFill>
            </a:endParaRPr>
          </a:p>
          <a:p>
            <a:pPr>
              <a:spcAft>
                <a:spcPts val="300"/>
              </a:spcAft>
              <a:buSzPct val="100000"/>
            </a:pPr>
            <a:r>
              <a:rPr lang="de-DE" sz="500" b="1" err="1">
                <a:solidFill>
                  <a:schemeClr val="tx2"/>
                </a:solidFill>
              </a:rPr>
              <a:t>lr</a:t>
            </a:r>
            <a:r>
              <a:rPr lang="de-DE" sz="500" b="1">
                <a:solidFill>
                  <a:schemeClr val="tx2"/>
                </a:solidFill>
              </a:rPr>
              <a:t>:  </a:t>
            </a:r>
            <a:r>
              <a:rPr lang="de-DE" sz="500">
                <a:solidFill>
                  <a:schemeClr val="tx2"/>
                </a:solidFill>
              </a:rPr>
              <a:t>Link Register : </a:t>
            </a:r>
            <a:r>
              <a:rPr lang="de-DE" sz="500" err="1">
                <a:solidFill>
                  <a:schemeClr val="tx2"/>
                </a:solidFill>
              </a:rPr>
              <a:t>Function</a:t>
            </a:r>
            <a:r>
              <a:rPr lang="de-DE" sz="500">
                <a:solidFill>
                  <a:schemeClr val="tx2"/>
                </a:solidFill>
              </a:rPr>
              <a:t> </a:t>
            </a:r>
            <a:r>
              <a:rPr lang="de-DE" sz="500" err="1">
                <a:solidFill>
                  <a:schemeClr val="tx2"/>
                </a:solidFill>
              </a:rPr>
              <a:t>name</a:t>
            </a:r>
            <a:r>
              <a:rPr lang="de-DE" sz="500">
                <a:solidFill>
                  <a:schemeClr val="tx2"/>
                </a:solidFill>
              </a:rPr>
              <a:t> + </a:t>
            </a:r>
            <a:r>
              <a:rPr lang="de-DE" sz="500" err="1">
                <a:solidFill>
                  <a:schemeClr val="tx2"/>
                </a:solidFill>
              </a:rPr>
              <a:t>offset</a:t>
            </a:r>
            <a:r>
              <a:rPr lang="de-DE" sz="500">
                <a:solidFill>
                  <a:schemeClr val="tx2"/>
                </a:solidFill>
              </a:rPr>
              <a:t>/</a:t>
            </a:r>
            <a:r>
              <a:rPr lang="de-DE" sz="500" err="1">
                <a:solidFill>
                  <a:schemeClr val="tx2"/>
                </a:solidFill>
              </a:rPr>
              <a:t>length</a:t>
            </a:r>
            <a:endParaRPr lang="de-DE" sz="500">
              <a:solidFill>
                <a:schemeClr val="tx2"/>
              </a:solidFill>
            </a:endParaRPr>
          </a:p>
          <a:p>
            <a:pPr algn="l">
              <a:spcAft>
                <a:spcPts val="300"/>
              </a:spcAft>
              <a:buSzPct val="100000"/>
            </a:pPr>
            <a:r>
              <a:rPr lang="de-DE" sz="500" b="1" err="1">
                <a:solidFill>
                  <a:schemeClr val="tx2"/>
                </a:solidFill>
              </a:rPr>
              <a:t>sp</a:t>
            </a:r>
            <a:r>
              <a:rPr lang="de-DE" sz="500" b="1">
                <a:solidFill>
                  <a:schemeClr val="tx2"/>
                </a:solidFill>
              </a:rPr>
              <a:t>: </a:t>
            </a:r>
            <a:r>
              <a:rPr lang="de-DE" sz="500">
                <a:solidFill>
                  <a:schemeClr val="tx2"/>
                </a:solidFill>
              </a:rPr>
              <a:t>Stack </a:t>
            </a:r>
            <a:r>
              <a:rPr lang="de-DE" sz="500" err="1">
                <a:solidFill>
                  <a:schemeClr val="tx2"/>
                </a:solidFill>
              </a:rPr>
              <a:t>pointer</a:t>
            </a:r>
            <a:endParaRPr lang="de-DE" sz="500">
              <a:solidFill>
                <a:schemeClr val="tx2"/>
              </a:solidFill>
            </a:endParaRPr>
          </a:p>
          <a:p>
            <a:pPr algn="l">
              <a:spcAft>
                <a:spcPts val="300"/>
              </a:spcAft>
              <a:buSzPct val="100000"/>
            </a:pPr>
            <a:r>
              <a:rPr lang="de-DE" sz="500" b="1">
                <a:solidFill>
                  <a:schemeClr val="tx2"/>
                </a:solidFill>
              </a:rPr>
              <a:t>x0-x29</a:t>
            </a:r>
            <a:r>
              <a:rPr lang="de-DE" sz="500">
                <a:solidFill>
                  <a:schemeClr val="tx2"/>
                </a:solidFill>
              </a:rPr>
              <a:t>: CPU Registers</a:t>
            </a:r>
          </a:p>
          <a:p>
            <a:pPr algn="l">
              <a:spcAft>
                <a:spcPts val="300"/>
              </a:spcAft>
              <a:buSzPct val="100000"/>
            </a:pPr>
            <a:r>
              <a:rPr lang="de-DE" sz="500" err="1">
                <a:solidFill>
                  <a:schemeClr val="tx2"/>
                </a:solidFill>
              </a:rPr>
              <a:t>Decode</a:t>
            </a:r>
            <a:r>
              <a:rPr lang="de-DE" sz="500">
                <a:solidFill>
                  <a:schemeClr val="tx2"/>
                </a:solidFill>
              </a:rPr>
              <a:t> e.g.: __memcpy_toio+0xec/0x120</a:t>
            </a:r>
          </a:p>
          <a:p>
            <a:pPr marL="171450" indent="-171450" algn="l">
              <a:spcAft>
                <a:spcPts val="300"/>
              </a:spcAft>
              <a:buSzPct val="100000"/>
              <a:buFontTx/>
              <a:buChar char="-"/>
            </a:pPr>
            <a:r>
              <a:rPr lang="de-DE" sz="500">
                <a:solidFill>
                  <a:schemeClr val="tx2"/>
                </a:solidFill>
              </a:rPr>
              <a:t>Search for </a:t>
            </a:r>
            <a:r>
              <a:rPr lang="de-DE" sz="500" b="1">
                <a:solidFill>
                  <a:schemeClr val="tx2"/>
                </a:solidFill>
              </a:rPr>
              <a:t>__</a:t>
            </a:r>
            <a:r>
              <a:rPr lang="de-DE" sz="500" b="1" err="1">
                <a:solidFill>
                  <a:schemeClr val="tx2"/>
                </a:solidFill>
              </a:rPr>
              <a:t>memcpy_toio</a:t>
            </a:r>
            <a:r>
              <a:rPr lang="de-DE" sz="500" b="1">
                <a:solidFill>
                  <a:schemeClr val="tx2"/>
                </a:solidFill>
              </a:rPr>
              <a:t> </a:t>
            </a:r>
            <a:r>
              <a:rPr lang="de-DE" sz="500" err="1">
                <a:solidFill>
                  <a:schemeClr val="tx2"/>
                </a:solidFill>
              </a:rPr>
              <a:t>with</a:t>
            </a:r>
            <a:r>
              <a:rPr lang="de-DE" sz="500">
                <a:solidFill>
                  <a:schemeClr val="tx2"/>
                </a:solidFill>
              </a:rPr>
              <a:t> „</a:t>
            </a:r>
            <a:r>
              <a:rPr lang="de-DE" sz="500" err="1">
                <a:solidFill>
                  <a:schemeClr val="tx2"/>
                </a:solidFill>
              </a:rPr>
              <a:t>objdump</a:t>
            </a:r>
            <a:r>
              <a:rPr lang="de-DE" sz="500">
                <a:solidFill>
                  <a:schemeClr val="tx2"/>
                </a:solidFill>
              </a:rPr>
              <a:t>“ in </a:t>
            </a:r>
            <a:r>
              <a:rPr lang="de-DE" sz="500" err="1">
                <a:solidFill>
                  <a:schemeClr val="tx2"/>
                </a:solidFill>
              </a:rPr>
              <a:t>vmlinux</a:t>
            </a:r>
            <a:endParaRPr lang="de-DE" sz="500">
              <a:solidFill>
                <a:schemeClr val="tx2"/>
              </a:solidFill>
            </a:endParaRPr>
          </a:p>
          <a:p>
            <a:pPr marL="171450" indent="-171450" algn="l">
              <a:spcAft>
                <a:spcPts val="300"/>
              </a:spcAft>
              <a:buSzPct val="100000"/>
              <a:buFontTx/>
              <a:buChar char="-"/>
            </a:pPr>
            <a:r>
              <a:rPr lang="de-DE" sz="500">
                <a:solidFill>
                  <a:schemeClr val="tx2"/>
                </a:solidFill>
              </a:rPr>
              <a:t>Add </a:t>
            </a:r>
            <a:r>
              <a:rPr lang="de-DE" sz="500" err="1">
                <a:solidFill>
                  <a:schemeClr val="tx2"/>
                </a:solidFill>
              </a:rPr>
              <a:t>offset</a:t>
            </a:r>
            <a:r>
              <a:rPr lang="de-DE" sz="500">
                <a:solidFill>
                  <a:schemeClr val="tx2"/>
                </a:solidFill>
              </a:rPr>
              <a:t> </a:t>
            </a:r>
            <a:r>
              <a:rPr lang="de-DE" sz="500" err="1">
                <a:solidFill>
                  <a:schemeClr val="tx2"/>
                </a:solidFill>
              </a:rPr>
              <a:t>to</a:t>
            </a:r>
            <a:r>
              <a:rPr lang="de-DE" sz="500">
                <a:solidFill>
                  <a:schemeClr val="tx2"/>
                </a:solidFill>
              </a:rPr>
              <a:t> </a:t>
            </a:r>
            <a:r>
              <a:rPr lang="de-DE" sz="500" err="1">
                <a:solidFill>
                  <a:schemeClr val="tx2"/>
                </a:solidFill>
              </a:rPr>
              <a:t>function</a:t>
            </a:r>
            <a:r>
              <a:rPr lang="de-DE" sz="500">
                <a:solidFill>
                  <a:schemeClr val="tx2"/>
                </a:solidFill>
              </a:rPr>
              <a:t> </a:t>
            </a:r>
            <a:r>
              <a:rPr lang="de-DE" sz="500" err="1">
                <a:solidFill>
                  <a:schemeClr val="tx2"/>
                </a:solidFill>
              </a:rPr>
              <a:t>to</a:t>
            </a:r>
            <a:r>
              <a:rPr lang="de-DE" sz="500">
                <a:solidFill>
                  <a:schemeClr val="tx2"/>
                </a:solidFill>
              </a:rPr>
              <a:t> find </a:t>
            </a:r>
            <a:r>
              <a:rPr lang="de-DE" sz="500" err="1">
                <a:solidFill>
                  <a:schemeClr val="tx2"/>
                </a:solidFill>
              </a:rPr>
              <a:t>code</a:t>
            </a:r>
            <a:r>
              <a:rPr lang="de-DE" sz="500">
                <a:solidFill>
                  <a:schemeClr val="tx2"/>
                </a:solidFill>
              </a:rPr>
              <a:t> </a:t>
            </a:r>
            <a:r>
              <a:rPr lang="de-DE" sz="500" err="1">
                <a:solidFill>
                  <a:schemeClr val="tx2"/>
                </a:solidFill>
              </a:rPr>
              <a:t>instruction</a:t>
            </a:r>
            <a:endParaRPr lang="de-DE" sz="500">
              <a:solidFill>
                <a:schemeClr val="tx2"/>
              </a:solidFill>
            </a:endParaRPr>
          </a:p>
          <a:p>
            <a:pPr algn="l">
              <a:spcAft>
                <a:spcPts val="300"/>
              </a:spcAft>
              <a:buSzPct val="100000"/>
            </a:pPr>
            <a:r>
              <a:rPr lang="de-DE" sz="500">
                <a:solidFill>
                  <a:schemeClr val="tx2"/>
                </a:solidFill>
              </a:rPr>
              <a:t>                      -- </a:t>
            </a:r>
            <a:r>
              <a:rPr lang="de-DE" sz="500" err="1">
                <a:solidFill>
                  <a:schemeClr val="tx2"/>
                </a:solidFill>
              </a:rPr>
              <a:t>Deatiled</a:t>
            </a:r>
            <a:r>
              <a:rPr lang="de-DE" sz="500">
                <a:solidFill>
                  <a:schemeClr val="tx2"/>
                </a:solidFill>
              </a:rPr>
              <a:t> </a:t>
            </a:r>
            <a:r>
              <a:rPr lang="de-DE" sz="500" err="1">
                <a:solidFill>
                  <a:schemeClr val="tx2"/>
                </a:solidFill>
              </a:rPr>
              <a:t>view</a:t>
            </a:r>
            <a:r>
              <a:rPr lang="de-DE" sz="500">
                <a:solidFill>
                  <a:schemeClr val="tx2"/>
                </a:solidFill>
              </a:rPr>
              <a:t> on </a:t>
            </a:r>
            <a:r>
              <a:rPr lang="de-DE" sz="500" err="1">
                <a:solidFill>
                  <a:schemeClr val="tx2"/>
                </a:solidFill>
              </a:rPr>
              <a:t>next</a:t>
            </a:r>
            <a:r>
              <a:rPr lang="de-DE" sz="500">
                <a:solidFill>
                  <a:schemeClr val="tx2"/>
                </a:solidFill>
              </a:rPr>
              <a:t> </a:t>
            </a:r>
            <a:r>
              <a:rPr lang="de-DE" sz="500" err="1">
                <a:solidFill>
                  <a:schemeClr val="tx2"/>
                </a:solidFill>
              </a:rPr>
              <a:t>slide</a:t>
            </a:r>
            <a:r>
              <a:rPr lang="de-DE" sz="500">
                <a:solidFill>
                  <a:schemeClr val="tx2"/>
                </a:solidFill>
              </a:rPr>
              <a:t> --</a:t>
            </a:r>
          </a:p>
          <a:p>
            <a:pPr algn="l">
              <a:spcAft>
                <a:spcPts val="300"/>
              </a:spcAft>
              <a:buSzPct val="100000"/>
            </a:pPr>
            <a:endParaRPr lang="de-DE" sz="500">
              <a:solidFill>
                <a:schemeClr val="tx2"/>
              </a:solidFill>
            </a:endParaRPr>
          </a:p>
          <a:p>
            <a:pPr algn="l">
              <a:spcAft>
                <a:spcPts val="300"/>
              </a:spcAft>
              <a:buSzPct val="100000"/>
            </a:pPr>
            <a:endParaRPr lang="de-DE" sz="500">
              <a:solidFill>
                <a:schemeClr val="tx2"/>
              </a:solidFill>
            </a:endParaRPr>
          </a:p>
        </p:txBody>
      </p:sp>
      <p:sp>
        <p:nvSpPr>
          <p:cNvPr id="24" name="Rectangle: Rounded Corners 23">
            <a:extLst>
              <a:ext uri="{FF2B5EF4-FFF2-40B4-BE49-F238E27FC236}">
                <a16:creationId xmlns:a16="http://schemas.microsoft.com/office/drawing/2014/main" id="{84A24FC8-9A91-4DF5-BE31-9ABA2172DE52}"/>
              </a:ext>
            </a:extLst>
          </p:cNvPr>
          <p:cNvSpPr/>
          <p:nvPr/>
        </p:nvSpPr>
        <p:spPr>
          <a:xfrm>
            <a:off x="2293398" y="3213716"/>
            <a:ext cx="2946308" cy="1822881"/>
          </a:xfrm>
          <a:prstGeom prst="round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25" name="TextBox 24">
            <a:extLst>
              <a:ext uri="{FF2B5EF4-FFF2-40B4-BE49-F238E27FC236}">
                <a16:creationId xmlns:a16="http://schemas.microsoft.com/office/drawing/2014/main" id="{B867768D-5345-40C4-9657-7C56AE631EC2}"/>
              </a:ext>
            </a:extLst>
          </p:cNvPr>
          <p:cNvSpPr txBox="1"/>
          <p:nvPr/>
        </p:nvSpPr>
        <p:spPr>
          <a:xfrm>
            <a:off x="5239706" y="3996663"/>
            <a:ext cx="1036807" cy="200764"/>
          </a:xfrm>
          <a:prstGeom prst="rect">
            <a:avLst/>
          </a:prstGeom>
          <a:noFill/>
          <a:ln>
            <a:solidFill>
              <a:schemeClr val="accent4">
                <a:lumMod val="20000"/>
                <a:lumOff val="80000"/>
              </a:schemeClr>
            </a:solidFill>
          </a:ln>
        </p:spPr>
        <p:txBody>
          <a:bodyPr wrap="none" lIns="72000" tIns="72000" rIns="72000" bIns="72000" rtlCol="0">
            <a:noAutofit/>
          </a:bodyPr>
          <a:lstStyle/>
          <a:p>
            <a:pPr algn="l">
              <a:spcAft>
                <a:spcPts val="300"/>
              </a:spcAft>
              <a:buSzPct val="100000"/>
            </a:pPr>
            <a:r>
              <a:rPr lang="de-DE" sz="500" b="1">
                <a:solidFill>
                  <a:schemeClr val="tx2"/>
                </a:solidFill>
              </a:rPr>
              <a:t>Stack </a:t>
            </a:r>
            <a:r>
              <a:rPr lang="de-DE" sz="500" b="1" err="1">
                <a:solidFill>
                  <a:schemeClr val="tx2"/>
                </a:solidFill>
              </a:rPr>
              <a:t>trace</a:t>
            </a:r>
            <a:r>
              <a:rPr lang="de-DE" sz="500" b="1">
                <a:solidFill>
                  <a:schemeClr val="tx2"/>
                </a:solidFill>
              </a:rPr>
              <a:t> </a:t>
            </a:r>
            <a:r>
              <a:rPr lang="de-DE" sz="500" b="1" err="1">
                <a:solidFill>
                  <a:schemeClr val="tx2"/>
                </a:solidFill>
              </a:rPr>
              <a:t>of</a:t>
            </a:r>
            <a:r>
              <a:rPr lang="de-DE" sz="500" b="1">
                <a:solidFill>
                  <a:schemeClr val="tx2"/>
                </a:solidFill>
              </a:rPr>
              <a:t> </a:t>
            </a:r>
            <a:r>
              <a:rPr lang="de-DE" sz="500" b="1" err="1">
                <a:solidFill>
                  <a:schemeClr val="tx2"/>
                </a:solidFill>
              </a:rPr>
              <a:t>affected</a:t>
            </a:r>
            <a:r>
              <a:rPr lang="de-DE" sz="500" b="1">
                <a:solidFill>
                  <a:schemeClr val="tx2"/>
                </a:solidFill>
              </a:rPr>
              <a:t> CPU ID </a:t>
            </a:r>
          </a:p>
        </p:txBody>
      </p:sp>
      <p:cxnSp>
        <p:nvCxnSpPr>
          <p:cNvPr id="27" name="Straight Arrow Connector 26">
            <a:extLst>
              <a:ext uri="{FF2B5EF4-FFF2-40B4-BE49-F238E27FC236}">
                <a16:creationId xmlns:a16="http://schemas.microsoft.com/office/drawing/2014/main" id="{547A5F04-B3B2-4F86-A0AB-3B1B7F9ED39B}"/>
              </a:ext>
            </a:extLst>
          </p:cNvPr>
          <p:cNvCxnSpPr>
            <a:cxnSpLocks/>
          </p:cNvCxnSpPr>
          <p:nvPr/>
        </p:nvCxnSpPr>
        <p:spPr>
          <a:xfrm flipH="1" flipV="1">
            <a:off x="2802591" y="3335533"/>
            <a:ext cx="2752" cy="154246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7DFE8345-F31B-4D7F-B3AF-19720D4B9C3A}"/>
                  </a:ext>
                </a:extLst>
              </p14:cNvPr>
              <p14:cNvContentPartPr/>
              <p14:nvPr/>
            </p14:nvContentPartPr>
            <p14:xfrm>
              <a:off x="2816826" y="2076918"/>
              <a:ext cx="1265760" cy="30600"/>
            </p14:xfrm>
          </p:contentPart>
        </mc:Choice>
        <mc:Fallback>
          <p:pic>
            <p:nvPicPr>
              <p:cNvPr id="5" name="Ink 4">
                <a:extLst>
                  <a:ext uri="{FF2B5EF4-FFF2-40B4-BE49-F238E27FC236}">
                    <a16:creationId xmlns:a16="http://schemas.microsoft.com/office/drawing/2014/main" id="{7DFE8345-F31B-4D7F-B3AF-19720D4B9C3A}"/>
                  </a:ext>
                </a:extLst>
              </p:cNvPr>
              <p:cNvPicPr/>
              <p:nvPr/>
            </p:nvPicPr>
            <p:blipFill>
              <a:blip r:embed="rId8"/>
              <a:stretch>
                <a:fillRect/>
              </a:stretch>
            </p:blipFill>
            <p:spPr>
              <a:xfrm>
                <a:off x="2798826" y="2040918"/>
                <a:ext cx="130140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7568B2C7-D02F-4A01-9086-3C799B212AA9}"/>
                  </a:ext>
                </a:extLst>
              </p14:cNvPr>
              <p14:cNvContentPartPr/>
              <p14:nvPr/>
            </p14:nvContentPartPr>
            <p14:xfrm>
              <a:off x="2822946" y="2011398"/>
              <a:ext cx="984240" cy="13680"/>
            </p14:xfrm>
          </p:contentPart>
        </mc:Choice>
        <mc:Fallback>
          <p:pic>
            <p:nvPicPr>
              <p:cNvPr id="10" name="Ink 9">
                <a:extLst>
                  <a:ext uri="{FF2B5EF4-FFF2-40B4-BE49-F238E27FC236}">
                    <a16:creationId xmlns:a16="http://schemas.microsoft.com/office/drawing/2014/main" id="{7568B2C7-D02F-4A01-9086-3C799B212AA9}"/>
                  </a:ext>
                </a:extLst>
              </p:cNvPr>
              <p:cNvPicPr/>
              <p:nvPr/>
            </p:nvPicPr>
            <p:blipFill>
              <a:blip r:embed="rId10"/>
              <a:stretch>
                <a:fillRect/>
              </a:stretch>
            </p:blipFill>
            <p:spPr>
              <a:xfrm>
                <a:off x="2804946" y="1975398"/>
                <a:ext cx="101988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45CF64A5-D4D9-4842-B528-5D8A9C962435}"/>
                  </a:ext>
                </a:extLst>
              </p14:cNvPr>
              <p14:cNvContentPartPr/>
              <p14:nvPr/>
            </p14:nvContentPartPr>
            <p14:xfrm>
              <a:off x="3186906" y="2044158"/>
              <a:ext cx="545040" cy="13320"/>
            </p14:xfrm>
          </p:contentPart>
        </mc:Choice>
        <mc:Fallback>
          <p:pic>
            <p:nvPicPr>
              <p:cNvPr id="17" name="Ink 16">
                <a:extLst>
                  <a:ext uri="{FF2B5EF4-FFF2-40B4-BE49-F238E27FC236}">
                    <a16:creationId xmlns:a16="http://schemas.microsoft.com/office/drawing/2014/main" id="{45CF64A5-D4D9-4842-B528-5D8A9C962435}"/>
                  </a:ext>
                </a:extLst>
              </p:cNvPr>
              <p:cNvPicPr/>
              <p:nvPr/>
            </p:nvPicPr>
            <p:blipFill>
              <a:blip r:embed="rId12"/>
              <a:stretch>
                <a:fillRect/>
              </a:stretch>
            </p:blipFill>
            <p:spPr>
              <a:xfrm>
                <a:off x="3168906" y="2008158"/>
                <a:ext cx="580680" cy="84960"/>
              </a:xfrm>
              <a:prstGeom prst="rect">
                <a:avLst/>
              </a:prstGeom>
            </p:spPr>
          </p:pic>
        </mc:Fallback>
      </mc:AlternateContent>
    </p:spTree>
    <p:extLst>
      <p:ext uri="{BB962C8B-B14F-4D97-AF65-F5344CB8AC3E}">
        <p14:creationId xmlns:p14="http://schemas.microsoft.com/office/powerpoint/2010/main" val="313823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CBCA36-1BE5-4BAC-BF82-D3DF78242C53}"/>
              </a:ext>
            </a:extLst>
          </p:cNvPr>
          <p:cNvSpPr>
            <a:spLocks noGrp="1"/>
          </p:cNvSpPr>
          <p:nvPr>
            <p:ph type="body" sz="quarter" idx="10"/>
          </p:nvPr>
        </p:nvSpPr>
        <p:spPr/>
        <p:txBody>
          <a:bodyPr/>
          <a:lstStyle/>
          <a:p>
            <a:r>
              <a:rPr lang="de-DE" sz="1400" b="1"/>
              <a:t>System Crash </a:t>
            </a:r>
            <a:r>
              <a:rPr lang="de-DE" sz="1400"/>
              <a:t>– Kernel </a:t>
            </a:r>
            <a:r>
              <a:rPr lang="de-DE" sz="1400" err="1"/>
              <a:t>Oops</a:t>
            </a:r>
            <a:r>
              <a:rPr lang="de-DE" sz="1400"/>
              <a:t>/Panic – </a:t>
            </a:r>
            <a:r>
              <a:rPr lang="de-DE" sz="1400" err="1"/>
              <a:t>decode</a:t>
            </a:r>
            <a:r>
              <a:rPr lang="de-DE" sz="1400"/>
              <a:t> </a:t>
            </a:r>
            <a:r>
              <a:rPr lang="de-DE" sz="1400" err="1"/>
              <a:t>example</a:t>
            </a:r>
            <a:r>
              <a:rPr lang="de-DE" sz="1400"/>
              <a:t> </a:t>
            </a:r>
            <a:r>
              <a:rPr lang="de-DE" sz="1400" err="1"/>
              <a:t>crash</a:t>
            </a:r>
            <a:r>
              <a:rPr lang="de-DE" sz="1400"/>
              <a:t> on ASIM (PR632825)</a:t>
            </a:r>
          </a:p>
        </p:txBody>
      </p:sp>
      <p:sp>
        <p:nvSpPr>
          <p:cNvPr id="3" name="Text Placeholder 2">
            <a:extLst>
              <a:ext uri="{FF2B5EF4-FFF2-40B4-BE49-F238E27FC236}">
                <a16:creationId xmlns:a16="http://schemas.microsoft.com/office/drawing/2014/main" id="{D5C89F42-58EA-4D86-8247-787A646BF177}"/>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F1A9984A-F38D-4862-9BE4-FDA46192DEE6}"/>
              </a:ext>
            </a:extLst>
          </p:cNvPr>
          <p:cNvSpPr>
            <a:spLocks noGrp="1"/>
          </p:cNvSpPr>
          <p:nvPr>
            <p:ph type="ftr" sz="quarter" idx="14"/>
          </p:nvPr>
        </p:nvSpPr>
        <p:spPr/>
        <p:txBody>
          <a:bodyPr/>
          <a:lstStyle/>
          <a:p>
            <a:r>
              <a:rPr lang="en-GB"/>
              <a:t>01-04-2022</a:t>
            </a:r>
            <a:endParaRPr lang="en-US"/>
          </a:p>
        </p:txBody>
      </p:sp>
      <p:pic>
        <p:nvPicPr>
          <p:cNvPr id="18" name="Picture 17">
            <a:extLst>
              <a:ext uri="{FF2B5EF4-FFF2-40B4-BE49-F238E27FC236}">
                <a16:creationId xmlns:a16="http://schemas.microsoft.com/office/drawing/2014/main" id="{2B3DD475-EC26-4789-B58A-D2EB262C46A7}"/>
              </a:ext>
            </a:extLst>
          </p:cNvPr>
          <p:cNvPicPr>
            <a:picLocks noChangeAspect="1"/>
          </p:cNvPicPr>
          <p:nvPr/>
        </p:nvPicPr>
        <p:blipFill>
          <a:blip r:embed="rId3"/>
          <a:stretch>
            <a:fillRect/>
          </a:stretch>
        </p:blipFill>
        <p:spPr>
          <a:xfrm>
            <a:off x="1998000" y="1986692"/>
            <a:ext cx="3795982" cy="1576912"/>
          </a:xfrm>
          <a:prstGeom prst="rect">
            <a:avLst/>
          </a:prstGeom>
        </p:spPr>
      </p:pic>
      <p:pic>
        <p:nvPicPr>
          <p:cNvPr id="19" name="Picture 18">
            <a:extLst>
              <a:ext uri="{FF2B5EF4-FFF2-40B4-BE49-F238E27FC236}">
                <a16:creationId xmlns:a16="http://schemas.microsoft.com/office/drawing/2014/main" id="{53695BA8-EDCD-46A2-9FB3-CDCC98317528}"/>
              </a:ext>
            </a:extLst>
          </p:cNvPr>
          <p:cNvPicPr>
            <a:picLocks noChangeAspect="1"/>
          </p:cNvPicPr>
          <p:nvPr/>
        </p:nvPicPr>
        <p:blipFill>
          <a:blip r:embed="rId4"/>
          <a:stretch>
            <a:fillRect/>
          </a:stretch>
        </p:blipFill>
        <p:spPr>
          <a:xfrm>
            <a:off x="2051090" y="3750700"/>
            <a:ext cx="3689801" cy="802400"/>
          </a:xfrm>
          <a:prstGeom prst="rect">
            <a:avLst/>
          </a:prstGeom>
        </p:spPr>
      </p:pic>
      <p:sp>
        <p:nvSpPr>
          <p:cNvPr id="20" name="TextBox 19">
            <a:extLst>
              <a:ext uri="{FF2B5EF4-FFF2-40B4-BE49-F238E27FC236}">
                <a16:creationId xmlns:a16="http://schemas.microsoft.com/office/drawing/2014/main" id="{85849997-E6CD-4CCA-B618-334700FD35C6}"/>
              </a:ext>
            </a:extLst>
          </p:cNvPr>
          <p:cNvSpPr txBox="1"/>
          <p:nvPr/>
        </p:nvSpPr>
        <p:spPr>
          <a:xfrm>
            <a:off x="375820" y="826006"/>
            <a:ext cx="8525189" cy="954234"/>
          </a:xfrm>
          <a:prstGeom prst="rect">
            <a:avLst/>
          </a:prstGeom>
          <a:noFill/>
        </p:spPr>
        <p:txBody>
          <a:bodyPr wrap="none" lIns="72000" tIns="72000" rIns="72000" bIns="72000" rtlCol="0">
            <a:noAutofit/>
          </a:bodyPr>
          <a:lstStyle/>
          <a:p>
            <a:pPr algn="l">
              <a:spcAft>
                <a:spcPts val="300"/>
              </a:spcAft>
              <a:buSzPct val="100000"/>
            </a:pPr>
            <a:r>
              <a:rPr lang="de-DE" sz="900" err="1">
                <a:latin typeface="+mj-lt"/>
              </a:rPr>
              <a:t>Decode</a:t>
            </a:r>
            <a:r>
              <a:rPr lang="de-DE" sz="900">
                <a:latin typeface="+mj-lt"/>
              </a:rPr>
              <a:t>: </a:t>
            </a:r>
          </a:p>
          <a:p>
            <a:pPr algn="l">
              <a:spcAft>
                <a:spcPts val="300"/>
              </a:spcAft>
              <a:buSzPct val="100000"/>
            </a:pPr>
            <a:r>
              <a:rPr lang="de-DE" sz="900" err="1">
                <a:latin typeface="+mj-lt"/>
              </a:rPr>
              <a:t>Get</a:t>
            </a:r>
            <a:r>
              <a:rPr lang="de-DE" sz="900">
                <a:latin typeface="+mj-lt"/>
              </a:rPr>
              <a:t> </a:t>
            </a:r>
            <a:r>
              <a:rPr lang="de-DE" sz="900" err="1">
                <a:latin typeface="+mj-lt"/>
              </a:rPr>
              <a:t>vmlinux</a:t>
            </a:r>
            <a:r>
              <a:rPr lang="de-DE" sz="900">
                <a:latin typeface="+mj-lt"/>
              </a:rPr>
              <a:t> </a:t>
            </a:r>
            <a:r>
              <a:rPr lang="de-DE" sz="900" err="1">
                <a:latin typeface="+mj-lt"/>
              </a:rPr>
              <a:t>from</a:t>
            </a:r>
            <a:r>
              <a:rPr lang="de-DE" sz="900">
                <a:latin typeface="+mj-lt"/>
              </a:rPr>
              <a:t> </a:t>
            </a:r>
            <a:r>
              <a:rPr lang="de-DE" sz="900" err="1">
                <a:latin typeface="+mj-lt"/>
              </a:rPr>
              <a:t>affected</a:t>
            </a:r>
            <a:r>
              <a:rPr lang="de-DE" sz="900">
                <a:latin typeface="+mj-lt"/>
              </a:rPr>
              <a:t> LFS </a:t>
            </a:r>
            <a:r>
              <a:rPr lang="de-DE" sz="900" err="1">
                <a:latin typeface="+mj-lt"/>
              </a:rPr>
              <a:t>release</a:t>
            </a:r>
            <a:r>
              <a:rPr lang="de-DE" sz="900">
                <a:latin typeface="+mj-lt"/>
              </a:rPr>
              <a:t>:</a:t>
            </a:r>
          </a:p>
          <a:p>
            <a:pPr algn="l">
              <a:spcAft>
                <a:spcPts val="300"/>
              </a:spcAft>
              <a:buSzPct val="100000"/>
            </a:pPr>
            <a:r>
              <a:rPr lang="de-DE" sz="900" err="1">
                <a:solidFill>
                  <a:schemeClr val="tx2"/>
                </a:solidFill>
                <a:latin typeface="Courier New" panose="02070309020205020404" pitchFamily="49" charset="0"/>
                <a:cs typeface="Courier New" panose="02070309020205020404" pitchFamily="49" charset="0"/>
              </a:rPr>
              <a:t>cp</a:t>
            </a:r>
            <a:r>
              <a:rPr lang="de-DE" sz="900">
                <a:solidFill>
                  <a:schemeClr val="tx2"/>
                </a:solidFill>
                <a:latin typeface="Courier New" panose="02070309020205020404" pitchFamily="49" charset="0"/>
                <a:cs typeface="Courier New" panose="02070309020205020404" pitchFamily="49" charset="0"/>
              </a:rPr>
              <a:t> /</a:t>
            </a:r>
            <a:r>
              <a:rPr lang="de-DE" sz="900" err="1">
                <a:solidFill>
                  <a:schemeClr val="tx2"/>
                </a:solidFill>
                <a:latin typeface="Courier New" panose="02070309020205020404" pitchFamily="49" charset="0"/>
                <a:cs typeface="Courier New" panose="02070309020205020404" pitchFamily="49" charset="0"/>
              </a:rPr>
              <a:t>build</a:t>
            </a:r>
            <a:r>
              <a:rPr lang="de-DE" sz="900">
                <a:solidFill>
                  <a:schemeClr val="tx2"/>
                </a:solidFill>
                <a:latin typeface="Courier New" panose="02070309020205020404" pitchFamily="49" charset="0"/>
                <a:cs typeface="Courier New" panose="02070309020205020404" pitchFamily="49" charset="0"/>
              </a:rPr>
              <a:t>/</a:t>
            </a:r>
            <a:r>
              <a:rPr lang="de-DE" sz="900" err="1">
                <a:solidFill>
                  <a:schemeClr val="tx2"/>
                </a:solidFill>
                <a:latin typeface="Courier New" panose="02070309020205020404" pitchFamily="49" charset="0"/>
                <a:cs typeface="Courier New" panose="02070309020205020404" pitchFamily="49" charset="0"/>
              </a:rPr>
              <a:t>home</a:t>
            </a:r>
            <a:r>
              <a:rPr lang="de-DE" sz="900">
                <a:solidFill>
                  <a:schemeClr val="tx2"/>
                </a:solidFill>
                <a:latin typeface="Courier New" panose="02070309020205020404" pitchFamily="49" charset="0"/>
                <a:cs typeface="Courier New" panose="02070309020205020404" pitchFamily="49" charset="0"/>
              </a:rPr>
              <a:t>/CI_LFS/Release/IB027_PS_LFS_REL_2021_01_0121/</a:t>
            </a:r>
            <a:r>
              <a:rPr lang="de-DE" sz="900" err="1">
                <a:solidFill>
                  <a:schemeClr val="tx2"/>
                </a:solidFill>
                <a:latin typeface="Courier New" panose="02070309020205020404" pitchFamily="49" charset="0"/>
                <a:cs typeface="Courier New" panose="02070309020205020404" pitchFamily="49" charset="0"/>
              </a:rPr>
              <a:t>os</a:t>
            </a:r>
            <a:r>
              <a:rPr lang="de-DE" sz="900">
                <a:solidFill>
                  <a:schemeClr val="tx2"/>
                </a:solidFill>
                <a:latin typeface="Courier New" panose="02070309020205020404" pitchFamily="49" charset="0"/>
                <a:cs typeface="Courier New" panose="02070309020205020404" pitchFamily="49" charset="0"/>
              </a:rPr>
              <a:t>/</a:t>
            </a:r>
            <a:r>
              <a:rPr lang="de-DE" sz="900" err="1">
                <a:solidFill>
                  <a:schemeClr val="tx2"/>
                </a:solidFill>
                <a:latin typeface="Courier New" panose="02070309020205020404" pitchFamily="49" charset="0"/>
                <a:cs typeface="Courier New" panose="02070309020205020404" pitchFamily="49" charset="0"/>
              </a:rPr>
              <a:t>platforms</a:t>
            </a:r>
            <a:r>
              <a:rPr lang="de-DE" sz="900">
                <a:solidFill>
                  <a:schemeClr val="tx2"/>
                </a:solidFill>
                <a:latin typeface="Courier New" panose="02070309020205020404" pitchFamily="49" charset="0"/>
                <a:cs typeface="Courier New" panose="02070309020205020404" pitchFamily="49" charset="0"/>
              </a:rPr>
              <a:t>/sm7_marlin/</a:t>
            </a:r>
            <a:r>
              <a:rPr lang="de-DE" sz="900" err="1">
                <a:solidFill>
                  <a:schemeClr val="tx2"/>
                </a:solidFill>
                <a:latin typeface="Courier New" panose="02070309020205020404" pitchFamily="49" charset="0"/>
                <a:cs typeface="Courier New" panose="02070309020205020404" pitchFamily="49" charset="0"/>
              </a:rPr>
              <a:t>devel</a:t>
            </a:r>
            <a:r>
              <a:rPr lang="de-DE" sz="900">
                <a:solidFill>
                  <a:schemeClr val="tx2"/>
                </a:solidFill>
                <a:latin typeface="Courier New" panose="02070309020205020404" pitchFamily="49" charset="0"/>
                <a:cs typeface="Courier New" panose="02070309020205020404" pitchFamily="49" charset="0"/>
              </a:rPr>
              <a:t>/vmlinux.elf.gz .</a:t>
            </a:r>
          </a:p>
          <a:p>
            <a:pPr algn="l">
              <a:spcAft>
                <a:spcPts val="300"/>
              </a:spcAft>
              <a:buSzPct val="100000"/>
            </a:pPr>
            <a:r>
              <a:rPr lang="de-DE" sz="900" err="1">
                <a:solidFill>
                  <a:schemeClr val="tx2"/>
                </a:solidFill>
                <a:latin typeface="Courier New" panose="02070309020205020404" pitchFamily="49" charset="0"/>
                <a:cs typeface="Courier New" panose="02070309020205020404" pitchFamily="49" charset="0"/>
              </a:rPr>
              <a:t>gunzip</a:t>
            </a:r>
            <a:r>
              <a:rPr lang="de-DE" sz="900">
                <a:solidFill>
                  <a:schemeClr val="tx2"/>
                </a:solidFill>
                <a:latin typeface="Courier New" panose="02070309020205020404" pitchFamily="49" charset="0"/>
                <a:cs typeface="Courier New" panose="02070309020205020404" pitchFamily="49" charset="0"/>
              </a:rPr>
              <a:t> vmlinux.elf.gz</a:t>
            </a:r>
          </a:p>
          <a:p>
            <a:pPr algn="l">
              <a:spcAft>
                <a:spcPts val="300"/>
              </a:spcAft>
              <a:buSzPct val="100000"/>
            </a:pPr>
            <a:r>
              <a:rPr lang="de-DE" sz="900" err="1">
                <a:latin typeface="+mj-lt"/>
              </a:rPr>
              <a:t>Disassemble</a:t>
            </a:r>
            <a:r>
              <a:rPr lang="de-DE" sz="900">
                <a:latin typeface="+mj-lt"/>
              </a:rPr>
              <a:t> </a:t>
            </a:r>
            <a:r>
              <a:rPr lang="de-DE" sz="900" err="1">
                <a:latin typeface="+mj-lt"/>
              </a:rPr>
              <a:t>image</a:t>
            </a:r>
            <a:r>
              <a:rPr lang="de-DE" sz="900">
                <a:latin typeface="+mj-lt"/>
              </a:rPr>
              <a:t>:</a:t>
            </a:r>
          </a:p>
          <a:p>
            <a:pPr algn="l">
              <a:spcAft>
                <a:spcPts val="300"/>
              </a:spcAft>
              <a:buSzPct val="100000"/>
            </a:pPr>
            <a:r>
              <a:rPr lang="de-DE" sz="900">
                <a:solidFill>
                  <a:schemeClr val="tx2"/>
                </a:solidFill>
                <a:latin typeface="Courier New" panose="02070309020205020404" pitchFamily="49" charset="0"/>
                <a:cs typeface="Courier New" panose="02070309020205020404" pitchFamily="49" charset="0"/>
              </a:rPr>
              <a:t>aarch64-linux-gnu-objdump -r -S -l --</a:t>
            </a:r>
            <a:r>
              <a:rPr lang="de-DE" sz="900" err="1">
                <a:solidFill>
                  <a:schemeClr val="tx2"/>
                </a:solidFill>
                <a:latin typeface="Courier New" panose="02070309020205020404" pitchFamily="49" charset="0"/>
                <a:cs typeface="Courier New" panose="02070309020205020404" pitchFamily="49" charset="0"/>
              </a:rPr>
              <a:t>disassemble</a:t>
            </a:r>
            <a:r>
              <a:rPr lang="de-DE" sz="900">
                <a:solidFill>
                  <a:schemeClr val="tx2"/>
                </a:solidFill>
                <a:latin typeface="Courier New" panose="02070309020205020404" pitchFamily="49" charset="0"/>
                <a:cs typeface="Courier New" panose="02070309020205020404" pitchFamily="49" charset="0"/>
              </a:rPr>
              <a:t> </a:t>
            </a:r>
            <a:r>
              <a:rPr lang="de-DE" sz="900" err="1">
                <a:solidFill>
                  <a:schemeClr val="tx2"/>
                </a:solidFill>
                <a:latin typeface="Courier New" panose="02070309020205020404" pitchFamily="49" charset="0"/>
                <a:cs typeface="Courier New" panose="02070309020205020404" pitchFamily="49" charset="0"/>
              </a:rPr>
              <a:t>vmlinux.elf</a:t>
            </a:r>
            <a:endParaRPr lang="de-DE" sz="900">
              <a:solidFill>
                <a:schemeClr val="tx2"/>
              </a:solidFill>
              <a:latin typeface="Courier New" panose="02070309020205020404" pitchFamily="49" charset="0"/>
              <a:cs typeface="Courier New" panose="02070309020205020404" pitchFamily="49" charset="0"/>
            </a:endParaRPr>
          </a:p>
          <a:p>
            <a:pPr algn="l">
              <a:spcAft>
                <a:spcPts val="300"/>
              </a:spcAft>
              <a:buSzPct val="100000"/>
            </a:pPr>
            <a:endParaRPr lang="de-DE" sz="900">
              <a:solidFill>
                <a:schemeClr val="tx2"/>
              </a:solidFill>
              <a:latin typeface="Courier New" panose="02070309020205020404" pitchFamily="49" charset="0"/>
              <a:cs typeface="Courier New" panose="02070309020205020404" pitchFamily="49" charset="0"/>
            </a:endParaRPr>
          </a:p>
          <a:p>
            <a:pPr algn="l">
              <a:spcAft>
                <a:spcPts val="300"/>
              </a:spcAft>
              <a:buSzPct val="100000"/>
            </a:pPr>
            <a:endParaRPr lang="de-DE" sz="900">
              <a:solidFill>
                <a:schemeClr val="tx2"/>
              </a:solidFill>
              <a:latin typeface="Courier New" panose="02070309020205020404" pitchFamily="49" charset="0"/>
              <a:cs typeface="Courier New" panose="02070309020205020404" pitchFamily="49" charset="0"/>
            </a:endParaRPr>
          </a:p>
          <a:p>
            <a:pPr algn="l">
              <a:spcAft>
                <a:spcPts val="300"/>
              </a:spcAft>
              <a:buSzPct val="100000"/>
            </a:pPr>
            <a:r>
              <a:rPr lang="de-DE" sz="900">
                <a:solidFill>
                  <a:schemeClr val="tx2"/>
                </a:solidFill>
                <a:latin typeface="Courier New" panose="02070309020205020404" pitchFamily="49" charset="0"/>
                <a:cs typeface="Courier New" panose="02070309020205020404" pitchFamily="49" charset="0"/>
              </a:rPr>
              <a:t>ffffffc01008f878</a:t>
            </a:r>
          </a:p>
          <a:p>
            <a:pPr algn="l">
              <a:spcAft>
                <a:spcPts val="300"/>
              </a:spcAft>
              <a:buSzPct val="100000"/>
            </a:pPr>
            <a:r>
              <a:rPr lang="de-DE" sz="900">
                <a:solidFill>
                  <a:schemeClr val="tx2"/>
                </a:solidFill>
                <a:latin typeface="Courier New" panose="02070309020205020404" pitchFamily="49" charset="0"/>
                <a:cs typeface="Courier New" panose="02070309020205020404" pitchFamily="49" charset="0"/>
              </a:rPr>
              <a:t>       +</a:t>
            </a:r>
          </a:p>
          <a:p>
            <a:pPr algn="l">
              <a:spcAft>
                <a:spcPts val="300"/>
              </a:spcAft>
              <a:buSzPct val="100000"/>
            </a:pPr>
            <a:r>
              <a:rPr lang="de-DE" sz="900">
                <a:solidFill>
                  <a:schemeClr val="tx2"/>
                </a:solidFill>
                <a:latin typeface="Courier New" panose="02070309020205020404" pitchFamily="49" charset="0"/>
                <a:cs typeface="Courier New" panose="02070309020205020404" pitchFamily="49" charset="0"/>
              </a:rPr>
              <a:t>      0x34  </a:t>
            </a:r>
          </a:p>
        </p:txBody>
      </p:sp>
      <p:pic>
        <p:nvPicPr>
          <p:cNvPr id="22" name="Picture 21">
            <a:extLst>
              <a:ext uri="{FF2B5EF4-FFF2-40B4-BE49-F238E27FC236}">
                <a16:creationId xmlns:a16="http://schemas.microsoft.com/office/drawing/2014/main" id="{D5E128F9-5CC9-455D-B8C3-00B9A7FDDB76}"/>
              </a:ext>
            </a:extLst>
          </p:cNvPr>
          <p:cNvPicPr>
            <a:picLocks noChangeAspect="1"/>
          </p:cNvPicPr>
          <p:nvPr/>
        </p:nvPicPr>
        <p:blipFill>
          <a:blip r:embed="rId5"/>
          <a:stretch>
            <a:fillRect/>
          </a:stretch>
        </p:blipFill>
        <p:spPr>
          <a:xfrm>
            <a:off x="855186" y="909447"/>
            <a:ext cx="2761810" cy="137176"/>
          </a:xfrm>
          <a:prstGeom prst="rect">
            <a:avLst/>
          </a:prstGeom>
        </p:spPr>
      </p:pic>
      <p:sp>
        <p:nvSpPr>
          <p:cNvPr id="23" name="Rectangle 22">
            <a:extLst>
              <a:ext uri="{FF2B5EF4-FFF2-40B4-BE49-F238E27FC236}">
                <a16:creationId xmlns:a16="http://schemas.microsoft.com/office/drawing/2014/main" id="{4B1B7CC3-89D3-426D-833E-8A6334ECC90E}"/>
              </a:ext>
            </a:extLst>
          </p:cNvPr>
          <p:cNvSpPr/>
          <p:nvPr/>
        </p:nvSpPr>
        <p:spPr>
          <a:xfrm>
            <a:off x="3080551" y="2979938"/>
            <a:ext cx="991340" cy="828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24" name="Rectangle 23">
            <a:extLst>
              <a:ext uri="{FF2B5EF4-FFF2-40B4-BE49-F238E27FC236}">
                <a16:creationId xmlns:a16="http://schemas.microsoft.com/office/drawing/2014/main" id="{FB0FA494-6307-4436-ACB8-048E230A6BB9}"/>
              </a:ext>
            </a:extLst>
          </p:cNvPr>
          <p:cNvSpPr/>
          <p:nvPr/>
        </p:nvSpPr>
        <p:spPr>
          <a:xfrm>
            <a:off x="2051090" y="3949083"/>
            <a:ext cx="2926324" cy="813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26" name="Rectangle 25">
            <a:extLst>
              <a:ext uri="{FF2B5EF4-FFF2-40B4-BE49-F238E27FC236}">
                <a16:creationId xmlns:a16="http://schemas.microsoft.com/office/drawing/2014/main" id="{881B876E-14C7-4635-A047-349DB986637F}"/>
              </a:ext>
            </a:extLst>
          </p:cNvPr>
          <p:cNvSpPr/>
          <p:nvPr/>
        </p:nvSpPr>
        <p:spPr>
          <a:xfrm>
            <a:off x="440924" y="2266765"/>
            <a:ext cx="1118588" cy="76218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cxnSp>
        <p:nvCxnSpPr>
          <p:cNvPr id="28" name="Connector: Elbow 27">
            <a:extLst>
              <a:ext uri="{FF2B5EF4-FFF2-40B4-BE49-F238E27FC236}">
                <a16:creationId xmlns:a16="http://schemas.microsoft.com/office/drawing/2014/main" id="{DF350630-0077-4ECE-A28F-E2977C6FCF95}"/>
              </a:ext>
            </a:extLst>
          </p:cNvPr>
          <p:cNvCxnSpPr>
            <a:cxnSpLocks/>
          </p:cNvCxnSpPr>
          <p:nvPr/>
        </p:nvCxnSpPr>
        <p:spPr>
          <a:xfrm rot="16200000" flipH="1">
            <a:off x="1322012" y="2750457"/>
            <a:ext cx="397496" cy="954482"/>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sp>
        <p:nvSpPr>
          <p:cNvPr id="33" name="TextBox 32">
            <a:extLst>
              <a:ext uri="{FF2B5EF4-FFF2-40B4-BE49-F238E27FC236}">
                <a16:creationId xmlns:a16="http://schemas.microsoft.com/office/drawing/2014/main" id="{2D6E0041-F658-46AC-8AFE-DD4529FA664F}"/>
              </a:ext>
            </a:extLst>
          </p:cNvPr>
          <p:cNvSpPr txBox="1"/>
          <p:nvPr/>
        </p:nvSpPr>
        <p:spPr>
          <a:xfrm>
            <a:off x="642152" y="3859854"/>
            <a:ext cx="1562470" cy="314909"/>
          </a:xfrm>
          <a:prstGeom prst="rect">
            <a:avLst/>
          </a:prstGeom>
          <a:noFill/>
        </p:spPr>
        <p:txBody>
          <a:bodyPr wrap="none" lIns="72000" tIns="72000" rIns="72000" bIns="72000" rtlCol="0">
            <a:noAutofit/>
          </a:bodyPr>
          <a:lstStyle/>
          <a:p>
            <a:pPr algn="l">
              <a:spcAft>
                <a:spcPts val="300"/>
              </a:spcAft>
              <a:buSzPct val="100000"/>
            </a:pPr>
            <a:r>
              <a:rPr lang="de-DE" sz="900" b="1">
                <a:solidFill>
                  <a:srgbClr val="FF0000"/>
                </a:solidFill>
                <a:latin typeface="Courier New" panose="02070309020205020404" pitchFamily="49" charset="0"/>
                <a:cs typeface="Courier New" panose="02070309020205020404" pitchFamily="49" charset="0"/>
              </a:rPr>
              <a:t>Kernel </a:t>
            </a:r>
            <a:r>
              <a:rPr lang="de-DE" sz="900" b="1" err="1">
                <a:solidFill>
                  <a:srgbClr val="FF0000"/>
                </a:solidFill>
                <a:latin typeface="Courier New" panose="02070309020205020404" pitchFamily="49" charset="0"/>
                <a:cs typeface="Courier New" panose="02070309020205020404" pitchFamily="49" charset="0"/>
              </a:rPr>
              <a:t>crashed</a:t>
            </a:r>
            <a:r>
              <a:rPr lang="de-DE" sz="900" b="1">
                <a:solidFill>
                  <a:srgbClr val="FF0000"/>
                </a:solidFill>
                <a:latin typeface="Courier New" panose="02070309020205020404" pitchFamily="49" charset="0"/>
                <a:cs typeface="Courier New" panose="02070309020205020404" pitchFamily="49" charset="0"/>
              </a:rPr>
              <a:t> </a:t>
            </a:r>
            <a:r>
              <a:rPr lang="de-DE" sz="900" b="1" err="1">
                <a:solidFill>
                  <a:srgbClr val="FF0000"/>
                </a:solidFill>
                <a:latin typeface="Courier New" panose="02070309020205020404" pitchFamily="49" charset="0"/>
                <a:cs typeface="Courier New" panose="02070309020205020404" pitchFamily="49" charset="0"/>
              </a:rPr>
              <a:t>here</a:t>
            </a:r>
            <a:endParaRPr lang="de-DE" sz="900" b="1">
              <a:solidFill>
                <a:srgbClr val="FF0000"/>
              </a:solidFill>
              <a:latin typeface="Courier New" panose="02070309020205020404" pitchFamily="49" charset="0"/>
              <a:cs typeface="Courier New" panose="02070309020205020404" pitchFamily="49" charset="0"/>
            </a:endParaRPr>
          </a:p>
        </p:txBody>
      </p:sp>
      <mc:AlternateContent xmlns:mc="http://schemas.openxmlformats.org/markup-compatibility/2006">
        <mc:Choice xmlns:p14="http://schemas.microsoft.com/office/powerpoint/2010/main" Requires="p14">
          <p:contentPart p14:bwMode="auto" r:id="rId6">
            <p14:nvContentPartPr>
              <p14:cNvPr id="34" name="Ink 33">
                <a:extLst>
                  <a:ext uri="{FF2B5EF4-FFF2-40B4-BE49-F238E27FC236}">
                    <a16:creationId xmlns:a16="http://schemas.microsoft.com/office/drawing/2014/main" id="{68DA3C21-9EC2-43DA-9838-D14930CB01BB}"/>
                  </a:ext>
                </a:extLst>
              </p14:cNvPr>
              <p14:cNvContentPartPr/>
              <p14:nvPr/>
            </p14:nvContentPartPr>
            <p14:xfrm>
              <a:off x="3027066" y="1025358"/>
              <a:ext cx="225000" cy="10800"/>
            </p14:xfrm>
          </p:contentPart>
        </mc:Choice>
        <mc:Fallback>
          <p:pic>
            <p:nvPicPr>
              <p:cNvPr id="34" name="Ink 33">
                <a:extLst>
                  <a:ext uri="{FF2B5EF4-FFF2-40B4-BE49-F238E27FC236}">
                    <a16:creationId xmlns:a16="http://schemas.microsoft.com/office/drawing/2014/main" id="{68DA3C21-9EC2-43DA-9838-D14930CB01BB}"/>
                  </a:ext>
                </a:extLst>
              </p:cNvPr>
              <p:cNvPicPr/>
              <p:nvPr/>
            </p:nvPicPr>
            <p:blipFill>
              <a:blip r:embed="rId7"/>
              <a:stretch>
                <a:fillRect/>
              </a:stretch>
            </p:blipFill>
            <p:spPr>
              <a:xfrm>
                <a:off x="2972979" y="917358"/>
                <a:ext cx="332813"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5" name="Ink 34">
                <a:extLst>
                  <a:ext uri="{FF2B5EF4-FFF2-40B4-BE49-F238E27FC236}">
                    <a16:creationId xmlns:a16="http://schemas.microsoft.com/office/drawing/2014/main" id="{9B129CA8-9C1A-43A8-AE79-98738CB19747}"/>
                  </a:ext>
                </a:extLst>
              </p14:cNvPr>
              <p14:cNvContentPartPr/>
              <p14:nvPr/>
            </p14:nvContentPartPr>
            <p14:xfrm>
              <a:off x="855186" y="2751558"/>
              <a:ext cx="250200" cy="18720"/>
            </p14:xfrm>
          </p:contentPart>
        </mc:Choice>
        <mc:Fallback>
          <p:pic>
            <p:nvPicPr>
              <p:cNvPr id="35" name="Ink 34">
                <a:extLst>
                  <a:ext uri="{FF2B5EF4-FFF2-40B4-BE49-F238E27FC236}">
                    <a16:creationId xmlns:a16="http://schemas.microsoft.com/office/drawing/2014/main" id="{9B129CA8-9C1A-43A8-AE79-98738CB19747}"/>
                  </a:ext>
                </a:extLst>
              </p:cNvPr>
              <p:cNvPicPr/>
              <p:nvPr/>
            </p:nvPicPr>
            <p:blipFill>
              <a:blip r:embed="rId9"/>
              <a:stretch>
                <a:fillRect/>
              </a:stretch>
            </p:blipFill>
            <p:spPr>
              <a:xfrm>
                <a:off x="801186" y="2645596"/>
                <a:ext cx="357840" cy="230291"/>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7" name="Ink 36">
                <a:extLst>
                  <a:ext uri="{FF2B5EF4-FFF2-40B4-BE49-F238E27FC236}">
                    <a16:creationId xmlns:a16="http://schemas.microsoft.com/office/drawing/2014/main" id="{EA01C381-6E6A-4344-B404-F2A5CA055F1E}"/>
                  </a:ext>
                </a:extLst>
              </p14:cNvPr>
              <p14:cNvContentPartPr/>
              <p14:nvPr/>
            </p14:nvContentPartPr>
            <p14:xfrm>
              <a:off x="2015106" y="2020758"/>
              <a:ext cx="567360" cy="16200"/>
            </p14:xfrm>
          </p:contentPart>
        </mc:Choice>
        <mc:Fallback>
          <p:pic>
            <p:nvPicPr>
              <p:cNvPr id="37" name="Ink 36">
                <a:extLst>
                  <a:ext uri="{FF2B5EF4-FFF2-40B4-BE49-F238E27FC236}">
                    <a16:creationId xmlns:a16="http://schemas.microsoft.com/office/drawing/2014/main" id="{EA01C381-6E6A-4344-B404-F2A5CA055F1E}"/>
                  </a:ext>
                </a:extLst>
              </p:cNvPr>
              <p:cNvPicPr/>
              <p:nvPr/>
            </p:nvPicPr>
            <p:blipFill>
              <a:blip r:embed="rId11"/>
              <a:stretch>
                <a:fillRect/>
              </a:stretch>
            </p:blipFill>
            <p:spPr>
              <a:xfrm>
                <a:off x="1961106" y="1912758"/>
                <a:ext cx="67500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8" name="Ink 37">
                <a:extLst>
                  <a:ext uri="{FF2B5EF4-FFF2-40B4-BE49-F238E27FC236}">
                    <a16:creationId xmlns:a16="http://schemas.microsoft.com/office/drawing/2014/main" id="{322D60FE-6680-4535-A6EB-34D482D4A865}"/>
                  </a:ext>
                </a:extLst>
              </p14:cNvPr>
              <p14:cNvContentPartPr/>
              <p14:nvPr/>
            </p14:nvContentPartPr>
            <p14:xfrm>
              <a:off x="458466" y="2422518"/>
              <a:ext cx="1037520" cy="12960"/>
            </p14:xfrm>
          </p:contentPart>
        </mc:Choice>
        <mc:Fallback>
          <p:pic>
            <p:nvPicPr>
              <p:cNvPr id="38" name="Ink 37">
                <a:extLst>
                  <a:ext uri="{FF2B5EF4-FFF2-40B4-BE49-F238E27FC236}">
                    <a16:creationId xmlns:a16="http://schemas.microsoft.com/office/drawing/2014/main" id="{322D60FE-6680-4535-A6EB-34D482D4A865}"/>
                  </a:ext>
                </a:extLst>
              </p:cNvPr>
              <p:cNvPicPr/>
              <p:nvPr/>
            </p:nvPicPr>
            <p:blipFill>
              <a:blip r:embed="rId13"/>
              <a:stretch>
                <a:fillRect/>
              </a:stretch>
            </p:blipFill>
            <p:spPr>
              <a:xfrm>
                <a:off x="404485" y="2314518"/>
                <a:ext cx="1145123" cy="228600"/>
              </a:xfrm>
              <a:prstGeom prst="rect">
                <a:avLst/>
              </a:prstGeom>
            </p:spPr>
          </p:pic>
        </mc:Fallback>
      </mc:AlternateContent>
      <p:sp>
        <p:nvSpPr>
          <p:cNvPr id="4" name="TextBox 3">
            <a:extLst>
              <a:ext uri="{FF2B5EF4-FFF2-40B4-BE49-F238E27FC236}">
                <a16:creationId xmlns:a16="http://schemas.microsoft.com/office/drawing/2014/main" id="{2B9DFE13-8924-076F-0C47-33F6A365C9DA}"/>
              </a:ext>
            </a:extLst>
          </p:cNvPr>
          <p:cNvSpPr txBox="1"/>
          <p:nvPr/>
        </p:nvSpPr>
        <p:spPr>
          <a:xfrm>
            <a:off x="5966836" y="1985177"/>
            <a:ext cx="2818562" cy="1376513"/>
          </a:xfrm>
          <a:prstGeom prst="rect">
            <a:avLst/>
          </a:prstGeom>
          <a:noFill/>
          <a:ln>
            <a:solidFill>
              <a:schemeClr val="tx1"/>
            </a:solidFill>
          </a:ln>
        </p:spPr>
        <p:txBody>
          <a:bodyPr rot="0" spcFirstLastPara="0" vertOverflow="overflow" horzOverflow="overflow" vert="horz" wrap="square" lIns="72000" tIns="72000" rIns="72000" bIns="72000" numCol="1" spcCol="0" rtlCol="0" fromWordArt="0" anchor="t" anchorCtr="0" forceAA="0" compatLnSpc="1">
            <a:prstTxWarp prst="textNoShape">
              <a:avLst/>
            </a:prstTxWarp>
            <a:spAutoFit/>
          </a:bodyPr>
          <a:lstStyle/>
          <a:p>
            <a:pPr algn="l">
              <a:spcAft>
                <a:spcPts val="300"/>
              </a:spcAft>
              <a:buSzPct val="100000"/>
            </a:pPr>
            <a:r>
              <a:rPr lang="en-US" sz="700">
                <a:solidFill>
                  <a:schemeClr val="tx2"/>
                </a:solidFill>
                <a:highlight>
                  <a:srgbClr val="FFFF00"/>
                </a:highlight>
              </a:rPr>
              <a:t>Hint</a:t>
            </a:r>
            <a:r>
              <a:rPr lang="en-US" sz="700">
                <a:solidFill>
                  <a:schemeClr val="tx2"/>
                </a:solidFill>
              </a:rPr>
              <a:t>:</a:t>
            </a:r>
          </a:p>
          <a:p>
            <a:pPr>
              <a:spcAft>
                <a:spcPts val="300"/>
              </a:spcAft>
            </a:pPr>
            <a:r>
              <a:rPr lang="en-US" sz="700" err="1">
                <a:solidFill>
                  <a:schemeClr val="tx2"/>
                </a:solidFill>
              </a:rPr>
              <a:t>objdump</a:t>
            </a:r>
            <a:r>
              <a:rPr lang="en-US" sz="700">
                <a:solidFill>
                  <a:schemeClr val="tx2"/>
                </a:solidFill>
              </a:rPr>
              <a:t> is coming from </a:t>
            </a:r>
            <a:r>
              <a:rPr lang="en-US" sz="700">
                <a:solidFill>
                  <a:schemeClr val="tx2"/>
                </a:solidFill>
                <a:latin typeface="Courier New"/>
                <a:cs typeface="Courier New"/>
              </a:rPr>
              <a:t>/build/home/CI_LFS/Release/&lt;build&gt;/</a:t>
            </a:r>
            <a:r>
              <a:rPr lang="en-US" sz="700" err="1">
                <a:solidFill>
                  <a:schemeClr val="tx2"/>
                </a:solidFill>
                <a:latin typeface="Courier New"/>
                <a:cs typeface="Courier New"/>
              </a:rPr>
              <a:t>sdk</a:t>
            </a:r>
            <a:r>
              <a:rPr lang="en-US" sz="700">
                <a:solidFill>
                  <a:schemeClr val="tx2"/>
                </a:solidFill>
                <a:latin typeface="Courier New"/>
                <a:cs typeface="Courier New"/>
              </a:rPr>
              <a:t>/</a:t>
            </a:r>
            <a:r>
              <a:rPr lang="en-US" sz="700" err="1">
                <a:solidFill>
                  <a:schemeClr val="tx2"/>
                </a:solidFill>
                <a:latin typeface="Courier New"/>
                <a:cs typeface="Courier New"/>
              </a:rPr>
              <a:t>bld</a:t>
            </a:r>
            <a:r>
              <a:rPr lang="en-US" sz="700">
                <a:solidFill>
                  <a:schemeClr val="tx2"/>
                </a:solidFill>
                <a:latin typeface="Courier New"/>
                <a:cs typeface="Courier New"/>
              </a:rPr>
              <a:t>-tools/x86_64-pc-linux-gnu/bin/&lt;triplet&gt;</a:t>
            </a:r>
            <a:r>
              <a:rPr lang="en-US" sz="700">
                <a:solidFill>
                  <a:schemeClr val="tx2"/>
                </a:solidFill>
                <a:latin typeface="Nokia Pure Text Light"/>
                <a:cs typeface="Courier New"/>
              </a:rPr>
              <a:t>,</a:t>
            </a:r>
            <a:br>
              <a:rPr lang="en-US" sz="700">
                <a:solidFill>
                  <a:schemeClr val="tx2"/>
                </a:solidFill>
                <a:cs typeface="Courier New"/>
              </a:rPr>
            </a:br>
            <a:r>
              <a:rPr lang="en-US" sz="700">
                <a:solidFill>
                  <a:schemeClr val="tx2"/>
                </a:solidFill>
              </a:rPr>
              <a:t>i.e. either add it to PATH or provide full path</a:t>
            </a:r>
            <a:endParaRPr lang="en-US">
              <a:solidFill>
                <a:schemeClr val="tx2"/>
              </a:solidFill>
            </a:endParaRPr>
          </a:p>
          <a:p>
            <a:pPr>
              <a:spcAft>
                <a:spcPts val="300"/>
              </a:spcAft>
            </a:pPr>
            <a:endParaRPr lang="en-US" sz="700">
              <a:solidFill>
                <a:schemeClr val="tx2"/>
              </a:solidFill>
            </a:endParaRPr>
          </a:p>
          <a:p>
            <a:r>
              <a:rPr lang="en-US" sz="700" err="1">
                <a:solidFill>
                  <a:schemeClr val="tx2"/>
                </a:solidFill>
              </a:rPr>
              <a:t>gdb</a:t>
            </a:r>
            <a:r>
              <a:rPr lang="en-US" sz="700">
                <a:solidFill>
                  <a:schemeClr val="tx2"/>
                </a:solidFill>
              </a:rPr>
              <a:t> can be used as alternative:</a:t>
            </a:r>
          </a:p>
          <a:p>
            <a:r>
              <a:rPr lang="en-US" sz="700">
                <a:solidFill>
                  <a:schemeClr val="tx2"/>
                </a:solidFill>
                <a:latin typeface="Courier New"/>
                <a:cs typeface="Courier New"/>
              </a:rPr>
              <a:t>aarch64-linux-gnu-gdb </a:t>
            </a:r>
            <a:r>
              <a:rPr lang="en-US" sz="700" err="1">
                <a:solidFill>
                  <a:schemeClr val="tx2"/>
                </a:solidFill>
                <a:latin typeface="Courier New"/>
                <a:cs typeface="Courier New"/>
              </a:rPr>
              <a:t>vmlinux.elf</a:t>
            </a:r>
            <a:endParaRPr lang="en-US" sz="700">
              <a:solidFill>
                <a:schemeClr val="tx2"/>
              </a:solidFill>
              <a:latin typeface="Courier New"/>
              <a:cs typeface="Courier New"/>
            </a:endParaRPr>
          </a:p>
          <a:p>
            <a:pPr>
              <a:spcAft>
                <a:spcPts val="300"/>
              </a:spcAft>
            </a:pPr>
            <a:endParaRPr lang="en-US" sz="700">
              <a:solidFill>
                <a:schemeClr val="tx2"/>
              </a:solidFill>
            </a:endParaRPr>
          </a:p>
          <a:p>
            <a:pPr>
              <a:spcAft>
                <a:spcPts val="300"/>
              </a:spcAft>
            </a:pPr>
            <a:endParaRPr lang="en-US" sz="700">
              <a:solidFill>
                <a:schemeClr val="tx2"/>
              </a:solidFill>
            </a:endParaRPr>
          </a:p>
        </p:txBody>
      </p:sp>
    </p:spTree>
    <p:extLst>
      <p:ext uri="{BB962C8B-B14F-4D97-AF65-F5344CB8AC3E}">
        <p14:creationId xmlns:p14="http://schemas.microsoft.com/office/powerpoint/2010/main" val="3537541579"/>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CBCA36-1BE5-4BAC-BF82-D3DF78242C53}"/>
              </a:ext>
            </a:extLst>
          </p:cNvPr>
          <p:cNvSpPr>
            <a:spLocks noGrp="1"/>
          </p:cNvSpPr>
          <p:nvPr>
            <p:ph type="body" sz="quarter" idx="10"/>
          </p:nvPr>
        </p:nvSpPr>
        <p:spPr/>
        <p:txBody>
          <a:bodyPr/>
          <a:lstStyle/>
          <a:p>
            <a:r>
              <a:rPr lang="de-DE" sz="1400" b="1"/>
              <a:t>System Crash </a:t>
            </a:r>
            <a:r>
              <a:rPr lang="de-DE" sz="1400"/>
              <a:t>– Memory </a:t>
            </a:r>
            <a:r>
              <a:rPr lang="de-DE" sz="1400" err="1"/>
              <a:t>corruption</a:t>
            </a:r>
            <a:endParaRPr lang="de-DE" sz="1400"/>
          </a:p>
        </p:txBody>
      </p:sp>
      <p:sp>
        <p:nvSpPr>
          <p:cNvPr id="3" name="Text Placeholder 2">
            <a:extLst>
              <a:ext uri="{FF2B5EF4-FFF2-40B4-BE49-F238E27FC236}">
                <a16:creationId xmlns:a16="http://schemas.microsoft.com/office/drawing/2014/main" id="{D5C89F42-58EA-4D86-8247-787A646BF177}"/>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F1A9984A-F38D-4862-9BE4-FDA46192DEE6}"/>
              </a:ext>
            </a:extLst>
          </p:cNvPr>
          <p:cNvSpPr>
            <a:spLocks noGrp="1"/>
          </p:cNvSpPr>
          <p:nvPr>
            <p:ph type="ftr" sz="quarter" idx="14"/>
          </p:nvPr>
        </p:nvSpPr>
        <p:spPr/>
        <p:txBody>
          <a:bodyPr/>
          <a:lstStyle/>
          <a:p>
            <a:r>
              <a:rPr lang="en-GB"/>
              <a:t>01-04-2022</a:t>
            </a:r>
            <a:endParaRPr lang="en-US"/>
          </a:p>
        </p:txBody>
      </p:sp>
      <p:sp>
        <p:nvSpPr>
          <p:cNvPr id="21" name="Text Placeholder 3">
            <a:extLst>
              <a:ext uri="{FF2B5EF4-FFF2-40B4-BE49-F238E27FC236}">
                <a16:creationId xmlns:a16="http://schemas.microsoft.com/office/drawing/2014/main" id="{079E192A-DBAD-44C5-9EBC-93D896875317}"/>
              </a:ext>
            </a:extLst>
          </p:cNvPr>
          <p:cNvSpPr>
            <a:spLocks noGrp="1"/>
          </p:cNvSpPr>
          <p:nvPr>
            <p:ph type="body" sz="quarter" idx="12"/>
          </p:nvPr>
        </p:nvSpPr>
        <p:spPr>
          <a:xfrm>
            <a:off x="417600" y="1080000"/>
            <a:ext cx="7705468" cy="3560400"/>
          </a:xfrm>
        </p:spPr>
        <p:txBody>
          <a:bodyPr>
            <a:normAutofit/>
          </a:bodyPr>
          <a:lstStyle/>
          <a:p>
            <a:r>
              <a:rPr lang="de-DE" sz="1400" b="1" u="sng"/>
              <a:t>Symptom</a:t>
            </a:r>
            <a:r>
              <a:rPr lang="de-DE" sz="1400"/>
              <a:t>: System </a:t>
            </a:r>
            <a:r>
              <a:rPr lang="de-DE" sz="1400" err="1"/>
              <a:t>crashes</a:t>
            </a:r>
            <a:r>
              <a:rPr lang="de-DE" sz="1400"/>
              <a:t> </a:t>
            </a:r>
            <a:r>
              <a:rPr lang="de-DE" sz="1400" err="1"/>
              <a:t>randomly</a:t>
            </a:r>
            <a:r>
              <a:rPr lang="de-DE" sz="1400"/>
              <a:t> </a:t>
            </a:r>
            <a:r>
              <a:rPr lang="de-DE" sz="1400" err="1"/>
              <a:t>with</a:t>
            </a:r>
            <a:r>
              <a:rPr lang="de-DE" sz="1400"/>
              <a:t> </a:t>
            </a:r>
            <a:r>
              <a:rPr lang="de-DE" sz="1400" err="1"/>
              <a:t>kernel</a:t>
            </a:r>
            <a:r>
              <a:rPr lang="de-DE" sz="1400"/>
              <a:t> </a:t>
            </a:r>
            <a:r>
              <a:rPr lang="de-DE" sz="1400" err="1"/>
              <a:t>function</a:t>
            </a:r>
            <a:r>
              <a:rPr lang="de-DE" sz="1400"/>
              <a:t> </a:t>
            </a:r>
            <a:r>
              <a:rPr lang="de-DE" sz="1400" err="1"/>
              <a:t>calls</a:t>
            </a:r>
            <a:r>
              <a:rPr lang="de-DE" sz="1400"/>
              <a:t> </a:t>
            </a:r>
            <a:r>
              <a:rPr lang="de-DE" sz="1400" err="1"/>
              <a:t>which</a:t>
            </a:r>
            <a:r>
              <a:rPr lang="de-DE" sz="1400"/>
              <a:t> </a:t>
            </a:r>
            <a:r>
              <a:rPr lang="de-DE" sz="1400" err="1"/>
              <a:t>normally</a:t>
            </a:r>
            <a:r>
              <a:rPr lang="de-DE" sz="1400"/>
              <a:t> </a:t>
            </a:r>
            <a:r>
              <a:rPr lang="de-DE" sz="1400" err="1"/>
              <a:t>works</a:t>
            </a:r>
            <a:r>
              <a:rPr lang="de-DE" sz="1400"/>
              <a:t> all </a:t>
            </a:r>
            <a:r>
              <a:rPr lang="de-DE" sz="1400" err="1"/>
              <a:t>the</a:t>
            </a:r>
            <a:r>
              <a:rPr lang="de-DE" sz="1400"/>
              <a:t> time  </a:t>
            </a:r>
            <a:r>
              <a:rPr lang="de-DE" sz="1400" err="1"/>
              <a:t>and</a:t>
            </a:r>
            <a:r>
              <a:rPr lang="de-DE" sz="1400"/>
              <a:t> </a:t>
            </a:r>
            <a:r>
              <a:rPr lang="de-DE" sz="1400" err="1"/>
              <a:t>no</a:t>
            </a:r>
            <a:r>
              <a:rPr lang="de-DE" sz="1400"/>
              <a:t> </a:t>
            </a:r>
            <a:r>
              <a:rPr lang="de-DE" sz="1400" err="1"/>
              <a:t>obvious</a:t>
            </a:r>
            <a:r>
              <a:rPr lang="de-DE" sz="1400"/>
              <a:t> </a:t>
            </a:r>
            <a:r>
              <a:rPr lang="de-DE" sz="1400" err="1"/>
              <a:t>reason</a:t>
            </a:r>
            <a:r>
              <a:rPr lang="de-DE" sz="1400"/>
              <a:t> </a:t>
            </a:r>
            <a:r>
              <a:rPr lang="de-DE" sz="1400" err="1"/>
              <a:t>seen</a:t>
            </a:r>
            <a:r>
              <a:rPr lang="de-DE" sz="1400"/>
              <a:t> </a:t>
            </a:r>
            <a:r>
              <a:rPr lang="de-DE" sz="1400" err="1"/>
              <a:t>why</a:t>
            </a:r>
            <a:r>
              <a:rPr lang="de-DE" sz="1400"/>
              <a:t> </a:t>
            </a:r>
            <a:r>
              <a:rPr lang="de-DE" sz="1400" err="1"/>
              <a:t>they</a:t>
            </a:r>
            <a:r>
              <a:rPr lang="de-DE" sz="1400"/>
              <a:t> </a:t>
            </a:r>
            <a:r>
              <a:rPr lang="de-DE" sz="1400" err="1"/>
              <a:t>could</a:t>
            </a:r>
            <a:r>
              <a:rPr lang="de-DE" sz="1400"/>
              <a:t> </a:t>
            </a:r>
            <a:r>
              <a:rPr lang="de-DE" sz="1400" err="1"/>
              <a:t>be</a:t>
            </a:r>
            <a:r>
              <a:rPr lang="de-DE" sz="1400"/>
              <a:t> </a:t>
            </a:r>
            <a:r>
              <a:rPr lang="de-DE" sz="1400" err="1"/>
              <a:t>faulty</a:t>
            </a:r>
            <a:r>
              <a:rPr lang="de-DE" sz="1400"/>
              <a:t>.</a:t>
            </a:r>
          </a:p>
          <a:p>
            <a:endParaRPr lang="de-DE" sz="1400"/>
          </a:p>
          <a:p>
            <a:r>
              <a:rPr lang="de-DE" sz="1400" u="sng" err="1"/>
              <a:t>Likely</a:t>
            </a:r>
            <a:r>
              <a:rPr lang="de-DE" sz="1400" u="sng"/>
              <a:t> </a:t>
            </a:r>
            <a:r>
              <a:rPr lang="de-DE" sz="1400" u="sng" err="1"/>
              <a:t>reasons</a:t>
            </a:r>
            <a:r>
              <a:rPr lang="de-DE" sz="1400" u="sng"/>
              <a:t> </a:t>
            </a:r>
            <a:r>
              <a:rPr lang="de-DE" sz="1400" u="sng" err="1"/>
              <a:t>caused</a:t>
            </a:r>
            <a:r>
              <a:rPr lang="de-DE" sz="1400" u="sng"/>
              <a:t> </a:t>
            </a:r>
            <a:r>
              <a:rPr lang="de-DE" sz="1400" u="sng" err="1"/>
              <a:t>by</a:t>
            </a:r>
            <a:r>
              <a:rPr lang="de-DE" sz="1400" u="sng"/>
              <a:t> Software</a:t>
            </a:r>
          </a:p>
          <a:p>
            <a:pPr marL="285750" indent="-285750">
              <a:buFont typeface="Arial" panose="020B0604020202020204" pitchFamily="34" charset="0"/>
              <a:buChar char="•"/>
            </a:pPr>
            <a:r>
              <a:rPr lang="de-DE" sz="1400" err="1"/>
              <a:t>Uninitialized</a:t>
            </a:r>
            <a:r>
              <a:rPr lang="de-DE" sz="1400"/>
              <a:t> Memory</a:t>
            </a:r>
          </a:p>
          <a:p>
            <a:pPr marL="285750" indent="-285750">
              <a:buFont typeface="Arial" panose="020B0604020202020204" pitchFamily="34" charset="0"/>
              <a:buChar char="•"/>
            </a:pPr>
            <a:r>
              <a:rPr lang="de-DE" sz="1400" err="1"/>
              <a:t>Accessing</a:t>
            </a:r>
            <a:r>
              <a:rPr lang="de-DE" sz="1400"/>
              <a:t>/</a:t>
            </a:r>
            <a:r>
              <a:rPr lang="de-DE" sz="1400" err="1"/>
              <a:t>modifying</a:t>
            </a:r>
            <a:r>
              <a:rPr lang="de-DE" sz="1400"/>
              <a:t> not </a:t>
            </a:r>
            <a:r>
              <a:rPr lang="de-DE" sz="1400" err="1"/>
              <a:t>owned</a:t>
            </a:r>
            <a:r>
              <a:rPr lang="de-DE" sz="1400"/>
              <a:t> </a:t>
            </a:r>
            <a:r>
              <a:rPr lang="de-DE" sz="1400" err="1"/>
              <a:t>memory</a:t>
            </a:r>
            <a:endParaRPr lang="de-DE" sz="1400"/>
          </a:p>
          <a:p>
            <a:pPr marL="285750" indent="-285750">
              <a:buFont typeface="Arial" panose="020B0604020202020204" pitchFamily="34" charset="0"/>
              <a:buChar char="•"/>
            </a:pPr>
            <a:r>
              <a:rPr lang="de-DE" sz="1400" err="1"/>
              <a:t>Overwriting</a:t>
            </a:r>
            <a:r>
              <a:rPr lang="de-DE" sz="1400"/>
              <a:t> </a:t>
            </a:r>
            <a:r>
              <a:rPr lang="de-DE" sz="1400" err="1"/>
              <a:t>buffers</a:t>
            </a:r>
            <a:endParaRPr lang="de-DE" sz="1400"/>
          </a:p>
          <a:p>
            <a:pPr marL="285750" indent="-285750">
              <a:buFont typeface="Arial" panose="020B0604020202020204" pitchFamily="34" charset="0"/>
              <a:buChar char="•"/>
            </a:pPr>
            <a:r>
              <a:rPr lang="de-DE" sz="1400" err="1"/>
              <a:t>Use</a:t>
            </a:r>
            <a:r>
              <a:rPr lang="de-DE" sz="1400"/>
              <a:t>-after-</a:t>
            </a:r>
            <a:r>
              <a:rPr lang="de-DE" sz="1400" err="1"/>
              <a:t>free</a:t>
            </a:r>
            <a:r>
              <a:rPr lang="de-DE" sz="1400"/>
              <a:t> </a:t>
            </a:r>
          </a:p>
          <a:p>
            <a:pPr marL="285750" indent="-285750">
              <a:buFont typeface="Arial" panose="020B0604020202020204" pitchFamily="34" charset="0"/>
              <a:buChar char="•"/>
            </a:pPr>
            <a:r>
              <a:rPr lang="de-DE" sz="1400"/>
              <a:t>DMA </a:t>
            </a:r>
            <a:r>
              <a:rPr lang="de-DE" sz="1400" err="1"/>
              <a:t>device</a:t>
            </a:r>
            <a:r>
              <a:rPr lang="de-DE" sz="1400"/>
              <a:t> </a:t>
            </a:r>
            <a:r>
              <a:rPr lang="de-DE" sz="1400" err="1"/>
              <a:t>corrupts</a:t>
            </a:r>
            <a:r>
              <a:rPr lang="de-DE" sz="1400"/>
              <a:t> </a:t>
            </a:r>
            <a:r>
              <a:rPr lang="de-DE" sz="1400" err="1"/>
              <a:t>silently</a:t>
            </a:r>
            <a:r>
              <a:rPr lang="de-DE" sz="1400"/>
              <a:t> </a:t>
            </a:r>
            <a:r>
              <a:rPr lang="de-DE" sz="1400" err="1"/>
              <a:t>memory</a:t>
            </a:r>
            <a:endParaRPr lang="de-DE" sz="1400"/>
          </a:p>
          <a:p>
            <a:pPr marL="285750" indent="-285750">
              <a:buFont typeface="Arial" panose="020B0604020202020204" pitchFamily="34" charset="0"/>
              <a:buChar char="•"/>
            </a:pPr>
            <a:endParaRPr lang="de-DE" sz="1400"/>
          </a:p>
          <a:p>
            <a:r>
              <a:rPr lang="de-DE" sz="1400" u="sng" err="1"/>
              <a:t>Unlikely</a:t>
            </a:r>
            <a:r>
              <a:rPr lang="de-DE" sz="1400" u="sng"/>
              <a:t> </a:t>
            </a:r>
            <a:r>
              <a:rPr lang="de-DE" sz="1400" u="sng" err="1"/>
              <a:t>reasons</a:t>
            </a:r>
            <a:r>
              <a:rPr lang="de-DE" sz="1400" u="sng"/>
              <a:t> </a:t>
            </a:r>
            <a:r>
              <a:rPr lang="de-DE" sz="1400" u="sng" err="1"/>
              <a:t>caused</a:t>
            </a:r>
            <a:r>
              <a:rPr lang="de-DE" sz="1400" u="sng"/>
              <a:t> </a:t>
            </a:r>
            <a:r>
              <a:rPr lang="de-DE" sz="1400" u="sng" err="1"/>
              <a:t>by</a:t>
            </a:r>
            <a:r>
              <a:rPr lang="de-DE" sz="1400" u="sng"/>
              <a:t> Hardware</a:t>
            </a:r>
          </a:p>
          <a:p>
            <a:pPr marL="285750" indent="-285750">
              <a:buFont typeface="Arial" panose="020B0604020202020204" pitchFamily="34" charset="0"/>
              <a:buChar char="•"/>
            </a:pPr>
            <a:r>
              <a:rPr lang="de-DE" sz="1400"/>
              <a:t>ECC </a:t>
            </a:r>
            <a:r>
              <a:rPr lang="de-DE" sz="1400" err="1"/>
              <a:t>failures</a:t>
            </a:r>
            <a:r>
              <a:rPr lang="de-DE" sz="1400"/>
              <a:t>, </a:t>
            </a:r>
            <a:r>
              <a:rPr lang="de-DE" sz="1400" err="1"/>
              <a:t>most</a:t>
            </a:r>
            <a:r>
              <a:rPr lang="de-DE" sz="1400"/>
              <a:t> </a:t>
            </a:r>
            <a:r>
              <a:rPr lang="de-DE" sz="1400" err="1"/>
              <a:t>of</a:t>
            </a:r>
            <a:r>
              <a:rPr lang="de-DE" sz="1400"/>
              <a:t> </a:t>
            </a:r>
            <a:r>
              <a:rPr lang="de-DE" sz="1400" err="1"/>
              <a:t>the</a:t>
            </a:r>
            <a:r>
              <a:rPr lang="de-DE" sz="1400"/>
              <a:t> </a:t>
            </a:r>
            <a:r>
              <a:rPr lang="de-DE" sz="1400" err="1"/>
              <a:t>platforms</a:t>
            </a:r>
            <a:r>
              <a:rPr lang="de-DE" sz="1400"/>
              <a:t> </a:t>
            </a:r>
            <a:r>
              <a:rPr lang="de-DE" sz="1400" err="1"/>
              <a:t>supports</a:t>
            </a:r>
            <a:r>
              <a:rPr lang="de-DE" sz="1400"/>
              <a:t> ECC </a:t>
            </a:r>
            <a:r>
              <a:rPr lang="de-DE" sz="1400" err="1"/>
              <a:t>failure</a:t>
            </a:r>
            <a:r>
              <a:rPr lang="de-DE" sz="1400"/>
              <a:t> </a:t>
            </a:r>
            <a:r>
              <a:rPr lang="de-DE" sz="1400" err="1"/>
              <a:t>detection</a:t>
            </a:r>
            <a:r>
              <a:rPr lang="de-DE" sz="1400"/>
              <a:t> </a:t>
            </a:r>
            <a:r>
              <a:rPr lang="de-DE" sz="1400" err="1"/>
              <a:t>and</a:t>
            </a:r>
            <a:r>
              <a:rPr lang="de-DE" sz="1400"/>
              <a:t> </a:t>
            </a:r>
            <a:r>
              <a:rPr lang="de-DE" sz="1400" err="1"/>
              <a:t>handling</a:t>
            </a:r>
            <a:r>
              <a:rPr lang="de-DE" sz="1400"/>
              <a:t> </a:t>
            </a:r>
            <a:r>
              <a:rPr lang="de-DE" sz="1400" err="1"/>
              <a:t>by</a:t>
            </a:r>
            <a:r>
              <a:rPr lang="de-DE" sz="1400"/>
              <a:t> </a:t>
            </a:r>
            <a:r>
              <a:rPr lang="de-DE" sz="1400" err="1"/>
              <a:t>the</a:t>
            </a:r>
            <a:r>
              <a:rPr lang="de-DE" sz="1400"/>
              <a:t> Software but e.g. ABIA </a:t>
            </a:r>
            <a:r>
              <a:rPr lang="de-DE" sz="1400" err="1"/>
              <a:t>does</a:t>
            </a:r>
            <a:r>
              <a:rPr lang="de-DE" sz="1400"/>
              <a:t> not </a:t>
            </a:r>
            <a:r>
              <a:rPr lang="de-DE" sz="1400" err="1"/>
              <a:t>have</a:t>
            </a:r>
            <a:r>
              <a:rPr lang="de-DE" sz="1400"/>
              <a:t> ECC </a:t>
            </a:r>
            <a:r>
              <a:rPr lang="de-DE" sz="1400" err="1"/>
              <a:t>memory</a:t>
            </a:r>
            <a:endParaRPr lang="de-DE" sz="1400"/>
          </a:p>
          <a:p>
            <a:endParaRPr lang="de-DE" sz="1400"/>
          </a:p>
          <a:p>
            <a:endParaRPr lang="de-DE" sz="1400"/>
          </a:p>
        </p:txBody>
      </p:sp>
    </p:spTree>
    <p:extLst>
      <p:ext uri="{BB962C8B-B14F-4D97-AF65-F5344CB8AC3E}">
        <p14:creationId xmlns:p14="http://schemas.microsoft.com/office/powerpoint/2010/main" val="855158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CBCA36-1BE5-4BAC-BF82-D3DF78242C53}"/>
              </a:ext>
            </a:extLst>
          </p:cNvPr>
          <p:cNvSpPr>
            <a:spLocks noGrp="1"/>
          </p:cNvSpPr>
          <p:nvPr>
            <p:ph type="body" sz="quarter" idx="10"/>
          </p:nvPr>
        </p:nvSpPr>
        <p:spPr/>
        <p:txBody>
          <a:bodyPr/>
          <a:lstStyle/>
          <a:p>
            <a:r>
              <a:rPr lang="de-DE" sz="1400" b="1"/>
              <a:t>System Crash </a:t>
            </a:r>
            <a:r>
              <a:rPr lang="de-DE" sz="1400"/>
              <a:t>– Memory </a:t>
            </a:r>
            <a:r>
              <a:rPr lang="de-DE" sz="1400" err="1"/>
              <a:t>corruption</a:t>
            </a:r>
            <a:r>
              <a:rPr lang="de-DE" sz="1400"/>
              <a:t> - Debugging</a:t>
            </a:r>
          </a:p>
        </p:txBody>
      </p:sp>
      <p:sp>
        <p:nvSpPr>
          <p:cNvPr id="3" name="Text Placeholder 2">
            <a:extLst>
              <a:ext uri="{FF2B5EF4-FFF2-40B4-BE49-F238E27FC236}">
                <a16:creationId xmlns:a16="http://schemas.microsoft.com/office/drawing/2014/main" id="{D5C89F42-58EA-4D86-8247-787A646BF177}"/>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F1A9984A-F38D-4862-9BE4-FDA46192DEE6}"/>
              </a:ext>
            </a:extLst>
          </p:cNvPr>
          <p:cNvSpPr>
            <a:spLocks noGrp="1"/>
          </p:cNvSpPr>
          <p:nvPr>
            <p:ph type="ftr" sz="quarter" idx="14"/>
          </p:nvPr>
        </p:nvSpPr>
        <p:spPr/>
        <p:txBody>
          <a:bodyPr/>
          <a:lstStyle/>
          <a:p>
            <a:r>
              <a:rPr lang="en-GB"/>
              <a:t>01-04-2022</a:t>
            </a:r>
            <a:endParaRPr lang="en-US"/>
          </a:p>
        </p:txBody>
      </p:sp>
      <p:sp>
        <p:nvSpPr>
          <p:cNvPr id="21" name="Text Placeholder 3">
            <a:extLst>
              <a:ext uri="{FF2B5EF4-FFF2-40B4-BE49-F238E27FC236}">
                <a16:creationId xmlns:a16="http://schemas.microsoft.com/office/drawing/2014/main" id="{079E192A-DBAD-44C5-9EBC-93D896875317}"/>
              </a:ext>
            </a:extLst>
          </p:cNvPr>
          <p:cNvSpPr>
            <a:spLocks noGrp="1"/>
          </p:cNvSpPr>
          <p:nvPr>
            <p:ph type="body" sz="quarter" idx="12"/>
          </p:nvPr>
        </p:nvSpPr>
        <p:spPr>
          <a:xfrm>
            <a:off x="418638" y="825411"/>
            <a:ext cx="8544313" cy="4269662"/>
          </a:xfrm>
        </p:spPr>
        <p:txBody>
          <a:bodyPr lIns="0" tIns="0" rIns="0" bIns="0" anchor="t">
            <a:normAutofit fontScale="32500" lnSpcReduction="20000"/>
          </a:bodyPr>
          <a:lstStyle/>
          <a:p>
            <a:r>
              <a:rPr lang="de-DE" sz="3100" u="sng"/>
              <a:t>Kernel </a:t>
            </a:r>
            <a:r>
              <a:rPr lang="de-DE" sz="3100" u="sng" err="1"/>
              <a:t>instrumentation</a:t>
            </a:r>
            <a:r>
              <a:rPr lang="de-DE" sz="3100" u="sng"/>
              <a:t> </a:t>
            </a:r>
          </a:p>
          <a:p>
            <a:r>
              <a:rPr lang="de-DE" sz="1800">
                <a:solidFill>
                  <a:schemeClr val="tx1"/>
                </a:solidFill>
                <a:hlinkClick r:id="rId3">
                  <a:extLst>
                    <a:ext uri="{A12FA001-AC4F-418D-AE19-62706E023703}">
                      <ahyp:hlinkClr xmlns:ahyp="http://schemas.microsoft.com/office/drawing/2018/hyperlinkcolor" val="tx"/>
                    </a:ext>
                  </a:extLst>
                </a:hlinkClick>
              </a:rPr>
              <a:t>@Kernel Address Sanitizer (KASAN)</a:t>
            </a:r>
            <a:endParaRPr lang="de-DE" sz="1800">
              <a:solidFill>
                <a:schemeClr val="tx1"/>
              </a:solidFill>
            </a:endParaRPr>
          </a:p>
          <a:p>
            <a:pPr marL="171450" indent="-171450">
              <a:buFont typeface="Arial" panose="020B0604020202020204" pitchFamily="34" charset="0"/>
              <a:buChar char="•"/>
            </a:pPr>
            <a:r>
              <a:rPr lang="de-DE" sz="1800" err="1"/>
              <a:t>Enable</a:t>
            </a:r>
            <a:r>
              <a:rPr lang="de-DE" sz="1800"/>
              <a:t> </a:t>
            </a:r>
            <a:r>
              <a:rPr lang="de-DE" sz="1800" err="1"/>
              <a:t>kernel</a:t>
            </a:r>
            <a:r>
              <a:rPr lang="de-DE" sz="1800"/>
              <a:t> </a:t>
            </a:r>
            <a:r>
              <a:rPr lang="de-DE" sz="1800" err="1"/>
              <a:t>config</a:t>
            </a:r>
            <a:r>
              <a:rPr lang="de-DE" sz="1800"/>
              <a:t> </a:t>
            </a:r>
            <a:r>
              <a:rPr lang="de-DE" sz="1800" b="1"/>
              <a:t>CONFIG_KASAN</a:t>
            </a:r>
            <a:br>
              <a:rPr lang="de-DE" sz="1800"/>
            </a:br>
            <a:r>
              <a:rPr lang="de-DE" sz="1800" err="1"/>
              <a:t>to</a:t>
            </a:r>
            <a:r>
              <a:rPr lang="de-DE" sz="1800"/>
              <a:t> </a:t>
            </a:r>
            <a:r>
              <a:rPr lang="en-US" sz="1800"/>
              <a:t>find out-of-bound and use-after-free bugs</a:t>
            </a:r>
            <a:endParaRPr lang="de-DE" sz="1800"/>
          </a:p>
          <a:p>
            <a:endParaRPr lang="de-DE" sz="1800">
              <a:solidFill>
                <a:schemeClr val="tx1"/>
              </a:solidFill>
              <a:hlinkClick r:id="rId4">
                <a:extLst>
                  <a:ext uri="{A12FA001-AC4F-418D-AE19-62706E023703}">
                    <ahyp:hlinkClr xmlns:ahyp="http://schemas.microsoft.com/office/drawing/2018/hyperlinkcolor" val="tx"/>
                  </a:ext>
                </a:extLst>
              </a:hlinkClick>
            </a:endParaRPr>
          </a:p>
          <a:p>
            <a:r>
              <a:rPr lang="de-DE" sz="1800">
                <a:solidFill>
                  <a:schemeClr val="tx1"/>
                </a:solidFill>
                <a:hlinkClick r:id="rId4">
                  <a:extLst>
                    <a:ext uri="{A12FA001-AC4F-418D-AE19-62706E023703}">
                      <ahyp:hlinkClr xmlns:ahyp="http://schemas.microsoft.com/office/drawing/2018/hyperlinkcolor" val="tx"/>
                    </a:ext>
                  </a:extLst>
                </a:hlinkClick>
              </a:rPr>
              <a:t>@SLUB memory debug</a:t>
            </a:r>
            <a:endParaRPr lang="de-DE" sz="1800">
              <a:solidFill>
                <a:schemeClr val="tx1"/>
              </a:solidFill>
            </a:endParaRPr>
          </a:p>
          <a:p>
            <a:pPr marL="171450" indent="-171450">
              <a:lnSpc>
                <a:spcPct val="120000"/>
              </a:lnSpc>
              <a:buFont typeface="Arial" panose="020B0604020202020204" pitchFamily="34" charset="0"/>
              <a:buChar char="•"/>
            </a:pPr>
            <a:r>
              <a:rPr lang="de-DE" sz="1800"/>
              <a:t>Boot </a:t>
            </a:r>
            <a:r>
              <a:rPr lang="de-DE" sz="1800" err="1"/>
              <a:t>kernel</a:t>
            </a:r>
            <a:r>
              <a:rPr lang="de-DE" sz="1800"/>
              <a:t> </a:t>
            </a:r>
            <a:r>
              <a:rPr lang="de-DE" sz="1800" err="1"/>
              <a:t>with</a:t>
            </a:r>
            <a:r>
              <a:rPr lang="de-DE" sz="1800"/>
              <a:t> </a:t>
            </a:r>
            <a:r>
              <a:rPr lang="de-DE" sz="1800" err="1"/>
              <a:t>command</a:t>
            </a:r>
            <a:r>
              <a:rPr lang="de-DE" sz="1800"/>
              <a:t> </a:t>
            </a:r>
            <a:r>
              <a:rPr lang="de-DE" sz="1800" err="1"/>
              <a:t>line</a:t>
            </a:r>
            <a:r>
              <a:rPr lang="de-DE" sz="1800"/>
              <a:t> </a:t>
            </a:r>
            <a:r>
              <a:rPr lang="de-DE" sz="1800" err="1"/>
              <a:t>extension</a:t>
            </a:r>
            <a:r>
              <a:rPr lang="de-DE" sz="1800"/>
              <a:t>:  „</a:t>
            </a:r>
            <a:r>
              <a:rPr lang="de-DE" sz="1800" err="1"/>
              <a:t>slub_debug</a:t>
            </a:r>
            <a:r>
              <a:rPr lang="de-DE" sz="1800"/>
              <a:t>“ </a:t>
            </a:r>
            <a:br>
              <a:rPr lang="de-DE" sz="1800"/>
            </a:br>
            <a:r>
              <a:rPr lang="de-DE" sz="1800" err="1"/>
              <a:t>or</a:t>
            </a:r>
            <a:r>
              <a:rPr lang="de-DE" sz="1800"/>
              <a:t> </a:t>
            </a:r>
            <a:r>
              <a:rPr lang="de-DE" sz="1800" err="1"/>
              <a:t>enabled</a:t>
            </a:r>
            <a:r>
              <a:rPr lang="de-DE" sz="1800"/>
              <a:t> </a:t>
            </a:r>
            <a:r>
              <a:rPr lang="de-DE" sz="1800" err="1"/>
              <a:t>kernel</a:t>
            </a:r>
            <a:r>
              <a:rPr lang="de-DE" sz="1800"/>
              <a:t> </a:t>
            </a:r>
            <a:r>
              <a:rPr lang="de-DE" sz="1800" err="1"/>
              <a:t>config</a:t>
            </a:r>
            <a:r>
              <a:rPr lang="de-DE" sz="1800"/>
              <a:t> </a:t>
            </a:r>
            <a:r>
              <a:rPr lang="de-DE" sz="1800" b="1"/>
              <a:t>CONFIG_SLUB_DEBUG_ON </a:t>
            </a:r>
          </a:p>
          <a:p>
            <a:pPr marL="171450" indent="-171450">
              <a:lnSpc>
                <a:spcPct val="120000"/>
              </a:lnSpc>
              <a:buFont typeface="Arial" panose="020B0604020202020204" pitchFamily="34" charset="0"/>
              <a:buChar char="•"/>
            </a:pPr>
            <a:r>
              <a:rPr lang="de-DE" sz="1800"/>
              <a:t>SLUB </a:t>
            </a:r>
            <a:r>
              <a:rPr lang="de-DE" sz="1800" err="1"/>
              <a:t>debug</a:t>
            </a:r>
            <a:r>
              <a:rPr lang="de-DE" sz="1800"/>
              <a:t> </a:t>
            </a:r>
            <a:r>
              <a:rPr lang="de-DE" sz="1800" err="1"/>
              <a:t>is</a:t>
            </a:r>
            <a:r>
              <a:rPr lang="de-DE" sz="1800"/>
              <a:t> </a:t>
            </a:r>
            <a:r>
              <a:rPr lang="de-DE" sz="1800" err="1"/>
              <a:t>similiar</a:t>
            </a:r>
            <a:r>
              <a:rPr lang="de-DE" sz="1800"/>
              <a:t> </a:t>
            </a:r>
            <a:r>
              <a:rPr lang="de-DE" sz="1800" err="1"/>
              <a:t>to</a:t>
            </a:r>
            <a:r>
              <a:rPr lang="de-DE" sz="1800"/>
              <a:t> KASAN but </a:t>
            </a:r>
            <a:r>
              <a:rPr lang="de-DE" sz="1800" err="1"/>
              <a:t>it</a:t>
            </a:r>
            <a:r>
              <a:rPr lang="de-DE" sz="1800"/>
              <a:t> </a:t>
            </a:r>
            <a:r>
              <a:rPr lang="de-DE" sz="1800" err="1"/>
              <a:t>has</a:t>
            </a:r>
            <a:r>
              <a:rPr lang="de-DE" sz="1800"/>
              <a:t> </a:t>
            </a:r>
            <a:r>
              <a:rPr lang="de-DE" sz="1800" err="1"/>
              <a:t>more</a:t>
            </a:r>
            <a:r>
              <a:rPr lang="de-DE" sz="1800"/>
              <a:t> </a:t>
            </a:r>
            <a:r>
              <a:rPr lang="de-DE" sz="1800" err="1"/>
              <a:t>fine</a:t>
            </a:r>
            <a:r>
              <a:rPr lang="de-DE" sz="1800"/>
              <a:t> granular </a:t>
            </a:r>
            <a:r>
              <a:rPr lang="de-DE" sz="1800" err="1"/>
              <a:t>debug</a:t>
            </a:r>
            <a:r>
              <a:rPr lang="de-DE" sz="1800"/>
              <a:t> </a:t>
            </a:r>
            <a:r>
              <a:rPr lang="de-DE" sz="1800" err="1"/>
              <a:t>options</a:t>
            </a:r>
            <a:r>
              <a:rPr lang="de-DE" sz="1800"/>
              <a:t> </a:t>
            </a:r>
            <a:r>
              <a:rPr lang="de-DE" sz="1800" err="1"/>
              <a:t>being</a:t>
            </a:r>
            <a:r>
              <a:rPr lang="de-DE" sz="1800"/>
              <a:t> </a:t>
            </a:r>
            <a:r>
              <a:rPr lang="de-DE" sz="1800" err="1"/>
              <a:t>configureable</a:t>
            </a:r>
            <a:r>
              <a:rPr lang="de-DE" sz="1800"/>
              <a:t> </a:t>
            </a:r>
            <a:r>
              <a:rPr lang="de-DE" sz="1800" err="1"/>
              <a:t>to</a:t>
            </a:r>
            <a:r>
              <a:rPr lang="de-DE" sz="1800"/>
              <a:t> </a:t>
            </a:r>
            <a:r>
              <a:rPr lang="de-DE" sz="1800" err="1"/>
              <a:t>achieve</a:t>
            </a:r>
            <a:br>
              <a:rPr lang="de-DE" sz="1800"/>
            </a:br>
            <a:r>
              <a:rPr lang="de-DE" sz="1800" err="1"/>
              <a:t>less</a:t>
            </a:r>
            <a:r>
              <a:rPr lang="de-DE" sz="1800"/>
              <a:t> </a:t>
            </a:r>
            <a:r>
              <a:rPr lang="de-DE" sz="1800" err="1"/>
              <a:t>overhead</a:t>
            </a:r>
            <a:r>
              <a:rPr lang="de-DE" sz="1800"/>
              <a:t> in </a:t>
            </a:r>
            <a:r>
              <a:rPr lang="de-DE" sz="1800" err="1"/>
              <a:t>case</a:t>
            </a:r>
            <a:r>
              <a:rPr lang="de-DE" sz="1800"/>
              <a:t> </a:t>
            </a:r>
            <a:r>
              <a:rPr lang="de-DE" sz="1800" err="1"/>
              <a:t>specific</a:t>
            </a:r>
            <a:r>
              <a:rPr lang="de-DE" sz="1800"/>
              <a:t> </a:t>
            </a:r>
            <a:r>
              <a:rPr lang="de-DE" sz="1800" err="1"/>
              <a:t>symptoms</a:t>
            </a:r>
            <a:r>
              <a:rPr lang="de-DE" sz="1800"/>
              <a:t> </a:t>
            </a:r>
            <a:r>
              <a:rPr lang="de-DE" sz="1800" err="1"/>
              <a:t>cannot</a:t>
            </a:r>
            <a:r>
              <a:rPr lang="de-DE" sz="1800"/>
              <a:t> </a:t>
            </a:r>
            <a:r>
              <a:rPr lang="de-DE" sz="1800" err="1"/>
              <a:t>be</a:t>
            </a:r>
            <a:r>
              <a:rPr lang="de-DE" sz="1800"/>
              <a:t> </a:t>
            </a:r>
            <a:r>
              <a:rPr lang="de-DE" sz="1800" err="1"/>
              <a:t>triggered</a:t>
            </a:r>
            <a:r>
              <a:rPr lang="de-DE" sz="1800"/>
              <a:t> </a:t>
            </a:r>
            <a:r>
              <a:rPr lang="de-DE" sz="1800" err="1"/>
              <a:t>with</a:t>
            </a:r>
            <a:r>
              <a:rPr lang="de-DE" sz="1800"/>
              <a:t> KASAN </a:t>
            </a:r>
            <a:r>
              <a:rPr lang="de-DE" sz="1800" err="1"/>
              <a:t>or</a:t>
            </a:r>
            <a:r>
              <a:rPr lang="de-DE" sz="1800"/>
              <a:t> all SLUB </a:t>
            </a:r>
            <a:r>
              <a:rPr lang="de-DE" sz="1800" err="1"/>
              <a:t>facilities</a:t>
            </a:r>
            <a:r>
              <a:rPr lang="de-DE" sz="1800"/>
              <a:t> </a:t>
            </a:r>
            <a:r>
              <a:rPr lang="de-DE" sz="1800" err="1"/>
              <a:t>enabled</a:t>
            </a:r>
            <a:endParaRPr lang="de-DE" sz="1800"/>
          </a:p>
          <a:p>
            <a:endParaRPr lang="de-DE" sz="1800"/>
          </a:p>
          <a:p>
            <a:r>
              <a:rPr lang="de-DE" sz="1800">
                <a:solidFill>
                  <a:schemeClr val="tx1"/>
                </a:solidFill>
                <a:hlinkClick r:id="rId5">
                  <a:extLst>
                    <a:ext uri="{A12FA001-AC4F-418D-AE19-62706E023703}">
                      <ahyp:hlinkClr xmlns:ahyp="http://schemas.microsoft.com/office/drawing/2018/hyperlinkcolor" val="tx"/>
                    </a:ext>
                  </a:extLst>
                </a:hlinkClick>
              </a:rPr>
              <a:t>@BUG on DATA corruption</a:t>
            </a:r>
            <a:endParaRPr lang="de-DE" sz="1800">
              <a:solidFill>
                <a:schemeClr val="tx1"/>
              </a:solidFill>
            </a:endParaRPr>
          </a:p>
          <a:p>
            <a:pPr marL="171450" indent="-171450">
              <a:lnSpc>
                <a:spcPct val="120000"/>
              </a:lnSpc>
              <a:buFont typeface="Arial" panose="020B0604020202020204" pitchFamily="34" charset="0"/>
              <a:buChar char="•"/>
            </a:pPr>
            <a:r>
              <a:rPr lang="de-DE" sz="1800" err="1"/>
              <a:t>Enable</a:t>
            </a:r>
            <a:r>
              <a:rPr lang="de-DE" sz="1800"/>
              <a:t> </a:t>
            </a:r>
            <a:r>
              <a:rPr lang="de-DE" sz="1800" err="1"/>
              <a:t>kernel</a:t>
            </a:r>
            <a:r>
              <a:rPr lang="de-DE" sz="1800"/>
              <a:t> </a:t>
            </a:r>
            <a:r>
              <a:rPr lang="de-DE" sz="1800" err="1"/>
              <a:t>config</a:t>
            </a:r>
            <a:r>
              <a:rPr lang="de-DE" sz="1800"/>
              <a:t> </a:t>
            </a:r>
            <a:r>
              <a:rPr lang="de-DE" sz="1800" b="1"/>
              <a:t>CONFIG_BUG_ON_DATA_CORRUPTION</a:t>
            </a:r>
            <a:br>
              <a:rPr lang="de-DE" sz="1800" b="1"/>
            </a:br>
            <a:r>
              <a:rPr lang="de-DE" sz="1800"/>
              <a:t>K</a:t>
            </a:r>
            <a:r>
              <a:rPr lang="en-US" sz="1800" err="1"/>
              <a:t>ernel</a:t>
            </a:r>
            <a:r>
              <a:rPr lang="en-US" sz="1800"/>
              <a:t> should BUG() when it encounters data corruption in kernel memory structures when they get checked for validity.</a:t>
            </a:r>
            <a:endParaRPr lang="de-DE" sz="1800"/>
          </a:p>
          <a:p>
            <a:br>
              <a:rPr lang="de-DE" sz="1800"/>
            </a:br>
            <a:r>
              <a:rPr lang="de-DE" sz="1800">
                <a:solidFill>
                  <a:schemeClr val="tx1"/>
                </a:solidFill>
                <a:hlinkClick r:id="rId6">
                  <a:extLst>
                    <a:ext uri="{A12FA001-AC4F-418D-AE19-62706E023703}">
                      <ahyp:hlinkClr xmlns:ahyp="http://schemas.microsoft.com/office/drawing/2018/hyperlinkcolor" val="tx"/>
                    </a:ext>
                  </a:extLst>
                </a:hlinkClick>
              </a:rPr>
              <a:t>@Debug page alloc</a:t>
            </a:r>
            <a:endParaRPr lang="de-DE" sz="1800">
              <a:solidFill>
                <a:schemeClr val="tx1"/>
              </a:solidFill>
            </a:endParaRPr>
          </a:p>
          <a:p>
            <a:pPr marL="171450" indent="-171450">
              <a:buFont typeface="Arial" panose="020B0604020202020204" pitchFamily="34" charset="0"/>
              <a:buChar char="•"/>
            </a:pPr>
            <a:r>
              <a:rPr lang="de-DE" sz="1800" err="1"/>
              <a:t>Enable</a:t>
            </a:r>
            <a:r>
              <a:rPr lang="de-DE" sz="1800"/>
              <a:t> </a:t>
            </a:r>
            <a:r>
              <a:rPr lang="de-DE" sz="1800" err="1"/>
              <a:t>kernel</a:t>
            </a:r>
            <a:r>
              <a:rPr lang="de-DE" sz="1800"/>
              <a:t> </a:t>
            </a:r>
            <a:r>
              <a:rPr lang="de-DE" sz="1800" err="1"/>
              <a:t>config</a:t>
            </a:r>
            <a:r>
              <a:rPr lang="de-DE" sz="1800"/>
              <a:t> </a:t>
            </a:r>
            <a:r>
              <a:rPr lang="de-DE" sz="1800" b="1"/>
              <a:t>CONFIG_DEBUG_PAGE_ALLOC</a:t>
            </a:r>
            <a:br>
              <a:rPr lang="de-DE" sz="1800" b="1"/>
            </a:br>
            <a:r>
              <a:rPr lang="en-US" sz="1800"/>
              <a:t>Full pages are removed from the kernel address space when freed. This option can slow things down significantly, but it can also quickly point out certain kinds of memory corruption errors.</a:t>
            </a:r>
            <a:endParaRPr lang="de-DE" sz="1800"/>
          </a:p>
          <a:p>
            <a:r>
              <a:rPr lang="de-DE" sz="1800">
                <a:solidFill>
                  <a:schemeClr val="tx1"/>
                </a:solidFill>
                <a:hlinkClick r:id="rId7">
                  <a:extLst>
                    <a:ext uri="{A12FA001-AC4F-418D-AE19-62706E023703}">
                      <ahyp:hlinkClr xmlns:ahyp="http://schemas.microsoft.com/office/drawing/2018/hyperlinkcolor" val="tx"/>
                    </a:ext>
                  </a:extLst>
                </a:hlinkClick>
              </a:rPr>
              <a:t>@DMA debugging</a:t>
            </a:r>
            <a:endParaRPr lang="de-DE" sz="1800">
              <a:solidFill>
                <a:schemeClr val="tx1"/>
              </a:solidFill>
            </a:endParaRPr>
          </a:p>
          <a:p>
            <a:pPr marL="171450" indent="-171450">
              <a:lnSpc>
                <a:spcPct val="120000"/>
              </a:lnSpc>
              <a:buFont typeface="Arial" panose="020B0604020202020204" pitchFamily="34" charset="0"/>
              <a:buChar char="•"/>
            </a:pPr>
            <a:r>
              <a:rPr lang="de-DE" sz="1800" err="1"/>
              <a:t>Enable</a:t>
            </a:r>
            <a:r>
              <a:rPr lang="de-DE" sz="1800"/>
              <a:t> </a:t>
            </a:r>
            <a:r>
              <a:rPr lang="de-DE" sz="1800" err="1"/>
              <a:t>kernel</a:t>
            </a:r>
            <a:r>
              <a:rPr lang="de-DE" sz="1800"/>
              <a:t> </a:t>
            </a:r>
            <a:r>
              <a:rPr lang="de-DE" sz="1800" err="1"/>
              <a:t>config</a:t>
            </a:r>
            <a:r>
              <a:rPr lang="de-DE" sz="1800"/>
              <a:t> </a:t>
            </a:r>
            <a:r>
              <a:rPr lang="de-DE" sz="1800" b="1"/>
              <a:t>CONFIG_DMA_API_DEBUG</a:t>
            </a:r>
            <a:br>
              <a:rPr lang="de-DE" sz="1800" b="1"/>
            </a:br>
            <a:r>
              <a:rPr lang="en-US" sz="1800"/>
              <a:t>Detects double-freeing of DMA mappings or freeing mappings that were never allocated</a:t>
            </a:r>
            <a:endParaRPr lang="de-DE" sz="1800"/>
          </a:p>
          <a:p>
            <a:endParaRPr lang="de-DE" sz="1800">
              <a:hlinkClick r:id="rId8"/>
            </a:endParaRPr>
          </a:p>
          <a:p>
            <a:r>
              <a:rPr lang="de-DE" sz="1800">
                <a:hlinkClick r:id="rId8"/>
              </a:rPr>
              <a:t>@Memory Test</a:t>
            </a:r>
            <a:endParaRPr lang="de-DE" sz="1800"/>
          </a:p>
          <a:p>
            <a:pPr marL="171450" indent="-171450">
              <a:lnSpc>
                <a:spcPct val="120000"/>
              </a:lnSpc>
              <a:buFont typeface="Arial" panose="020B0604020202020204" pitchFamily="34" charset="0"/>
              <a:buChar char="•"/>
            </a:pPr>
            <a:r>
              <a:rPr lang="de-DE" sz="1800" err="1"/>
              <a:t>Enable</a:t>
            </a:r>
            <a:r>
              <a:rPr lang="de-DE" sz="1800"/>
              <a:t> </a:t>
            </a:r>
            <a:r>
              <a:rPr lang="de-DE" sz="1800" err="1"/>
              <a:t>kernel</a:t>
            </a:r>
            <a:r>
              <a:rPr lang="de-DE" sz="1800"/>
              <a:t> </a:t>
            </a:r>
            <a:r>
              <a:rPr lang="de-DE" sz="1800" err="1"/>
              <a:t>config</a:t>
            </a:r>
            <a:r>
              <a:rPr lang="de-DE" sz="1800"/>
              <a:t> </a:t>
            </a:r>
            <a:r>
              <a:rPr lang="de-DE" sz="1800" b="1"/>
              <a:t>CONFIG_MEMTEST </a:t>
            </a:r>
            <a:r>
              <a:rPr lang="de-DE" sz="1800"/>
              <a:t>and </a:t>
            </a:r>
            <a:r>
              <a:rPr lang="de-DE" sz="1800" err="1"/>
              <a:t>apply</a:t>
            </a:r>
            <a:r>
              <a:rPr lang="de-DE" sz="1800"/>
              <a:t> </a:t>
            </a:r>
            <a:r>
              <a:rPr lang="de-DE" sz="1800" err="1"/>
              <a:t>kernel</a:t>
            </a:r>
            <a:r>
              <a:rPr lang="de-DE" sz="1800"/>
              <a:t> </a:t>
            </a:r>
            <a:r>
              <a:rPr lang="de-DE" sz="1800" err="1"/>
              <a:t>command</a:t>
            </a:r>
            <a:r>
              <a:rPr lang="de-DE" sz="1800"/>
              <a:t> </a:t>
            </a:r>
            <a:r>
              <a:rPr lang="de-DE" sz="1800" err="1"/>
              <a:t>line</a:t>
            </a:r>
            <a:r>
              <a:rPr lang="de-DE" sz="1800"/>
              <a:t> „</a:t>
            </a:r>
            <a:r>
              <a:rPr lang="de-DE" sz="1800" b="1" err="1"/>
              <a:t>memtest</a:t>
            </a:r>
            <a:r>
              <a:rPr lang="de-DE" sz="1800" b="1"/>
              <a:t>=1</a:t>
            </a:r>
            <a:r>
              <a:rPr lang="de-DE" sz="1800"/>
              <a:t>“</a:t>
            </a:r>
            <a:br>
              <a:rPr lang="de-DE" sz="1800"/>
            </a:br>
            <a:r>
              <a:rPr lang="de-DE" sz="1800"/>
              <a:t>This will perform a </a:t>
            </a:r>
            <a:r>
              <a:rPr lang="de-DE" sz="1800" err="1"/>
              <a:t>memory</a:t>
            </a:r>
            <a:r>
              <a:rPr lang="de-DE" sz="1800"/>
              <a:t> </a:t>
            </a:r>
            <a:r>
              <a:rPr lang="de-DE" sz="1800" err="1"/>
              <a:t>test</a:t>
            </a:r>
            <a:r>
              <a:rPr lang="de-DE" sz="1800"/>
              <a:t> </a:t>
            </a:r>
            <a:r>
              <a:rPr lang="de-DE" sz="1800" err="1"/>
              <a:t>during</a:t>
            </a:r>
            <a:r>
              <a:rPr lang="de-DE" sz="1800"/>
              <a:t> </a:t>
            </a:r>
            <a:r>
              <a:rPr lang="de-DE" sz="1800" err="1"/>
              <a:t>early</a:t>
            </a:r>
            <a:r>
              <a:rPr lang="de-DE" sz="1800"/>
              <a:t> </a:t>
            </a:r>
            <a:r>
              <a:rPr lang="de-DE" sz="1800" err="1"/>
              <a:t>startup</a:t>
            </a:r>
            <a:r>
              <a:rPr lang="de-DE" sz="1800"/>
              <a:t> and </a:t>
            </a:r>
            <a:r>
              <a:rPr lang="de-DE" sz="1800" err="1"/>
              <a:t>indicate</a:t>
            </a:r>
            <a:r>
              <a:rPr lang="de-DE" sz="1800"/>
              <a:t> </a:t>
            </a:r>
            <a:r>
              <a:rPr lang="de-DE" sz="1800" err="1"/>
              <a:t>if</a:t>
            </a:r>
            <a:r>
              <a:rPr lang="de-DE" sz="1800"/>
              <a:t> </a:t>
            </a:r>
            <a:r>
              <a:rPr lang="de-DE" sz="1800" err="1"/>
              <a:t>some</a:t>
            </a:r>
            <a:r>
              <a:rPr lang="de-DE" sz="1800"/>
              <a:t> </a:t>
            </a:r>
            <a:r>
              <a:rPr lang="de-DE" sz="1800" err="1"/>
              <a:t>memory</a:t>
            </a:r>
            <a:r>
              <a:rPr lang="de-DE" sz="1800"/>
              <a:t> </a:t>
            </a:r>
            <a:r>
              <a:rPr lang="de-DE" sz="1800" err="1"/>
              <a:t>gets</a:t>
            </a:r>
            <a:r>
              <a:rPr lang="de-DE" sz="1800"/>
              <a:t> </a:t>
            </a:r>
            <a:r>
              <a:rPr lang="de-DE" sz="1800" err="1"/>
              <a:t>silently</a:t>
            </a:r>
            <a:r>
              <a:rPr lang="de-DE" sz="1800"/>
              <a:t> </a:t>
            </a:r>
            <a:r>
              <a:rPr lang="de-DE" sz="1800" err="1"/>
              <a:t>changed</a:t>
            </a:r>
            <a:endParaRPr lang="de-DE" sz="1800"/>
          </a:p>
          <a:p>
            <a:pPr marL="171450" indent="-171450">
              <a:lnSpc>
                <a:spcPct val="120000"/>
              </a:lnSpc>
              <a:buFont typeface="Arial" panose="020B0604020202020204" pitchFamily="34" charset="0"/>
              <a:buChar char="•"/>
            </a:pPr>
            <a:r>
              <a:rPr lang="de-DE" sz="1800" err="1"/>
              <a:t>During</a:t>
            </a:r>
            <a:r>
              <a:rPr lang="de-DE" sz="1800"/>
              <a:t> </a:t>
            </a:r>
            <a:r>
              <a:rPr lang="de-DE" sz="1800" err="1"/>
              <a:t>runtime</a:t>
            </a:r>
            <a:r>
              <a:rPr lang="de-DE" sz="1800"/>
              <a:t> „</a:t>
            </a:r>
            <a:r>
              <a:rPr lang="de-DE" sz="1800" b="1" err="1"/>
              <a:t>modprobe</a:t>
            </a:r>
            <a:r>
              <a:rPr lang="de-DE" sz="1800" b="1"/>
              <a:t> </a:t>
            </a:r>
            <a:r>
              <a:rPr lang="de-DE" sz="1800" b="1" err="1"/>
              <a:t>memtest</a:t>
            </a:r>
            <a:r>
              <a:rPr lang="de-DE" sz="1800"/>
              <a:t>“ </a:t>
            </a:r>
            <a:r>
              <a:rPr lang="de-DE" sz="1800" err="1"/>
              <a:t>can</a:t>
            </a:r>
            <a:r>
              <a:rPr lang="de-DE" sz="1800"/>
              <a:t> </a:t>
            </a:r>
            <a:r>
              <a:rPr lang="de-DE" sz="1800" err="1"/>
              <a:t>help</a:t>
            </a:r>
            <a:r>
              <a:rPr lang="de-DE" sz="1800"/>
              <a:t> </a:t>
            </a:r>
            <a:r>
              <a:rPr lang="de-DE" sz="1800" err="1"/>
              <a:t>to</a:t>
            </a:r>
            <a:r>
              <a:rPr lang="de-DE" sz="1800"/>
              <a:t> </a:t>
            </a:r>
            <a:r>
              <a:rPr lang="de-DE" sz="1800" err="1"/>
              <a:t>identify</a:t>
            </a:r>
            <a:r>
              <a:rPr lang="de-DE" sz="1800"/>
              <a:t> </a:t>
            </a:r>
            <a:r>
              <a:rPr lang="de-DE" sz="1800" err="1"/>
              <a:t>broken</a:t>
            </a:r>
            <a:r>
              <a:rPr lang="de-DE" sz="1800"/>
              <a:t> </a:t>
            </a:r>
            <a:r>
              <a:rPr lang="de-DE" sz="1800" err="1"/>
              <a:t>memory</a:t>
            </a:r>
            <a:r>
              <a:rPr lang="de-DE" sz="1800"/>
              <a:t> but </a:t>
            </a:r>
            <a:r>
              <a:rPr lang="de-DE" sz="1800" err="1"/>
              <a:t>there</a:t>
            </a:r>
            <a:r>
              <a:rPr lang="de-DE" sz="1800"/>
              <a:t> </a:t>
            </a:r>
            <a:r>
              <a:rPr lang="de-DE" sz="1800" err="1"/>
              <a:t>is</a:t>
            </a:r>
            <a:r>
              <a:rPr lang="de-DE" sz="1800"/>
              <a:t> </a:t>
            </a:r>
            <a:r>
              <a:rPr lang="de-DE" sz="1800" err="1"/>
              <a:t>sometimes</a:t>
            </a:r>
            <a:r>
              <a:rPr lang="de-DE" sz="1800"/>
              <a:t> not </a:t>
            </a:r>
            <a:br>
              <a:rPr lang="de-DE" sz="1800"/>
            </a:br>
            <a:r>
              <a:rPr lang="de-DE" sz="1800" err="1"/>
              <a:t>much</a:t>
            </a:r>
            <a:r>
              <a:rPr lang="de-DE" sz="1800"/>
              <a:t> </a:t>
            </a:r>
            <a:r>
              <a:rPr lang="de-DE" sz="1800" err="1"/>
              <a:t>memory</a:t>
            </a:r>
            <a:r>
              <a:rPr lang="de-DE" sz="1800"/>
              <a:t> </a:t>
            </a:r>
            <a:r>
              <a:rPr lang="de-DE" sz="1800" err="1"/>
              <a:t>which</a:t>
            </a:r>
            <a:r>
              <a:rPr lang="de-DE" sz="1800"/>
              <a:t> </a:t>
            </a:r>
            <a:r>
              <a:rPr lang="de-DE" sz="1800" err="1"/>
              <a:t>is</a:t>
            </a:r>
            <a:r>
              <a:rPr lang="de-DE" sz="1800"/>
              <a:t> </a:t>
            </a:r>
            <a:r>
              <a:rPr lang="de-DE" sz="1800" err="1"/>
              <a:t>tested</a:t>
            </a:r>
            <a:r>
              <a:rPr lang="de-DE" sz="1800"/>
              <a:t> </a:t>
            </a:r>
            <a:r>
              <a:rPr lang="de-DE" sz="1800" err="1"/>
              <a:t>as</a:t>
            </a:r>
            <a:r>
              <a:rPr lang="de-DE" sz="1800"/>
              <a:t> </a:t>
            </a:r>
            <a:r>
              <a:rPr lang="de-DE" sz="1800" err="1"/>
              <a:t>it</a:t>
            </a:r>
            <a:r>
              <a:rPr lang="de-DE" sz="1800"/>
              <a:t> </a:t>
            </a:r>
            <a:r>
              <a:rPr lang="de-DE" sz="1800" err="1"/>
              <a:t>is</a:t>
            </a:r>
            <a:r>
              <a:rPr lang="de-DE" sz="1800"/>
              <a:t> </a:t>
            </a:r>
            <a:r>
              <a:rPr lang="de-DE" sz="1800" err="1"/>
              <a:t>already</a:t>
            </a:r>
            <a:r>
              <a:rPr lang="de-DE" sz="1800"/>
              <a:t> </a:t>
            </a:r>
            <a:r>
              <a:rPr lang="de-DE" sz="1800" err="1"/>
              <a:t>occupied</a:t>
            </a:r>
            <a:r>
              <a:rPr lang="de-DE" sz="1800"/>
              <a:t> </a:t>
            </a:r>
            <a:r>
              <a:rPr lang="de-DE" sz="1800" err="1"/>
              <a:t>by</a:t>
            </a:r>
            <a:r>
              <a:rPr lang="de-DE" sz="1800"/>
              <a:t> </a:t>
            </a:r>
            <a:r>
              <a:rPr lang="de-DE" sz="1800" err="1"/>
              <a:t>the</a:t>
            </a:r>
            <a:r>
              <a:rPr lang="de-DE" sz="1800"/>
              <a:t> OS/</a:t>
            </a:r>
            <a:r>
              <a:rPr lang="de-DE" sz="1800" err="1"/>
              <a:t>Applications</a:t>
            </a:r>
            <a:endParaRPr lang="de-DE" sz="1800"/>
          </a:p>
          <a:p>
            <a:endParaRPr lang="de-DE" sz="1800"/>
          </a:p>
          <a:p>
            <a:r>
              <a:rPr lang="de-DE" sz="1800" u="sng">
                <a:solidFill>
                  <a:schemeClr val="tx1"/>
                </a:solidFill>
              </a:rPr>
              <a:t>Manual code Instrumentation</a:t>
            </a:r>
          </a:p>
          <a:p>
            <a:pPr marL="171450" indent="-171450">
              <a:lnSpc>
                <a:spcPct val="120000"/>
              </a:lnSpc>
              <a:buFont typeface="Arial" panose="020B0604020202020204" pitchFamily="34" charset="0"/>
              <a:buChar char="•"/>
            </a:pPr>
            <a:r>
              <a:rPr lang="de-DE" sz="1800" err="1"/>
              <a:t>Sometimes</a:t>
            </a:r>
            <a:r>
              <a:rPr lang="de-DE" sz="1800"/>
              <a:t>, in </a:t>
            </a:r>
            <a:r>
              <a:rPr lang="de-DE" sz="1800" err="1"/>
              <a:t>specific</a:t>
            </a:r>
            <a:r>
              <a:rPr lang="de-DE" sz="1800"/>
              <a:t> </a:t>
            </a:r>
            <a:r>
              <a:rPr lang="de-DE" sz="1800" err="1"/>
              <a:t>scenarious</a:t>
            </a:r>
            <a:r>
              <a:rPr lang="de-DE" sz="1800"/>
              <a:t> </a:t>
            </a:r>
            <a:r>
              <a:rPr lang="de-DE" sz="1800" err="1"/>
              <a:t>it</a:t>
            </a:r>
            <a:r>
              <a:rPr lang="de-DE" sz="1800"/>
              <a:t> </a:t>
            </a:r>
            <a:r>
              <a:rPr lang="de-DE" sz="1800" err="1"/>
              <a:t>can</a:t>
            </a:r>
            <a:r>
              <a:rPr lang="de-DE" sz="1800"/>
              <a:t> </a:t>
            </a:r>
            <a:r>
              <a:rPr lang="de-DE" sz="1800" err="1"/>
              <a:t>be</a:t>
            </a:r>
            <a:r>
              <a:rPr lang="de-DE" sz="1800"/>
              <a:t> </a:t>
            </a:r>
            <a:r>
              <a:rPr lang="de-DE" sz="1800" err="1"/>
              <a:t>useful</a:t>
            </a:r>
            <a:r>
              <a:rPr lang="de-DE" sz="1800"/>
              <a:t> </a:t>
            </a:r>
            <a:r>
              <a:rPr lang="de-DE" sz="1800" err="1"/>
              <a:t>to</a:t>
            </a:r>
            <a:r>
              <a:rPr lang="de-DE" sz="1800"/>
              <a:t> find </a:t>
            </a:r>
            <a:r>
              <a:rPr lang="de-DE" sz="1800" err="1"/>
              <a:t>the</a:t>
            </a:r>
            <a:r>
              <a:rPr lang="de-DE" sz="1800"/>
              <a:t> </a:t>
            </a:r>
            <a:r>
              <a:rPr lang="de-DE" sz="1800" err="1"/>
              <a:t>owner</a:t>
            </a:r>
            <a:r>
              <a:rPr lang="de-DE" sz="1800"/>
              <a:t> </a:t>
            </a:r>
            <a:r>
              <a:rPr lang="de-DE" sz="1800" err="1"/>
              <a:t>of</a:t>
            </a:r>
            <a:r>
              <a:rPr lang="de-DE" sz="1800"/>
              <a:t> a </a:t>
            </a:r>
            <a:r>
              <a:rPr lang="de-DE" sz="1800" err="1"/>
              <a:t>memory</a:t>
            </a:r>
            <a:r>
              <a:rPr lang="de-DE" sz="1800"/>
              <a:t> </a:t>
            </a:r>
            <a:r>
              <a:rPr lang="de-DE" sz="1800" err="1"/>
              <a:t>page</a:t>
            </a:r>
            <a:r>
              <a:rPr lang="de-DE" sz="1800"/>
              <a:t> </a:t>
            </a:r>
            <a:r>
              <a:rPr lang="de-DE" sz="1800" err="1"/>
              <a:t>which</a:t>
            </a:r>
            <a:br>
              <a:rPr lang="de-DE" sz="1800"/>
            </a:br>
            <a:r>
              <a:rPr lang="de-DE" sz="1800" err="1"/>
              <a:t>gets</a:t>
            </a:r>
            <a:r>
              <a:rPr lang="de-DE" sz="1800"/>
              <a:t> </a:t>
            </a:r>
            <a:r>
              <a:rPr lang="de-DE" sz="1800" err="1"/>
              <a:t>corrupted</a:t>
            </a:r>
            <a:r>
              <a:rPr lang="de-DE" sz="1800"/>
              <a:t> like </a:t>
            </a:r>
            <a:r>
              <a:rPr lang="de-DE" sz="1800" err="1"/>
              <a:t>this</a:t>
            </a:r>
            <a:r>
              <a:rPr lang="de-DE" sz="1800"/>
              <a:t> </a:t>
            </a:r>
            <a:r>
              <a:rPr lang="de-DE" sz="1800" b="1">
                <a:solidFill>
                  <a:schemeClr val="tx1"/>
                </a:solidFill>
                <a:hlinkClick r:id="rId9">
                  <a:extLst>
                    <a:ext uri="{A12FA001-AC4F-418D-AE19-62706E023703}">
                      <ahyp:hlinkClr xmlns:ahyp="http://schemas.microsoft.com/office/drawing/2018/hyperlinkcolor" val="tx"/>
                    </a:ext>
                  </a:extLst>
                </a:hlinkClick>
              </a:rPr>
              <a:t>@example</a:t>
            </a:r>
            <a:r>
              <a:rPr lang="de-DE" sz="1800" b="1">
                <a:solidFill>
                  <a:schemeClr val="tx1"/>
                </a:solidFill>
              </a:rPr>
              <a:t> </a:t>
            </a:r>
            <a:r>
              <a:rPr lang="de-DE" sz="1800" err="1"/>
              <a:t>illustrates</a:t>
            </a:r>
            <a:endParaRPr lang="de-DE" sz="1800"/>
          </a:p>
          <a:p>
            <a:endParaRPr lang="de-DE" sz="500"/>
          </a:p>
          <a:p>
            <a:endParaRPr lang="de-DE" sz="500"/>
          </a:p>
          <a:p>
            <a:endParaRPr lang="de-DE" sz="800"/>
          </a:p>
        </p:txBody>
      </p:sp>
      <p:sp>
        <p:nvSpPr>
          <p:cNvPr id="9" name="TextBox 8">
            <a:extLst>
              <a:ext uri="{FF2B5EF4-FFF2-40B4-BE49-F238E27FC236}">
                <a16:creationId xmlns:a16="http://schemas.microsoft.com/office/drawing/2014/main" id="{74222F1E-B871-41EA-9888-C79BE672861F}"/>
              </a:ext>
            </a:extLst>
          </p:cNvPr>
          <p:cNvSpPr txBox="1"/>
          <p:nvPr/>
        </p:nvSpPr>
        <p:spPr>
          <a:xfrm>
            <a:off x="5966201" y="3504363"/>
            <a:ext cx="2695642" cy="1208054"/>
          </a:xfrm>
          <a:prstGeom prst="rect">
            <a:avLst/>
          </a:prstGeom>
          <a:noFill/>
          <a:ln>
            <a:solidFill>
              <a:srgbClr val="FF0000"/>
            </a:solidFill>
          </a:ln>
        </p:spPr>
        <p:txBody>
          <a:bodyPr wrap="none" lIns="72000" tIns="72000" rIns="72000" bIns="72000" rtlCol="0" anchor="t">
            <a:noAutofit/>
          </a:bodyPr>
          <a:lstStyle/>
          <a:p>
            <a:pPr algn="l">
              <a:spcAft>
                <a:spcPts val="300"/>
              </a:spcAft>
              <a:buSzPct val="100000"/>
            </a:pPr>
            <a:r>
              <a:rPr lang="de-DE" sz="800">
                <a:solidFill>
                  <a:schemeClr val="tx2"/>
                </a:solidFill>
                <a:highlight>
                  <a:srgbClr val="FFFF00"/>
                </a:highlight>
              </a:rPr>
              <a:t>Note</a:t>
            </a:r>
            <a:r>
              <a:rPr lang="de-DE" sz="800">
                <a:solidFill>
                  <a:schemeClr val="tx2"/>
                </a:solidFill>
              </a:rPr>
              <a:t>: </a:t>
            </a:r>
            <a:r>
              <a:rPr lang="de-DE" sz="800" err="1">
                <a:solidFill>
                  <a:schemeClr val="tx2"/>
                </a:solidFill>
              </a:rPr>
              <a:t>if</a:t>
            </a:r>
            <a:r>
              <a:rPr lang="de-DE" sz="800">
                <a:solidFill>
                  <a:schemeClr val="tx2"/>
                </a:solidFill>
              </a:rPr>
              <a:t> </a:t>
            </a:r>
            <a:r>
              <a:rPr lang="de-DE" sz="800" err="1">
                <a:solidFill>
                  <a:schemeClr val="tx2"/>
                </a:solidFill>
              </a:rPr>
              <a:t>observed</a:t>
            </a:r>
            <a:r>
              <a:rPr lang="de-DE" sz="800">
                <a:solidFill>
                  <a:schemeClr val="tx2"/>
                </a:solidFill>
              </a:rPr>
              <a:t> </a:t>
            </a:r>
            <a:r>
              <a:rPr lang="de-DE" sz="800" err="1">
                <a:solidFill>
                  <a:schemeClr val="tx2"/>
                </a:solidFill>
              </a:rPr>
              <a:t>there</a:t>
            </a:r>
            <a:r>
              <a:rPr lang="de-DE" sz="800">
                <a:solidFill>
                  <a:schemeClr val="tx2"/>
                </a:solidFill>
              </a:rPr>
              <a:t> </a:t>
            </a:r>
            <a:r>
              <a:rPr lang="de-DE" sz="800" err="1">
                <a:solidFill>
                  <a:schemeClr val="tx2"/>
                </a:solidFill>
              </a:rPr>
              <a:t>is</a:t>
            </a:r>
            <a:r>
              <a:rPr lang="de-DE" sz="800">
                <a:solidFill>
                  <a:schemeClr val="tx2"/>
                </a:solidFill>
              </a:rPr>
              <a:t> a </a:t>
            </a:r>
            <a:r>
              <a:rPr lang="de-DE" sz="800" err="1">
                <a:solidFill>
                  <a:schemeClr val="tx2"/>
                </a:solidFill>
              </a:rPr>
              <a:t>memory</a:t>
            </a:r>
            <a:endParaRPr lang="de-DE" sz="800">
              <a:solidFill>
                <a:schemeClr val="tx2"/>
              </a:solidFill>
            </a:endParaRPr>
          </a:p>
          <a:p>
            <a:pPr algn="l">
              <a:spcAft>
                <a:spcPts val="300"/>
              </a:spcAft>
              <a:buSzPct val="100000"/>
            </a:pPr>
            <a:r>
              <a:rPr lang="de-DE" sz="800" err="1">
                <a:solidFill>
                  <a:schemeClr val="tx2"/>
                </a:solidFill>
              </a:rPr>
              <a:t>corruption</a:t>
            </a:r>
            <a:r>
              <a:rPr lang="de-DE" sz="800">
                <a:solidFill>
                  <a:schemeClr val="tx2"/>
                </a:solidFill>
              </a:rPr>
              <a:t> </a:t>
            </a:r>
            <a:r>
              <a:rPr lang="de-DE" sz="800" err="1">
                <a:solidFill>
                  <a:schemeClr val="tx2"/>
                </a:solidFill>
              </a:rPr>
              <a:t>every</a:t>
            </a:r>
            <a:r>
              <a:rPr lang="de-DE" sz="800">
                <a:solidFill>
                  <a:schemeClr val="tx2"/>
                </a:solidFill>
              </a:rPr>
              <a:t> time in a </a:t>
            </a:r>
            <a:r>
              <a:rPr lang="de-DE" sz="800" err="1">
                <a:solidFill>
                  <a:schemeClr val="tx2"/>
                </a:solidFill>
              </a:rPr>
              <a:t>particular</a:t>
            </a:r>
            <a:endParaRPr lang="de-DE" sz="800">
              <a:solidFill>
                <a:schemeClr val="tx2"/>
              </a:solidFill>
            </a:endParaRPr>
          </a:p>
          <a:p>
            <a:pPr algn="l">
              <a:spcAft>
                <a:spcPts val="300"/>
              </a:spcAft>
              <a:buSzPct val="100000"/>
            </a:pPr>
            <a:r>
              <a:rPr lang="de-DE" sz="800" err="1">
                <a:solidFill>
                  <a:schemeClr val="tx2"/>
                </a:solidFill>
              </a:rPr>
              <a:t>memory</a:t>
            </a:r>
            <a:r>
              <a:rPr lang="de-DE" sz="800">
                <a:solidFill>
                  <a:schemeClr val="tx2"/>
                </a:solidFill>
              </a:rPr>
              <a:t> </a:t>
            </a:r>
            <a:r>
              <a:rPr lang="de-DE" sz="800" err="1">
                <a:solidFill>
                  <a:schemeClr val="tx2"/>
                </a:solidFill>
              </a:rPr>
              <a:t>region</a:t>
            </a:r>
            <a:r>
              <a:rPr lang="de-DE" sz="800">
                <a:solidFill>
                  <a:schemeClr val="tx2"/>
                </a:solidFill>
              </a:rPr>
              <a:t> </a:t>
            </a:r>
            <a:r>
              <a:rPr lang="de-DE" sz="800" err="1">
                <a:solidFill>
                  <a:schemeClr val="tx2"/>
                </a:solidFill>
              </a:rPr>
              <a:t>which</a:t>
            </a:r>
            <a:r>
              <a:rPr lang="de-DE" sz="800">
                <a:solidFill>
                  <a:schemeClr val="tx2"/>
                </a:solidFill>
              </a:rPr>
              <a:t> </a:t>
            </a:r>
            <a:r>
              <a:rPr lang="de-DE" sz="800" err="1">
                <a:solidFill>
                  <a:schemeClr val="tx2"/>
                </a:solidFill>
              </a:rPr>
              <a:t>is</a:t>
            </a:r>
            <a:r>
              <a:rPr lang="de-DE" sz="800">
                <a:solidFill>
                  <a:schemeClr val="tx2"/>
                </a:solidFill>
              </a:rPr>
              <a:t> not </a:t>
            </a:r>
            <a:r>
              <a:rPr lang="de-DE" sz="800" err="1">
                <a:solidFill>
                  <a:schemeClr val="tx2"/>
                </a:solidFill>
              </a:rPr>
              <a:t>seen</a:t>
            </a:r>
            <a:r>
              <a:rPr lang="de-DE" sz="800">
                <a:solidFill>
                  <a:schemeClr val="tx2"/>
                </a:solidFill>
              </a:rPr>
              <a:t> </a:t>
            </a:r>
            <a:r>
              <a:rPr lang="de-DE" sz="800" err="1">
                <a:solidFill>
                  <a:schemeClr val="tx2"/>
                </a:solidFill>
              </a:rPr>
              <a:t>with</a:t>
            </a:r>
            <a:r>
              <a:rPr lang="de-DE" sz="800">
                <a:solidFill>
                  <a:schemeClr val="tx2"/>
                </a:solidFill>
              </a:rPr>
              <a:t> </a:t>
            </a:r>
            <a:r>
              <a:rPr lang="de-DE" sz="800" err="1">
                <a:solidFill>
                  <a:schemeClr val="tx2"/>
                </a:solidFill>
              </a:rPr>
              <a:t>the</a:t>
            </a:r>
            <a:endParaRPr lang="de-DE" sz="800">
              <a:solidFill>
                <a:schemeClr val="tx2"/>
              </a:solidFill>
            </a:endParaRPr>
          </a:p>
          <a:p>
            <a:pPr algn="l">
              <a:spcAft>
                <a:spcPts val="300"/>
              </a:spcAft>
              <a:buSzPct val="100000"/>
            </a:pPr>
            <a:r>
              <a:rPr lang="de-DE" sz="800">
                <a:solidFill>
                  <a:schemeClr val="tx2"/>
                </a:solidFill>
              </a:rPr>
              <a:t>same SW on </a:t>
            </a:r>
            <a:r>
              <a:rPr lang="de-DE" sz="800" err="1">
                <a:solidFill>
                  <a:schemeClr val="tx2"/>
                </a:solidFill>
              </a:rPr>
              <a:t>another</a:t>
            </a:r>
            <a:r>
              <a:rPr lang="de-DE" sz="800">
                <a:solidFill>
                  <a:schemeClr val="tx2"/>
                </a:solidFill>
              </a:rPr>
              <a:t> HW in </a:t>
            </a:r>
            <a:r>
              <a:rPr lang="de-DE" sz="800" err="1">
                <a:solidFill>
                  <a:schemeClr val="tx2"/>
                </a:solidFill>
              </a:rPr>
              <a:t>the</a:t>
            </a:r>
            <a:r>
              <a:rPr lang="de-DE" sz="800">
                <a:solidFill>
                  <a:schemeClr val="tx2"/>
                </a:solidFill>
              </a:rPr>
              <a:t> same </a:t>
            </a:r>
            <a:r>
              <a:rPr lang="de-DE" sz="800" err="1">
                <a:solidFill>
                  <a:schemeClr val="tx2"/>
                </a:solidFill>
              </a:rPr>
              <a:t>test</a:t>
            </a:r>
            <a:endParaRPr lang="de-DE" sz="800">
              <a:solidFill>
                <a:schemeClr val="tx2"/>
              </a:solidFill>
            </a:endParaRPr>
          </a:p>
          <a:p>
            <a:pPr algn="l">
              <a:spcAft>
                <a:spcPts val="300"/>
              </a:spcAft>
              <a:buSzPct val="100000"/>
            </a:pPr>
            <a:r>
              <a:rPr lang="de-DE" sz="800" err="1">
                <a:solidFill>
                  <a:schemeClr val="tx2"/>
                </a:solidFill>
              </a:rPr>
              <a:t>scenario</a:t>
            </a:r>
            <a:r>
              <a:rPr lang="de-DE" sz="800">
                <a:solidFill>
                  <a:schemeClr val="tx2"/>
                </a:solidFill>
              </a:rPr>
              <a:t> </a:t>
            </a:r>
            <a:r>
              <a:rPr lang="de-DE" sz="800" err="1">
                <a:solidFill>
                  <a:schemeClr val="tx2"/>
                </a:solidFill>
              </a:rPr>
              <a:t>it</a:t>
            </a:r>
            <a:r>
              <a:rPr lang="de-DE" sz="800">
                <a:solidFill>
                  <a:schemeClr val="tx2"/>
                </a:solidFill>
              </a:rPr>
              <a:t> </a:t>
            </a:r>
            <a:r>
              <a:rPr lang="de-DE" sz="800" err="1">
                <a:solidFill>
                  <a:schemeClr val="tx2"/>
                </a:solidFill>
              </a:rPr>
              <a:t>is</a:t>
            </a:r>
            <a:r>
              <a:rPr lang="de-DE" sz="800">
                <a:solidFill>
                  <a:schemeClr val="tx2"/>
                </a:solidFill>
              </a:rPr>
              <a:t> </a:t>
            </a:r>
            <a:r>
              <a:rPr lang="de-DE" sz="800" err="1">
                <a:solidFill>
                  <a:schemeClr val="tx2"/>
                </a:solidFill>
              </a:rPr>
              <a:t>likely</a:t>
            </a:r>
            <a:r>
              <a:rPr lang="de-DE" sz="800">
                <a:solidFill>
                  <a:schemeClr val="tx2"/>
                </a:solidFill>
              </a:rPr>
              <a:t> a HW </a:t>
            </a:r>
            <a:r>
              <a:rPr lang="de-DE" sz="800" err="1">
                <a:solidFill>
                  <a:schemeClr val="tx2"/>
                </a:solidFill>
              </a:rPr>
              <a:t>bug</a:t>
            </a:r>
            <a:r>
              <a:rPr lang="de-DE" sz="800">
                <a:solidFill>
                  <a:schemeClr val="tx2"/>
                </a:solidFill>
              </a:rPr>
              <a:t>.</a:t>
            </a:r>
          </a:p>
          <a:p>
            <a:pPr>
              <a:spcAft>
                <a:spcPts val="300"/>
              </a:spcAft>
            </a:pPr>
            <a:endParaRPr lang="de-DE" sz="800">
              <a:solidFill>
                <a:schemeClr val="tx2"/>
              </a:solidFill>
            </a:endParaRPr>
          </a:p>
          <a:p>
            <a:pPr>
              <a:spcAft>
                <a:spcPts val="300"/>
              </a:spcAft>
            </a:pPr>
            <a:r>
              <a:rPr lang="de-DE" sz="800">
                <a:solidFill>
                  <a:schemeClr val="tx2"/>
                </a:solidFill>
                <a:hlinkClick r:id="rId10">
                  <a:extLst>
                    <a:ext uri="{A12FA001-AC4F-418D-AE19-62706E023703}">
                      <ahyp:hlinkClr xmlns:ahyp="http://schemas.microsoft.com/office/drawing/2018/hyperlinkcolor" val="tx"/>
                    </a:ext>
                  </a:extLst>
                </a:hlinkClick>
              </a:rPr>
              <a:t>@Further reading on present experience</a:t>
            </a:r>
            <a:r>
              <a:rPr lang="de-DE" sz="800">
                <a:solidFill>
                  <a:schemeClr val="tx2"/>
                </a:solidFill>
              </a:rPr>
              <a:t> </a:t>
            </a:r>
          </a:p>
          <a:p>
            <a:pPr>
              <a:spcAft>
                <a:spcPts val="300"/>
              </a:spcAft>
            </a:pPr>
            <a:endParaRPr lang="de-DE" sz="800">
              <a:solidFill>
                <a:schemeClr val="tx2"/>
              </a:solidFill>
            </a:endParaRPr>
          </a:p>
          <a:p>
            <a:pPr>
              <a:spcAft>
                <a:spcPts val="300"/>
              </a:spcAft>
            </a:pPr>
            <a:endParaRPr lang="de-DE" sz="800">
              <a:solidFill>
                <a:schemeClr val="tx2"/>
              </a:solidFill>
            </a:endParaRPr>
          </a:p>
        </p:txBody>
      </p:sp>
      <p:sp>
        <p:nvSpPr>
          <p:cNvPr id="7" name="TextBox 6">
            <a:extLst>
              <a:ext uri="{FF2B5EF4-FFF2-40B4-BE49-F238E27FC236}">
                <a16:creationId xmlns:a16="http://schemas.microsoft.com/office/drawing/2014/main" id="{D1297961-2138-ED23-5425-E377FC748037}"/>
              </a:ext>
            </a:extLst>
          </p:cNvPr>
          <p:cNvSpPr txBox="1"/>
          <p:nvPr/>
        </p:nvSpPr>
        <p:spPr>
          <a:xfrm>
            <a:off x="5966198" y="997342"/>
            <a:ext cx="2695643" cy="1122802"/>
          </a:xfrm>
          <a:prstGeom prst="rect">
            <a:avLst/>
          </a:prstGeom>
          <a:noFill/>
          <a:ln>
            <a:solidFill>
              <a:srgbClr val="FF0000"/>
            </a:solidFill>
          </a:ln>
        </p:spPr>
        <p:txBody>
          <a:bodyPr wrap="none" lIns="72000" tIns="72000" rIns="72000" bIns="72000" rtlCol="0" anchor="t">
            <a:noAutofit/>
          </a:bodyPr>
          <a:lstStyle/>
          <a:p>
            <a:pPr>
              <a:spcAft>
                <a:spcPts val="300"/>
              </a:spcAft>
              <a:buSzPct val="100000"/>
            </a:pPr>
            <a:r>
              <a:rPr lang="de-DE" sz="800">
                <a:solidFill>
                  <a:schemeClr val="tx2"/>
                </a:solidFill>
                <a:highlight>
                  <a:srgbClr val="FFFF00"/>
                </a:highlight>
              </a:rPr>
              <a:t>General </a:t>
            </a:r>
            <a:r>
              <a:rPr lang="de-DE" sz="800" err="1">
                <a:solidFill>
                  <a:schemeClr val="tx2"/>
                </a:solidFill>
                <a:highlight>
                  <a:srgbClr val="FFFF00"/>
                </a:highlight>
              </a:rPr>
              <a:t>info</a:t>
            </a:r>
            <a:r>
              <a:rPr lang="de-DE" sz="800">
                <a:solidFill>
                  <a:schemeClr val="tx2"/>
                </a:solidFill>
                <a:highlight>
                  <a:srgbClr val="FFFF00"/>
                </a:highlight>
              </a:rPr>
              <a:t> </a:t>
            </a:r>
            <a:r>
              <a:rPr lang="de-DE" sz="800" err="1">
                <a:solidFill>
                  <a:schemeClr val="tx2"/>
                </a:solidFill>
              </a:rPr>
              <a:t>about</a:t>
            </a:r>
            <a:r>
              <a:rPr lang="de-DE" sz="800">
                <a:solidFill>
                  <a:schemeClr val="tx2"/>
                </a:solidFill>
              </a:rPr>
              <a:t> all </a:t>
            </a:r>
            <a:r>
              <a:rPr lang="de-DE" sz="800" err="1">
                <a:solidFill>
                  <a:schemeClr val="tx2"/>
                </a:solidFill>
              </a:rPr>
              <a:t>the</a:t>
            </a:r>
            <a:r>
              <a:rPr lang="de-DE" sz="800">
                <a:solidFill>
                  <a:schemeClr val="tx2"/>
                </a:solidFill>
              </a:rPr>
              <a:t> </a:t>
            </a:r>
            <a:r>
              <a:rPr lang="de-DE" sz="800" err="1">
                <a:solidFill>
                  <a:schemeClr val="tx2"/>
                </a:solidFill>
              </a:rPr>
              <a:t>debugging</a:t>
            </a:r>
            <a:r>
              <a:rPr lang="de-DE" sz="800">
                <a:solidFill>
                  <a:schemeClr val="tx2"/>
                </a:solidFill>
              </a:rPr>
              <a:t> </a:t>
            </a:r>
            <a:r>
              <a:rPr lang="de-DE" sz="800" err="1">
                <a:solidFill>
                  <a:schemeClr val="tx2"/>
                </a:solidFill>
              </a:rPr>
              <a:t>flags</a:t>
            </a:r>
            <a:r>
              <a:rPr lang="de-DE" sz="800">
                <a:solidFill>
                  <a:schemeClr val="tx2"/>
                </a:solidFill>
              </a:rPr>
              <a:t>, </a:t>
            </a:r>
            <a:r>
              <a:rPr lang="de-DE" sz="800" err="1">
                <a:solidFill>
                  <a:schemeClr val="tx2"/>
                </a:solidFill>
              </a:rPr>
              <a:t>those</a:t>
            </a:r>
            <a:endParaRPr lang="de-DE" sz="800">
              <a:solidFill>
                <a:schemeClr val="tx2"/>
              </a:solidFill>
            </a:endParaRPr>
          </a:p>
          <a:p>
            <a:pPr>
              <a:spcAft>
                <a:spcPts val="300"/>
              </a:spcAft>
              <a:buSzPct val="100000"/>
            </a:pPr>
            <a:r>
              <a:rPr lang="de-DE" sz="800" err="1">
                <a:solidFill>
                  <a:schemeClr val="tx2"/>
                </a:solidFill>
              </a:rPr>
              <a:t>cannot</a:t>
            </a:r>
            <a:r>
              <a:rPr lang="de-DE" sz="800">
                <a:solidFill>
                  <a:schemeClr val="tx2"/>
                </a:solidFill>
              </a:rPr>
              <a:t> </a:t>
            </a:r>
            <a:r>
              <a:rPr lang="de-DE" sz="800" err="1">
                <a:solidFill>
                  <a:schemeClr val="tx2"/>
                </a:solidFill>
              </a:rPr>
              <a:t>be</a:t>
            </a:r>
            <a:r>
              <a:rPr lang="de-DE" sz="800">
                <a:solidFill>
                  <a:schemeClr val="tx2"/>
                </a:solidFill>
              </a:rPr>
              <a:t> </a:t>
            </a:r>
            <a:r>
              <a:rPr lang="de-DE" sz="800" err="1">
                <a:solidFill>
                  <a:schemeClr val="tx2"/>
                </a:solidFill>
              </a:rPr>
              <a:t>enabled</a:t>
            </a:r>
            <a:r>
              <a:rPr lang="de-DE" sz="800">
                <a:solidFill>
                  <a:schemeClr val="tx2"/>
                </a:solidFill>
              </a:rPr>
              <a:t> in </a:t>
            </a:r>
            <a:r>
              <a:rPr lang="de-DE" sz="800" err="1">
                <a:solidFill>
                  <a:schemeClr val="tx2"/>
                </a:solidFill>
              </a:rPr>
              <a:t>production</a:t>
            </a:r>
            <a:r>
              <a:rPr lang="de-DE" sz="800">
                <a:solidFill>
                  <a:schemeClr val="tx2"/>
                </a:solidFill>
              </a:rPr>
              <a:t> SW per </a:t>
            </a:r>
            <a:r>
              <a:rPr lang="de-DE" sz="800" err="1">
                <a:solidFill>
                  <a:schemeClr val="tx2"/>
                </a:solidFill>
              </a:rPr>
              <a:t>default</a:t>
            </a:r>
            <a:r>
              <a:rPr lang="de-DE" sz="800">
                <a:solidFill>
                  <a:schemeClr val="tx2"/>
                </a:solidFill>
              </a:rPr>
              <a:t> </a:t>
            </a:r>
            <a:r>
              <a:rPr lang="de-DE" sz="800" err="1">
                <a:solidFill>
                  <a:schemeClr val="tx2"/>
                </a:solidFill>
              </a:rPr>
              <a:t>as</a:t>
            </a:r>
            <a:r>
              <a:rPr lang="de-DE" sz="800">
                <a:solidFill>
                  <a:schemeClr val="tx2"/>
                </a:solidFill>
              </a:rPr>
              <a:t> </a:t>
            </a:r>
            <a:r>
              <a:rPr lang="de-DE" sz="800" err="1">
                <a:solidFill>
                  <a:schemeClr val="tx2"/>
                </a:solidFill>
              </a:rPr>
              <a:t>they</a:t>
            </a:r>
            <a:endParaRPr lang="de-DE" sz="800">
              <a:solidFill>
                <a:schemeClr val="tx2"/>
              </a:solidFill>
            </a:endParaRPr>
          </a:p>
          <a:p>
            <a:pPr>
              <a:spcAft>
                <a:spcPts val="300"/>
              </a:spcAft>
              <a:buSzPct val="100000"/>
            </a:pPr>
            <a:r>
              <a:rPr lang="de-DE" sz="800" err="1">
                <a:solidFill>
                  <a:schemeClr val="tx2"/>
                </a:solidFill>
              </a:rPr>
              <a:t>introduce</a:t>
            </a:r>
            <a:r>
              <a:rPr lang="de-DE" sz="800">
                <a:solidFill>
                  <a:schemeClr val="tx2"/>
                </a:solidFill>
              </a:rPr>
              <a:t> </a:t>
            </a:r>
            <a:r>
              <a:rPr lang="de-DE" sz="800" err="1">
                <a:solidFill>
                  <a:schemeClr val="tx2"/>
                </a:solidFill>
              </a:rPr>
              <a:t>overhead</a:t>
            </a:r>
            <a:r>
              <a:rPr lang="de-DE" sz="800">
                <a:solidFill>
                  <a:schemeClr val="tx2"/>
                </a:solidFill>
              </a:rPr>
              <a:t> and </a:t>
            </a:r>
            <a:r>
              <a:rPr lang="de-DE" sz="800" err="1">
                <a:solidFill>
                  <a:schemeClr val="tx2"/>
                </a:solidFill>
              </a:rPr>
              <a:t>changes</a:t>
            </a:r>
            <a:r>
              <a:rPr lang="de-DE" sz="800">
                <a:solidFill>
                  <a:schemeClr val="tx2"/>
                </a:solidFill>
              </a:rPr>
              <a:t> in </a:t>
            </a:r>
            <a:r>
              <a:rPr lang="de-DE" sz="800" err="1">
                <a:solidFill>
                  <a:schemeClr val="tx2"/>
                </a:solidFill>
              </a:rPr>
              <a:t>the</a:t>
            </a:r>
            <a:r>
              <a:rPr lang="de-DE" sz="800">
                <a:solidFill>
                  <a:schemeClr val="tx2"/>
                </a:solidFill>
              </a:rPr>
              <a:t> </a:t>
            </a:r>
            <a:r>
              <a:rPr lang="de-DE" sz="800" err="1">
                <a:solidFill>
                  <a:schemeClr val="tx2"/>
                </a:solidFill>
              </a:rPr>
              <a:t>runtime</a:t>
            </a:r>
            <a:r>
              <a:rPr lang="de-DE" sz="800">
                <a:solidFill>
                  <a:schemeClr val="tx2"/>
                </a:solidFill>
              </a:rPr>
              <a:t> </a:t>
            </a:r>
            <a:r>
              <a:rPr lang="de-DE" sz="800" err="1">
                <a:solidFill>
                  <a:schemeClr val="tx2"/>
                </a:solidFill>
              </a:rPr>
              <a:t>behaving</a:t>
            </a:r>
            <a:r>
              <a:rPr lang="de-DE" sz="800">
                <a:solidFill>
                  <a:schemeClr val="tx2"/>
                </a:solidFill>
              </a:rPr>
              <a:t>.</a:t>
            </a:r>
          </a:p>
          <a:p>
            <a:pPr>
              <a:spcAft>
                <a:spcPts val="300"/>
              </a:spcAft>
              <a:buSzPct val="100000"/>
            </a:pPr>
            <a:r>
              <a:rPr lang="de-DE" sz="800">
                <a:solidFill>
                  <a:schemeClr val="tx2"/>
                </a:solidFill>
              </a:rPr>
              <a:t>Also </a:t>
            </a:r>
            <a:r>
              <a:rPr lang="de-DE" sz="800" err="1">
                <a:solidFill>
                  <a:schemeClr val="tx2"/>
                </a:solidFill>
              </a:rPr>
              <a:t>it</a:t>
            </a:r>
            <a:r>
              <a:rPr lang="de-DE" sz="800">
                <a:solidFill>
                  <a:schemeClr val="tx2"/>
                </a:solidFill>
              </a:rPr>
              <a:t> </a:t>
            </a:r>
            <a:r>
              <a:rPr lang="de-DE" sz="800" err="1">
                <a:solidFill>
                  <a:schemeClr val="tx2"/>
                </a:solidFill>
              </a:rPr>
              <a:t>happens</a:t>
            </a:r>
            <a:r>
              <a:rPr lang="de-DE" sz="800">
                <a:solidFill>
                  <a:schemeClr val="tx2"/>
                </a:solidFill>
              </a:rPr>
              <a:t> </a:t>
            </a:r>
            <a:r>
              <a:rPr lang="de-DE" sz="800" err="1">
                <a:solidFill>
                  <a:schemeClr val="tx2"/>
                </a:solidFill>
              </a:rPr>
              <a:t>often</a:t>
            </a:r>
            <a:r>
              <a:rPr lang="de-DE" sz="800">
                <a:solidFill>
                  <a:schemeClr val="tx2"/>
                </a:solidFill>
              </a:rPr>
              <a:t> </a:t>
            </a:r>
            <a:r>
              <a:rPr lang="de-DE" sz="800" err="1">
                <a:solidFill>
                  <a:schemeClr val="tx2"/>
                </a:solidFill>
              </a:rPr>
              <a:t>that</a:t>
            </a:r>
            <a:r>
              <a:rPr lang="de-DE" sz="800">
                <a:solidFill>
                  <a:schemeClr val="tx2"/>
                </a:solidFill>
              </a:rPr>
              <a:t> </a:t>
            </a:r>
            <a:r>
              <a:rPr lang="de-DE" sz="800" err="1">
                <a:solidFill>
                  <a:schemeClr val="tx2"/>
                </a:solidFill>
              </a:rPr>
              <a:t>some</a:t>
            </a:r>
            <a:r>
              <a:rPr lang="de-DE" sz="800">
                <a:solidFill>
                  <a:schemeClr val="tx2"/>
                </a:solidFill>
              </a:rPr>
              <a:t> </a:t>
            </a:r>
            <a:r>
              <a:rPr lang="de-DE" sz="800" err="1">
                <a:solidFill>
                  <a:schemeClr val="tx2"/>
                </a:solidFill>
              </a:rPr>
              <a:t>particular</a:t>
            </a:r>
            <a:r>
              <a:rPr lang="de-DE" sz="800">
                <a:solidFill>
                  <a:schemeClr val="tx2"/>
                </a:solidFill>
              </a:rPr>
              <a:t> </a:t>
            </a:r>
            <a:r>
              <a:rPr lang="de-DE" sz="800" err="1">
                <a:solidFill>
                  <a:schemeClr val="tx2"/>
                </a:solidFill>
              </a:rPr>
              <a:t>error</a:t>
            </a:r>
            <a:r>
              <a:rPr lang="de-DE" sz="800">
                <a:solidFill>
                  <a:schemeClr val="tx2"/>
                </a:solidFill>
              </a:rPr>
              <a:t> </a:t>
            </a:r>
            <a:r>
              <a:rPr lang="de-DE" sz="800" err="1">
                <a:solidFill>
                  <a:schemeClr val="tx2"/>
                </a:solidFill>
              </a:rPr>
              <a:t>cannot</a:t>
            </a:r>
            <a:endParaRPr lang="de-DE" sz="800">
              <a:solidFill>
                <a:schemeClr val="tx2"/>
              </a:solidFill>
            </a:endParaRPr>
          </a:p>
          <a:p>
            <a:pPr>
              <a:spcAft>
                <a:spcPts val="300"/>
              </a:spcAft>
            </a:pPr>
            <a:r>
              <a:rPr lang="de-DE" sz="800" err="1">
                <a:solidFill>
                  <a:schemeClr val="tx2"/>
                </a:solidFill>
              </a:rPr>
              <a:t>be</a:t>
            </a:r>
            <a:r>
              <a:rPr lang="de-DE" sz="800">
                <a:solidFill>
                  <a:schemeClr val="tx2"/>
                </a:solidFill>
              </a:rPr>
              <a:t> </a:t>
            </a:r>
            <a:r>
              <a:rPr lang="de-DE" sz="800" err="1">
                <a:solidFill>
                  <a:schemeClr val="tx2"/>
                </a:solidFill>
              </a:rPr>
              <a:t>reproduced</a:t>
            </a:r>
            <a:r>
              <a:rPr lang="de-DE" sz="800">
                <a:solidFill>
                  <a:schemeClr val="tx2"/>
                </a:solidFill>
              </a:rPr>
              <a:t> </a:t>
            </a:r>
            <a:r>
              <a:rPr lang="de-DE" sz="800" err="1">
                <a:solidFill>
                  <a:schemeClr val="tx2"/>
                </a:solidFill>
              </a:rPr>
              <a:t>with</a:t>
            </a:r>
            <a:r>
              <a:rPr lang="de-DE" sz="800">
                <a:solidFill>
                  <a:schemeClr val="tx2"/>
                </a:solidFill>
              </a:rPr>
              <a:t> </a:t>
            </a:r>
            <a:r>
              <a:rPr lang="de-DE" sz="800" err="1">
                <a:solidFill>
                  <a:schemeClr val="tx2"/>
                </a:solidFill>
              </a:rPr>
              <a:t>debugging</a:t>
            </a:r>
            <a:r>
              <a:rPr lang="de-DE" sz="800">
                <a:solidFill>
                  <a:schemeClr val="tx2"/>
                </a:solidFill>
              </a:rPr>
              <a:t> </a:t>
            </a:r>
            <a:r>
              <a:rPr lang="de-DE" sz="800" err="1">
                <a:solidFill>
                  <a:schemeClr val="tx2"/>
                </a:solidFill>
              </a:rPr>
              <a:t>options</a:t>
            </a:r>
            <a:r>
              <a:rPr lang="de-DE" sz="800">
                <a:solidFill>
                  <a:schemeClr val="tx2"/>
                </a:solidFill>
              </a:rPr>
              <a:t> due </a:t>
            </a:r>
            <a:r>
              <a:rPr lang="de-DE" sz="800" err="1">
                <a:solidFill>
                  <a:schemeClr val="tx2"/>
                </a:solidFill>
              </a:rPr>
              <a:t>to</a:t>
            </a:r>
            <a:r>
              <a:rPr lang="de-DE" sz="800">
                <a:solidFill>
                  <a:schemeClr val="tx2"/>
                </a:solidFill>
              </a:rPr>
              <a:t> </a:t>
            </a:r>
            <a:r>
              <a:rPr lang="de-DE" sz="800" err="1">
                <a:solidFill>
                  <a:schemeClr val="tx2"/>
                </a:solidFill>
              </a:rPr>
              <a:t>runtime</a:t>
            </a:r>
            <a:endParaRPr lang="de-DE" sz="800">
              <a:solidFill>
                <a:schemeClr val="tx2"/>
              </a:solidFill>
            </a:endParaRPr>
          </a:p>
          <a:p>
            <a:pPr>
              <a:spcAft>
                <a:spcPts val="300"/>
              </a:spcAft>
            </a:pPr>
            <a:r>
              <a:rPr lang="de-DE" sz="800">
                <a:solidFill>
                  <a:schemeClr val="tx2"/>
                </a:solidFill>
              </a:rPr>
              <a:t>and </a:t>
            </a:r>
            <a:r>
              <a:rPr lang="de-DE" sz="800" err="1">
                <a:solidFill>
                  <a:schemeClr val="tx2"/>
                </a:solidFill>
              </a:rPr>
              <a:t>memory</a:t>
            </a:r>
            <a:r>
              <a:rPr lang="de-DE" sz="800">
                <a:solidFill>
                  <a:schemeClr val="tx2"/>
                </a:solidFill>
              </a:rPr>
              <a:t> </a:t>
            </a:r>
            <a:r>
              <a:rPr lang="de-DE" sz="800" err="1">
                <a:solidFill>
                  <a:schemeClr val="tx2"/>
                </a:solidFill>
              </a:rPr>
              <a:t>allocation</a:t>
            </a:r>
            <a:r>
              <a:rPr lang="de-DE" sz="800">
                <a:solidFill>
                  <a:schemeClr val="tx2"/>
                </a:solidFill>
              </a:rPr>
              <a:t> </a:t>
            </a:r>
            <a:r>
              <a:rPr lang="de-DE" sz="800" err="1">
                <a:solidFill>
                  <a:schemeClr val="tx2"/>
                </a:solidFill>
              </a:rPr>
              <a:t>changes</a:t>
            </a:r>
            <a:r>
              <a:rPr lang="de-DE" sz="800">
                <a:solidFill>
                  <a:schemeClr val="tx2"/>
                </a:solidFill>
              </a:rPr>
              <a:t>.</a:t>
            </a:r>
          </a:p>
          <a:p>
            <a:pPr>
              <a:spcAft>
                <a:spcPts val="300"/>
              </a:spcAft>
              <a:buSzPct val="100000"/>
            </a:pPr>
            <a:endParaRPr lang="de-DE" sz="800">
              <a:solidFill>
                <a:schemeClr val="tx2"/>
              </a:solidFill>
            </a:endParaRPr>
          </a:p>
          <a:p>
            <a:pPr>
              <a:spcAft>
                <a:spcPts val="300"/>
              </a:spcAft>
              <a:buSzPct val="100000"/>
            </a:pPr>
            <a:endParaRPr lang="de-DE" sz="800">
              <a:solidFill>
                <a:schemeClr val="tx2"/>
              </a:solidFill>
            </a:endParaRPr>
          </a:p>
        </p:txBody>
      </p:sp>
    </p:spTree>
    <p:extLst>
      <p:ext uri="{BB962C8B-B14F-4D97-AF65-F5344CB8AC3E}">
        <p14:creationId xmlns:p14="http://schemas.microsoft.com/office/powerpoint/2010/main" val="3571476025"/>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02909-0A88-4098-97E9-3C4DFDEBA5F5}"/>
              </a:ext>
            </a:extLst>
          </p:cNvPr>
          <p:cNvSpPr>
            <a:spLocks noGrp="1"/>
          </p:cNvSpPr>
          <p:nvPr>
            <p:ph type="body" sz="quarter" idx="11"/>
          </p:nvPr>
        </p:nvSpPr>
        <p:spPr>
          <a:xfrm>
            <a:off x="3149973" y="2214173"/>
            <a:ext cx="3220018" cy="643989"/>
          </a:xfrm>
        </p:spPr>
        <p:txBody>
          <a:bodyPr lIns="0" tIns="0" rIns="0" bIns="0" anchor="t"/>
          <a:lstStyle/>
          <a:p>
            <a:r>
              <a:rPr lang="de-DE" sz="3200"/>
              <a:t>System </a:t>
            </a:r>
            <a:r>
              <a:rPr lang="de-DE" sz="3200" err="1"/>
              <a:t>Overload</a:t>
            </a:r>
          </a:p>
        </p:txBody>
      </p:sp>
      <p:sp>
        <p:nvSpPr>
          <p:cNvPr id="6" name="Footer Placeholder 5">
            <a:extLst>
              <a:ext uri="{FF2B5EF4-FFF2-40B4-BE49-F238E27FC236}">
                <a16:creationId xmlns:a16="http://schemas.microsoft.com/office/drawing/2014/main" id="{7CED980E-F64A-46E6-B3E4-D58E03CBFD2E}"/>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3407124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40BFE7D-600C-4B6A-8BB9-73C4EFCFEDAA}"/>
              </a:ext>
            </a:extLst>
          </p:cNvPr>
          <p:cNvPicPr>
            <a:picLocks noChangeAspect="1"/>
          </p:cNvPicPr>
          <p:nvPr/>
        </p:nvPicPr>
        <p:blipFill>
          <a:blip r:embed="rId2"/>
          <a:stretch>
            <a:fillRect/>
          </a:stretch>
        </p:blipFill>
        <p:spPr>
          <a:xfrm>
            <a:off x="417600" y="1115591"/>
            <a:ext cx="5299619" cy="3285144"/>
          </a:xfrm>
          <a:prstGeom prst="rect">
            <a:avLst/>
          </a:prstGeom>
        </p:spPr>
      </p:pic>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err="1"/>
              <a:t>Overload</a:t>
            </a:r>
            <a:r>
              <a:rPr lang="de-DE" sz="1600" b="1"/>
              <a:t> </a:t>
            </a:r>
            <a:r>
              <a:rPr lang="de-DE" sz="1600"/>
              <a:t>– High CPU </a:t>
            </a:r>
            <a:r>
              <a:rPr lang="de-DE" sz="1600" err="1"/>
              <a:t>load</a:t>
            </a:r>
            <a:r>
              <a:rPr lang="de-DE" sz="1600"/>
              <a:t> in </a:t>
            </a:r>
            <a:r>
              <a:rPr lang="de-DE" sz="1600" err="1"/>
              <a:t>user</a:t>
            </a:r>
            <a:r>
              <a:rPr lang="de-DE" sz="1600"/>
              <a:t>/</a:t>
            </a:r>
            <a:r>
              <a:rPr lang="de-DE" sz="1600" err="1"/>
              <a:t>kernel</a:t>
            </a:r>
            <a:r>
              <a:rPr lang="de-DE" sz="1600"/>
              <a:t> </a:t>
            </a:r>
            <a:r>
              <a:rPr lang="de-DE" sz="1600" err="1"/>
              <a:t>process</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11" name="Rectangle: Rounded Corners 10">
            <a:extLst>
              <a:ext uri="{FF2B5EF4-FFF2-40B4-BE49-F238E27FC236}">
                <a16:creationId xmlns:a16="http://schemas.microsoft.com/office/drawing/2014/main" id="{941E5AA0-5171-49CF-BD1D-D6AD53961BB8}"/>
              </a:ext>
            </a:extLst>
          </p:cNvPr>
          <p:cNvSpPr/>
          <p:nvPr/>
        </p:nvSpPr>
        <p:spPr>
          <a:xfrm>
            <a:off x="417600" y="2183907"/>
            <a:ext cx="4725530" cy="23969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sp>
        <p:nvSpPr>
          <p:cNvPr id="12" name="Rectangle: Rounded Corners 11">
            <a:extLst>
              <a:ext uri="{FF2B5EF4-FFF2-40B4-BE49-F238E27FC236}">
                <a16:creationId xmlns:a16="http://schemas.microsoft.com/office/drawing/2014/main" id="{3EAAB8A3-B221-40B9-901C-AACDE70408A4}"/>
              </a:ext>
            </a:extLst>
          </p:cNvPr>
          <p:cNvSpPr/>
          <p:nvPr/>
        </p:nvSpPr>
        <p:spPr>
          <a:xfrm>
            <a:off x="905522" y="1496196"/>
            <a:ext cx="982462" cy="15375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p>
        </p:txBody>
      </p:sp>
      <p:pic>
        <p:nvPicPr>
          <p:cNvPr id="14" name="Picture 13">
            <a:extLst>
              <a:ext uri="{FF2B5EF4-FFF2-40B4-BE49-F238E27FC236}">
                <a16:creationId xmlns:a16="http://schemas.microsoft.com/office/drawing/2014/main" id="{3B54B076-67D5-431C-81E9-75ACDF5BEE76}"/>
              </a:ext>
            </a:extLst>
          </p:cNvPr>
          <p:cNvPicPr>
            <a:picLocks noChangeAspect="1"/>
          </p:cNvPicPr>
          <p:nvPr/>
        </p:nvPicPr>
        <p:blipFill>
          <a:blip r:embed="rId3"/>
          <a:stretch>
            <a:fillRect/>
          </a:stretch>
        </p:blipFill>
        <p:spPr>
          <a:xfrm>
            <a:off x="5853628" y="1006465"/>
            <a:ext cx="2742546" cy="1070899"/>
          </a:xfrm>
          <a:prstGeom prst="rect">
            <a:avLst/>
          </a:prstGeom>
        </p:spPr>
      </p:pic>
      <p:sp>
        <p:nvSpPr>
          <p:cNvPr id="15" name="TextBox 14">
            <a:extLst>
              <a:ext uri="{FF2B5EF4-FFF2-40B4-BE49-F238E27FC236}">
                <a16:creationId xmlns:a16="http://schemas.microsoft.com/office/drawing/2014/main" id="{EBC4096B-D3CA-4DD4-B6DB-01ED44135ADB}"/>
              </a:ext>
            </a:extLst>
          </p:cNvPr>
          <p:cNvSpPr txBox="1"/>
          <p:nvPr/>
        </p:nvSpPr>
        <p:spPr>
          <a:xfrm>
            <a:off x="6740362" y="1988300"/>
            <a:ext cx="710214" cy="298881"/>
          </a:xfrm>
          <a:prstGeom prst="rect">
            <a:avLst/>
          </a:prstGeom>
          <a:noFill/>
        </p:spPr>
        <p:txBody>
          <a:bodyPr wrap="none" lIns="72000" tIns="72000" rIns="72000" bIns="72000" rtlCol="0">
            <a:noAutofit/>
          </a:bodyPr>
          <a:lstStyle/>
          <a:p>
            <a:pPr algn="l">
              <a:spcAft>
                <a:spcPts val="300"/>
              </a:spcAft>
              <a:buSzPct val="100000"/>
            </a:pPr>
            <a:r>
              <a:rPr lang="de-DE" sz="800">
                <a:solidFill>
                  <a:schemeClr val="tx2"/>
                </a:solidFill>
                <a:hlinkClick r:id="rId4"/>
              </a:rPr>
              <a:t>@man top</a:t>
            </a:r>
            <a:endParaRPr lang="de-DE" sz="800">
              <a:solidFill>
                <a:schemeClr val="tx2"/>
              </a:solidFill>
            </a:endParaRPr>
          </a:p>
        </p:txBody>
      </p:sp>
      <p:sp>
        <p:nvSpPr>
          <p:cNvPr id="18" name="TextBox 17">
            <a:extLst>
              <a:ext uri="{FF2B5EF4-FFF2-40B4-BE49-F238E27FC236}">
                <a16:creationId xmlns:a16="http://schemas.microsoft.com/office/drawing/2014/main" id="{1C24963D-3769-4AFA-A0A8-86D2C17020DF}"/>
              </a:ext>
            </a:extLst>
          </p:cNvPr>
          <p:cNvSpPr txBox="1"/>
          <p:nvPr/>
        </p:nvSpPr>
        <p:spPr>
          <a:xfrm>
            <a:off x="5816707" y="2549156"/>
            <a:ext cx="3034223" cy="917486"/>
          </a:xfrm>
          <a:prstGeom prst="rect">
            <a:avLst/>
          </a:prstGeom>
          <a:noFill/>
          <a:ln w="19050">
            <a:solidFill>
              <a:srgbClr val="FF0000"/>
            </a:solidFill>
          </a:ln>
        </p:spPr>
        <p:txBody>
          <a:bodyPr wrap="none" lIns="72000" tIns="72000" rIns="72000" bIns="72000" rtlCol="0" anchor="t">
            <a:noAutofit/>
          </a:bodyPr>
          <a:lstStyle/>
          <a:p>
            <a:pPr algn="l">
              <a:spcAft>
                <a:spcPts val="300"/>
              </a:spcAft>
              <a:buSzPct val="100000"/>
            </a:pPr>
            <a:r>
              <a:rPr lang="de-DE" sz="1000">
                <a:solidFill>
                  <a:schemeClr val="tx2"/>
                </a:solidFill>
                <a:highlight>
                  <a:srgbClr val="FFFF00"/>
                </a:highlight>
              </a:rPr>
              <a:t>NOTE</a:t>
            </a:r>
            <a:r>
              <a:rPr lang="de-DE" sz="1000">
                <a:solidFill>
                  <a:schemeClr val="tx2"/>
                </a:solidFill>
              </a:rPr>
              <a:t>: in </a:t>
            </a:r>
            <a:r>
              <a:rPr lang="de-DE" sz="1000" err="1">
                <a:solidFill>
                  <a:schemeClr val="tx2"/>
                </a:solidFill>
              </a:rPr>
              <a:t>case</a:t>
            </a:r>
            <a:r>
              <a:rPr lang="de-DE" sz="1000">
                <a:solidFill>
                  <a:schemeClr val="tx2"/>
                </a:solidFill>
              </a:rPr>
              <a:t> </a:t>
            </a:r>
            <a:r>
              <a:rPr lang="de-DE" sz="1000" err="1">
                <a:solidFill>
                  <a:schemeClr val="tx2"/>
                </a:solidFill>
              </a:rPr>
              <a:t>of</a:t>
            </a:r>
            <a:r>
              <a:rPr lang="de-DE" sz="1000">
                <a:solidFill>
                  <a:schemeClr val="tx2"/>
                </a:solidFill>
              </a:rPr>
              <a:t> </a:t>
            </a:r>
            <a:r>
              <a:rPr lang="de-DE" sz="1000" err="1">
                <a:solidFill>
                  <a:schemeClr val="tx2"/>
                </a:solidFill>
              </a:rPr>
              <a:t>full</a:t>
            </a:r>
            <a:r>
              <a:rPr lang="de-DE" sz="1000">
                <a:solidFill>
                  <a:schemeClr val="tx2"/>
                </a:solidFill>
              </a:rPr>
              <a:t> </a:t>
            </a:r>
            <a:r>
              <a:rPr lang="de-DE" sz="1000" err="1">
                <a:solidFill>
                  <a:schemeClr val="tx2"/>
                </a:solidFill>
              </a:rPr>
              <a:t>eNB</a:t>
            </a:r>
            <a:r>
              <a:rPr lang="de-DE" sz="1000">
                <a:solidFill>
                  <a:schemeClr val="tx2"/>
                </a:solidFill>
              </a:rPr>
              <a:t> </a:t>
            </a:r>
            <a:r>
              <a:rPr lang="de-DE" sz="1000" err="1">
                <a:solidFill>
                  <a:schemeClr val="tx2"/>
                </a:solidFill>
              </a:rPr>
              <a:t>software</a:t>
            </a:r>
            <a:r>
              <a:rPr lang="de-DE" sz="1000">
                <a:solidFill>
                  <a:schemeClr val="tx2"/>
                </a:solidFill>
              </a:rPr>
              <a:t> </a:t>
            </a:r>
            <a:r>
              <a:rPr lang="de-DE" sz="1000" err="1">
                <a:solidFill>
                  <a:schemeClr val="tx2"/>
                </a:solidFill>
              </a:rPr>
              <a:t>stack</a:t>
            </a:r>
            <a:r>
              <a:rPr lang="de-DE" sz="1000">
                <a:solidFill>
                  <a:schemeClr val="tx2"/>
                </a:solidFill>
              </a:rPr>
              <a:t>, CCS</a:t>
            </a:r>
          </a:p>
          <a:p>
            <a:pPr algn="l">
              <a:spcAft>
                <a:spcPts val="300"/>
              </a:spcAft>
              <a:buSzPct val="100000"/>
            </a:pPr>
            <a:r>
              <a:rPr lang="de-DE" sz="1000" err="1">
                <a:solidFill>
                  <a:schemeClr val="tx2"/>
                </a:solidFill>
              </a:rPr>
              <a:t>is</a:t>
            </a:r>
            <a:r>
              <a:rPr lang="de-DE" sz="1000">
                <a:solidFill>
                  <a:schemeClr val="tx2"/>
                </a:solidFill>
              </a:rPr>
              <a:t> </a:t>
            </a:r>
            <a:r>
              <a:rPr lang="de-DE" sz="1000" err="1">
                <a:solidFill>
                  <a:schemeClr val="tx2"/>
                </a:solidFill>
              </a:rPr>
              <a:t>responsible</a:t>
            </a:r>
            <a:r>
              <a:rPr lang="de-DE" sz="1000">
                <a:solidFill>
                  <a:schemeClr val="tx2"/>
                </a:solidFill>
              </a:rPr>
              <a:t> </a:t>
            </a:r>
            <a:r>
              <a:rPr lang="de-DE" sz="1000" err="1">
                <a:solidFill>
                  <a:schemeClr val="tx2"/>
                </a:solidFill>
              </a:rPr>
              <a:t>for</a:t>
            </a:r>
            <a:r>
              <a:rPr lang="de-DE" sz="1000">
                <a:solidFill>
                  <a:schemeClr val="tx2"/>
                </a:solidFill>
              </a:rPr>
              <a:t> </a:t>
            </a:r>
            <a:r>
              <a:rPr lang="de-DE" sz="1000" err="1">
                <a:solidFill>
                  <a:schemeClr val="tx2"/>
                </a:solidFill>
              </a:rPr>
              <a:t>monitoring</a:t>
            </a:r>
            <a:r>
              <a:rPr lang="de-DE" sz="1000">
                <a:solidFill>
                  <a:schemeClr val="tx2"/>
                </a:solidFill>
              </a:rPr>
              <a:t> </a:t>
            </a:r>
            <a:r>
              <a:rPr lang="de-DE" sz="1000" err="1">
                <a:solidFill>
                  <a:schemeClr val="tx2"/>
                </a:solidFill>
              </a:rPr>
              <a:t>statistics</a:t>
            </a:r>
            <a:r>
              <a:rPr lang="de-DE" sz="1000">
                <a:solidFill>
                  <a:schemeClr val="tx2"/>
                </a:solidFill>
              </a:rPr>
              <a:t> </a:t>
            </a:r>
            <a:r>
              <a:rPr lang="de-DE" sz="1000" err="1">
                <a:solidFill>
                  <a:schemeClr val="tx2"/>
                </a:solidFill>
              </a:rPr>
              <a:t>of</a:t>
            </a:r>
            <a:endParaRPr lang="de-DE" sz="1000">
              <a:solidFill>
                <a:schemeClr val="tx2"/>
              </a:solidFill>
            </a:endParaRPr>
          </a:p>
          <a:p>
            <a:pPr algn="l">
              <a:spcAft>
                <a:spcPts val="300"/>
              </a:spcAft>
              <a:buSzPct val="100000"/>
            </a:pPr>
            <a:r>
              <a:rPr lang="de-DE" sz="1000">
                <a:solidFill>
                  <a:schemeClr val="tx2"/>
                </a:solidFill>
              </a:rPr>
              <a:t>CPU and </a:t>
            </a:r>
            <a:r>
              <a:rPr lang="de-DE" sz="1000" err="1">
                <a:solidFill>
                  <a:schemeClr val="tx2"/>
                </a:solidFill>
              </a:rPr>
              <a:t>memory</a:t>
            </a:r>
            <a:r>
              <a:rPr lang="de-DE" sz="1000">
                <a:solidFill>
                  <a:schemeClr val="tx2"/>
                </a:solidFill>
              </a:rPr>
              <a:t> </a:t>
            </a:r>
            <a:r>
              <a:rPr lang="de-DE" sz="1000" err="1">
                <a:solidFill>
                  <a:schemeClr val="tx2"/>
                </a:solidFill>
              </a:rPr>
              <a:t>consumption</a:t>
            </a:r>
            <a:r>
              <a:rPr lang="de-DE" sz="1000">
                <a:solidFill>
                  <a:schemeClr val="tx2"/>
                </a:solidFill>
              </a:rPr>
              <a:t>. </a:t>
            </a:r>
            <a:r>
              <a:rPr lang="de-DE" sz="1000" err="1">
                <a:solidFill>
                  <a:schemeClr val="tx2"/>
                </a:solidFill>
              </a:rPr>
              <a:t>Statistics</a:t>
            </a:r>
            <a:r>
              <a:rPr lang="de-DE" sz="1000">
                <a:solidFill>
                  <a:schemeClr val="tx2"/>
                </a:solidFill>
              </a:rPr>
              <a:t> </a:t>
            </a:r>
            <a:r>
              <a:rPr lang="de-DE" sz="1000" err="1">
                <a:solidFill>
                  <a:schemeClr val="tx2"/>
                </a:solidFill>
              </a:rPr>
              <a:t>can</a:t>
            </a:r>
            <a:endParaRPr lang="de-DE" sz="1000">
              <a:solidFill>
                <a:schemeClr val="tx2"/>
              </a:solidFill>
            </a:endParaRPr>
          </a:p>
          <a:p>
            <a:pPr>
              <a:spcAft>
                <a:spcPts val="300"/>
              </a:spcAft>
              <a:buSzPct val="100000"/>
            </a:pPr>
            <a:r>
              <a:rPr lang="de-DE" sz="1000" err="1">
                <a:solidFill>
                  <a:schemeClr val="tx2"/>
                </a:solidFill>
              </a:rPr>
              <a:t>be</a:t>
            </a:r>
            <a:r>
              <a:rPr lang="de-DE" sz="1000">
                <a:solidFill>
                  <a:schemeClr val="tx2"/>
                </a:solidFill>
              </a:rPr>
              <a:t> </a:t>
            </a:r>
            <a:r>
              <a:rPr lang="de-DE" sz="1000" err="1">
                <a:solidFill>
                  <a:schemeClr val="tx2"/>
                </a:solidFill>
              </a:rPr>
              <a:t>found</a:t>
            </a:r>
            <a:r>
              <a:rPr lang="de-DE" sz="1000">
                <a:solidFill>
                  <a:schemeClr val="tx2"/>
                </a:solidFill>
              </a:rPr>
              <a:t> in </a:t>
            </a:r>
            <a:r>
              <a:rPr lang="de-DE" sz="1000" err="1">
                <a:solidFill>
                  <a:schemeClr val="tx2"/>
                </a:solidFill>
              </a:rPr>
              <a:t>the</a:t>
            </a:r>
            <a:r>
              <a:rPr lang="de-DE" sz="1000">
                <a:solidFill>
                  <a:schemeClr val="tx2"/>
                </a:solidFill>
              </a:rPr>
              <a:t> </a:t>
            </a:r>
            <a:r>
              <a:rPr lang="de-DE" sz="1000" err="1">
                <a:solidFill>
                  <a:schemeClr val="tx2"/>
                </a:solidFill>
              </a:rPr>
              <a:t>snapshot</a:t>
            </a:r>
            <a:r>
              <a:rPr lang="de-DE" sz="1000">
                <a:solidFill>
                  <a:schemeClr val="tx2"/>
                </a:solidFill>
              </a:rPr>
              <a:t> </a:t>
            </a:r>
            <a:r>
              <a:rPr lang="de-DE" sz="1000" err="1">
                <a:solidFill>
                  <a:schemeClr val="tx2"/>
                </a:solidFill>
              </a:rPr>
              <a:t>or</a:t>
            </a:r>
            <a:r>
              <a:rPr lang="de-DE" sz="1000">
                <a:solidFill>
                  <a:schemeClr val="tx2"/>
                </a:solidFill>
              </a:rPr>
              <a:t> </a:t>
            </a:r>
            <a:r>
              <a:rPr lang="de-DE" sz="1000" err="1">
                <a:solidFill>
                  <a:schemeClr val="tx2"/>
                </a:solidFill>
              </a:rPr>
              <a:t>by</a:t>
            </a:r>
            <a:r>
              <a:rPr lang="de-DE" sz="1000">
                <a:solidFill>
                  <a:schemeClr val="tx2"/>
                </a:solidFill>
              </a:rPr>
              <a:t> CCS </a:t>
            </a:r>
            <a:r>
              <a:rPr lang="de-DE" sz="1000" err="1">
                <a:solidFill>
                  <a:schemeClr val="tx2"/>
                </a:solidFill>
              </a:rPr>
              <a:t>consolidation</a:t>
            </a:r>
            <a:r>
              <a:rPr lang="de-DE" sz="1000">
                <a:solidFill>
                  <a:schemeClr val="tx2"/>
                </a:solidFill>
              </a:rPr>
              <a:t>.</a:t>
            </a:r>
            <a:r>
              <a:rPr lang="de-DE" sz="1100">
                <a:solidFill>
                  <a:schemeClr val="tx2"/>
                </a:solidFill>
              </a:rPr>
              <a:t>  </a:t>
            </a:r>
          </a:p>
        </p:txBody>
      </p:sp>
    </p:spTree>
    <p:extLst>
      <p:ext uri="{BB962C8B-B14F-4D97-AF65-F5344CB8AC3E}">
        <p14:creationId xmlns:p14="http://schemas.microsoft.com/office/powerpoint/2010/main" val="217464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err="1"/>
              <a:t>Overload</a:t>
            </a:r>
            <a:r>
              <a:rPr lang="de-DE" sz="1600" b="1"/>
              <a:t> </a:t>
            </a:r>
            <a:r>
              <a:rPr lang="de-DE" sz="1600"/>
              <a:t>– High CPU </a:t>
            </a:r>
            <a:r>
              <a:rPr lang="de-DE" sz="1600" err="1"/>
              <a:t>load</a:t>
            </a:r>
            <a:r>
              <a:rPr lang="de-DE" sz="1600"/>
              <a:t> in Software (si) </a:t>
            </a:r>
            <a:r>
              <a:rPr lang="de-DE" sz="1600" err="1"/>
              <a:t>or</a:t>
            </a:r>
            <a:r>
              <a:rPr lang="de-DE" sz="1600"/>
              <a:t> Hardware (hi) Interrupt</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43270" y="971697"/>
            <a:ext cx="6681926" cy="3138664"/>
          </a:xfrm>
          <a:prstGeom prst="rect">
            <a:avLst/>
          </a:prstGeom>
          <a:noFill/>
        </p:spPr>
        <p:txBody>
          <a:bodyPr wrap="none" lIns="72000" tIns="72000" rIns="72000" bIns="72000" rtlCol="0" anchor="t">
            <a:noAutofit/>
          </a:bodyPr>
          <a:lstStyle/>
          <a:p>
            <a:pPr algn="l">
              <a:spcAft>
                <a:spcPts val="300"/>
              </a:spcAft>
              <a:buSzPct val="100000"/>
            </a:pPr>
            <a:r>
              <a:rPr lang="de-DE" sz="1050" b="1" u="sng">
                <a:solidFill>
                  <a:schemeClr val="tx2"/>
                </a:solidFill>
              </a:rPr>
              <a:t>Symptom</a:t>
            </a:r>
            <a:r>
              <a:rPr lang="de-DE" sz="1050">
                <a:solidFill>
                  <a:schemeClr val="tx2"/>
                </a:solidFill>
              </a:rPr>
              <a:t>: top </a:t>
            </a:r>
            <a:r>
              <a:rPr lang="de-DE" sz="1050" err="1">
                <a:solidFill>
                  <a:schemeClr val="tx2"/>
                </a:solidFill>
              </a:rPr>
              <a:t>command</a:t>
            </a:r>
            <a:r>
              <a:rPr lang="de-DE" sz="1050">
                <a:solidFill>
                  <a:schemeClr val="tx2"/>
                </a:solidFill>
              </a:rPr>
              <a:t> </a:t>
            </a:r>
            <a:r>
              <a:rPr lang="de-DE" sz="1050" err="1">
                <a:solidFill>
                  <a:schemeClr val="tx2"/>
                </a:solidFill>
              </a:rPr>
              <a:t>indicates</a:t>
            </a:r>
            <a:r>
              <a:rPr lang="de-DE" sz="1050">
                <a:solidFill>
                  <a:schemeClr val="tx2"/>
                </a:solidFill>
              </a:rPr>
              <a:t> high </a:t>
            </a:r>
            <a:r>
              <a:rPr lang="de-DE" sz="1050" b="1">
                <a:solidFill>
                  <a:schemeClr val="tx2"/>
                </a:solidFill>
              </a:rPr>
              <a:t>si</a:t>
            </a:r>
            <a:r>
              <a:rPr lang="de-DE" sz="1050">
                <a:solidFill>
                  <a:schemeClr val="tx2"/>
                </a:solidFill>
              </a:rPr>
              <a:t> </a:t>
            </a:r>
            <a:r>
              <a:rPr lang="de-DE" sz="1050" err="1">
                <a:solidFill>
                  <a:schemeClr val="tx2"/>
                </a:solidFill>
              </a:rPr>
              <a:t>or</a:t>
            </a:r>
            <a:r>
              <a:rPr lang="de-DE" sz="1050">
                <a:solidFill>
                  <a:schemeClr val="tx2"/>
                </a:solidFill>
              </a:rPr>
              <a:t> </a:t>
            </a:r>
            <a:r>
              <a:rPr lang="de-DE" sz="1050" b="1">
                <a:solidFill>
                  <a:schemeClr val="tx2"/>
                </a:solidFill>
              </a:rPr>
              <a:t>hi</a:t>
            </a:r>
          </a:p>
          <a:p>
            <a:pPr algn="l">
              <a:spcAft>
                <a:spcPts val="300"/>
              </a:spcAft>
              <a:buSzPct val="100000"/>
            </a:pPr>
            <a:r>
              <a:rPr lang="de-DE" sz="1000">
                <a:solidFill>
                  <a:schemeClr val="tx2"/>
                </a:solidFill>
              </a:rPr>
              <a:t>Simple top </a:t>
            </a:r>
            <a:r>
              <a:rPr lang="de-DE" sz="1000" err="1">
                <a:solidFill>
                  <a:schemeClr val="tx2"/>
                </a:solidFill>
              </a:rPr>
              <a:t>command</a:t>
            </a:r>
            <a:r>
              <a:rPr lang="de-DE" sz="1000">
                <a:solidFill>
                  <a:schemeClr val="tx2"/>
                </a:solidFill>
              </a:rPr>
              <a:t> will in such </a:t>
            </a:r>
            <a:r>
              <a:rPr lang="de-DE" sz="1000" err="1">
                <a:solidFill>
                  <a:schemeClr val="tx2"/>
                </a:solidFill>
              </a:rPr>
              <a:t>case</a:t>
            </a:r>
            <a:r>
              <a:rPr lang="de-DE" sz="1000">
                <a:solidFill>
                  <a:schemeClr val="tx2"/>
                </a:solidFill>
              </a:rPr>
              <a:t> not </a:t>
            </a:r>
            <a:r>
              <a:rPr lang="de-DE" sz="1000" err="1">
                <a:solidFill>
                  <a:schemeClr val="tx2"/>
                </a:solidFill>
              </a:rPr>
              <a:t>show</a:t>
            </a:r>
            <a:r>
              <a:rPr lang="de-DE" sz="1000">
                <a:solidFill>
                  <a:schemeClr val="tx2"/>
                </a:solidFill>
              </a:rPr>
              <a:t> </a:t>
            </a:r>
            <a:r>
              <a:rPr lang="de-DE" sz="1000" err="1">
                <a:solidFill>
                  <a:schemeClr val="tx2"/>
                </a:solidFill>
              </a:rPr>
              <a:t>which</a:t>
            </a:r>
            <a:r>
              <a:rPr lang="de-DE" sz="1000">
                <a:solidFill>
                  <a:schemeClr val="tx2"/>
                </a:solidFill>
              </a:rPr>
              <a:t> </a:t>
            </a:r>
            <a:r>
              <a:rPr lang="de-DE" sz="1000" err="1">
                <a:solidFill>
                  <a:schemeClr val="tx2"/>
                </a:solidFill>
              </a:rPr>
              <a:t>interrupt</a:t>
            </a:r>
            <a:r>
              <a:rPr lang="de-DE" sz="1000">
                <a:solidFill>
                  <a:schemeClr val="tx2"/>
                </a:solidFill>
              </a:rPr>
              <a:t> </a:t>
            </a:r>
            <a:r>
              <a:rPr lang="de-DE" sz="1000" err="1">
                <a:solidFill>
                  <a:schemeClr val="tx2"/>
                </a:solidFill>
              </a:rPr>
              <a:t>service</a:t>
            </a:r>
            <a:r>
              <a:rPr lang="de-DE" sz="1000">
                <a:solidFill>
                  <a:schemeClr val="tx2"/>
                </a:solidFill>
              </a:rPr>
              <a:t> </a:t>
            </a:r>
            <a:r>
              <a:rPr lang="de-DE" sz="1000" err="1">
                <a:solidFill>
                  <a:schemeClr val="tx2"/>
                </a:solidFill>
              </a:rPr>
              <a:t>occupies</a:t>
            </a:r>
            <a:r>
              <a:rPr lang="de-DE" sz="1000">
                <a:solidFill>
                  <a:schemeClr val="tx2"/>
                </a:solidFill>
              </a:rPr>
              <a:t> </a:t>
            </a:r>
            <a:r>
              <a:rPr lang="de-DE" sz="1000" err="1">
                <a:solidFill>
                  <a:schemeClr val="tx2"/>
                </a:solidFill>
              </a:rPr>
              <a:t>the</a:t>
            </a:r>
            <a:r>
              <a:rPr lang="de-DE" sz="1000">
                <a:solidFill>
                  <a:schemeClr val="tx2"/>
                </a:solidFill>
              </a:rPr>
              <a:t> CPU.</a:t>
            </a:r>
          </a:p>
          <a:p>
            <a:pPr algn="l">
              <a:spcAft>
                <a:spcPts val="300"/>
              </a:spcAft>
              <a:buSzPct val="100000"/>
            </a:pPr>
            <a:r>
              <a:rPr lang="de-DE" sz="1000" err="1">
                <a:solidFill>
                  <a:schemeClr val="tx2"/>
                </a:solidFill>
              </a:rPr>
              <a:t>There</a:t>
            </a:r>
            <a:r>
              <a:rPr lang="de-DE" sz="1000">
                <a:solidFill>
                  <a:schemeClr val="tx2"/>
                </a:solidFill>
              </a:rPr>
              <a:t> </a:t>
            </a:r>
            <a:r>
              <a:rPr lang="de-DE" sz="1000" err="1">
                <a:solidFill>
                  <a:schemeClr val="tx2"/>
                </a:solidFill>
              </a:rPr>
              <a:t>are</a:t>
            </a:r>
            <a:r>
              <a:rPr lang="de-DE" sz="1000">
                <a:solidFill>
                  <a:schemeClr val="tx2"/>
                </a:solidFill>
              </a:rPr>
              <a:t> </a:t>
            </a:r>
            <a:r>
              <a:rPr lang="de-DE" sz="1000" err="1">
                <a:solidFill>
                  <a:schemeClr val="tx2"/>
                </a:solidFill>
              </a:rPr>
              <a:t>two</a:t>
            </a:r>
            <a:r>
              <a:rPr lang="de-DE" sz="1000">
                <a:solidFill>
                  <a:schemeClr val="tx2"/>
                </a:solidFill>
              </a:rPr>
              <a:t> </a:t>
            </a:r>
            <a:r>
              <a:rPr lang="de-DE" sz="1000" err="1">
                <a:solidFill>
                  <a:schemeClr val="tx2"/>
                </a:solidFill>
              </a:rPr>
              <a:t>things</a:t>
            </a:r>
            <a:r>
              <a:rPr lang="de-DE" sz="1000">
                <a:solidFill>
                  <a:schemeClr val="tx2"/>
                </a:solidFill>
              </a:rPr>
              <a:t> t check </a:t>
            </a:r>
            <a:r>
              <a:rPr lang="de-DE" sz="1000" err="1">
                <a:solidFill>
                  <a:schemeClr val="tx2"/>
                </a:solidFill>
              </a:rPr>
              <a:t>for</a:t>
            </a:r>
            <a:r>
              <a:rPr lang="de-DE" sz="1000">
                <a:solidFill>
                  <a:schemeClr val="tx2"/>
                </a:solidFill>
              </a:rPr>
              <a:t> such </a:t>
            </a:r>
            <a:r>
              <a:rPr lang="de-DE" sz="1000" err="1">
                <a:solidFill>
                  <a:schemeClr val="tx2"/>
                </a:solidFill>
              </a:rPr>
              <a:t>investigation</a:t>
            </a:r>
            <a:r>
              <a:rPr lang="de-DE" sz="1000">
                <a:solidFill>
                  <a:schemeClr val="tx2"/>
                </a:solidFill>
              </a:rPr>
              <a:t>:</a:t>
            </a:r>
          </a:p>
          <a:p>
            <a:pPr marL="171450" indent="-171450">
              <a:spcAft>
                <a:spcPts val="300"/>
              </a:spcAft>
              <a:buSzPct val="100000"/>
              <a:buFont typeface="Arial" panose="020B0604020202020204" pitchFamily="34" charset="0"/>
              <a:buChar char="•"/>
            </a:pPr>
            <a:r>
              <a:rPr lang="de-DE" sz="1000">
                <a:solidFill>
                  <a:schemeClr val="tx2"/>
                </a:solidFill>
              </a:rPr>
              <a:t>Analyze </a:t>
            </a:r>
            <a:r>
              <a:rPr lang="de-DE" sz="1000" b="1">
                <a:solidFill>
                  <a:schemeClr val="tx2"/>
                </a:solidFill>
              </a:rPr>
              <a:t>/</a:t>
            </a:r>
            <a:r>
              <a:rPr lang="de-DE" sz="1000" b="1" err="1">
                <a:solidFill>
                  <a:schemeClr val="tx2"/>
                </a:solidFill>
              </a:rPr>
              <a:t>proc</a:t>
            </a:r>
            <a:r>
              <a:rPr lang="de-DE" sz="1000" b="1">
                <a:solidFill>
                  <a:schemeClr val="tx2"/>
                </a:solidFill>
              </a:rPr>
              <a:t>/</a:t>
            </a:r>
            <a:r>
              <a:rPr lang="de-DE" sz="1000" b="1" err="1">
                <a:solidFill>
                  <a:schemeClr val="tx2"/>
                </a:solidFill>
              </a:rPr>
              <a:t>interrupts</a:t>
            </a:r>
            <a:r>
              <a:rPr lang="de-DE" sz="1000" b="1">
                <a:solidFill>
                  <a:schemeClr val="tx2"/>
                </a:solidFill>
              </a:rPr>
              <a:t> </a:t>
            </a:r>
            <a:r>
              <a:rPr lang="de-DE" sz="1000">
                <a:solidFill>
                  <a:schemeClr val="tx2"/>
                </a:solidFill>
              </a:rPr>
              <a:t>(also </a:t>
            </a:r>
            <a:r>
              <a:rPr lang="de-DE" sz="1000" err="1">
                <a:solidFill>
                  <a:schemeClr val="tx2"/>
                </a:solidFill>
              </a:rPr>
              <a:t>part</a:t>
            </a:r>
            <a:r>
              <a:rPr lang="de-DE" sz="1000">
                <a:solidFill>
                  <a:schemeClr val="tx2"/>
                </a:solidFill>
              </a:rPr>
              <a:t> </a:t>
            </a:r>
            <a:r>
              <a:rPr lang="de-DE" sz="1000" err="1">
                <a:solidFill>
                  <a:schemeClr val="tx2"/>
                </a:solidFill>
              </a:rPr>
              <a:t>of</a:t>
            </a:r>
            <a:r>
              <a:rPr lang="de-DE" sz="1000">
                <a:solidFill>
                  <a:schemeClr val="tx2"/>
                </a:solidFill>
              </a:rPr>
              <a:t> </a:t>
            </a:r>
            <a:r>
              <a:rPr lang="de-DE" sz="1000" i="1" err="1">
                <a:solidFill>
                  <a:schemeClr val="tx2"/>
                </a:solidFill>
              </a:rPr>
              <a:t>procdump.xxx</a:t>
            </a:r>
            <a:r>
              <a:rPr lang="de-DE" sz="1000" i="1">
                <a:solidFill>
                  <a:schemeClr val="tx2"/>
                </a:solidFill>
              </a:rPr>
              <a:t> </a:t>
            </a:r>
            <a:r>
              <a:rPr lang="de-DE" sz="1000">
                <a:solidFill>
                  <a:schemeClr val="tx2"/>
                </a:solidFill>
              </a:rPr>
              <a:t>in </a:t>
            </a:r>
            <a:r>
              <a:rPr lang="de-DE" sz="1000" err="1">
                <a:solidFill>
                  <a:schemeClr val="tx2"/>
                </a:solidFill>
              </a:rPr>
              <a:t>the</a:t>
            </a:r>
            <a:r>
              <a:rPr lang="de-DE" sz="1000">
                <a:solidFill>
                  <a:schemeClr val="tx2"/>
                </a:solidFill>
              </a:rPr>
              <a:t> </a:t>
            </a:r>
            <a:r>
              <a:rPr lang="de-DE" sz="1000" err="1">
                <a:solidFill>
                  <a:schemeClr val="tx2"/>
                </a:solidFill>
              </a:rPr>
              <a:t>snapshot</a:t>
            </a:r>
            <a:r>
              <a:rPr lang="de-DE" sz="1000">
                <a:solidFill>
                  <a:schemeClr val="tx2"/>
                </a:solidFill>
              </a:rPr>
              <a:t>) and </a:t>
            </a:r>
            <a:r>
              <a:rPr lang="de-DE" sz="1000" err="1">
                <a:solidFill>
                  <a:schemeClr val="tx2"/>
                </a:solidFill>
              </a:rPr>
              <a:t>take</a:t>
            </a:r>
            <a:r>
              <a:rPr lang="de-DE" sz="1000">
                <a:solidFill>
                  <a:schemeClr val="tx2"/>
                </a:solidFill>
              </a:rPr>
              <a:t> care </a:t>
            </a:r>
            <a:r>
              <a:rPr lang="de-DE" sz="1000" err="1">
                <a:solidFill>
                  <a:schemeClr val="tx2"/>
                </a:solidFill>
              </a:rPr>
              <a:t>of</a:t>
            </a:r>
            <a:br>
              <a:rPr lang="de-DE" sz="1000"/>
            </a:br>
            <a:r>
              <a:rPr lang="de-DE" sz="1000" err="1">
                <a:solidFill>
                  <a:schemeClr val="tx2"/>
                </a:solidFill>
              </a:rPr>
              <a:t>suspiciously</a:t>
            </a:r>
            <a:r>
              <a:rPr lang="de-DE" sz="1000">
                <a:solidFill>
                  <a:schemeClr val="tx2"/>
                </a:solidFill>
              </a:rPr>
              <a:t> high </a:t>
            </a:r>
            <a:r>
              <a:rPr lang="de-DE" sz="1000" err="1">
                <a:solidFill>
                  <a:schemeClr val="tx2"/>
                </a:solidFill>
              </a:rPr>
              <a:t>numbers</a:t>
            </a:r>
            <a:r>
              <a:rPr lang="de-DE" sz="1000">
                <a:solidFill>
                  <a:schemeClr val="tx2"/>
                </a:solidFill>
              </a:rPr>
              <a:t> </a:t>
            </a:r>
            <a:r>
              <a:rPr lang="de-DE" sz="1000" err="1">
                <a:solidFill>
                  <a:schemeClr val="tx2"/>
                </a:solidFill>
              </a:rPr>
              <a:t>of</a:t>
            </a:r>
            <a:r>
              <a:rPr lang="de-DE" sz="1000">
                <a:solidFill>
                  <a:schemeClr val="tx2"/>
                </a:solidFill>
              </a:rPr>
              <a:t> </a:t>
            </a:r>
            <a:r>
              <a:rPr lang="de-DE" sz="1000" err="1">
                <a:solidFill>
                  <a:schemeClr val="tx2"/>
                </a:solidFill>
              </a:rPr>
              <a:t>interrupts</a:t>
            </a:r>
            <a:r>
              <a:rPr lang="de-DE" sz="1000">
                <a:solidFill>
                  <a:schemeClr val="tx2"/>
                </a:solidFill>
              </a:rPr>
              <a:t> per service</a:t>
            </a:r>
            <a:br>
              <a:rPr lang="de-DE" sz="1000">
                <a:solidFill>
                  <a:schemeClr val="tx2"/>
                </a:solidFill>
              </a:rPr>
            </a:br>
            <a:endParaRPr lang="de-DE" sz="1000">
              <a:solidFill>
                <a:schemeClr val="tx2"/>
              </a:solidFill>
            </a:endParaRPr>
          </a:p>
          <a:p>
            <a:pPr marL="171450" indent="-171450" algn="l">
              <a:spcAft>
                <a:spcPts val="300"/>
              </a:spcAft>
              <a:buSzPct val="100000"/>
              <a:buFont typeface="Arial" panose="020B0604020202020204" pitchFamily="34" charset="0"/>
              <a:buChar char="•"/>
            </a:pPr>
            <a:r>
              <a:rPr lang="de-DE" sz="1000">
                <a:solidFill>
                  <a:schemeClr val="tx2"/>
                </a:solidFill>
              </a:rPr>
              <a:t>in </a:t>
            </a:r>
            <a:r>
              <a:rPr lang="de-DE" sz="1000" err="1">
                <a:solidFill>
                  <a:schemeClr val="tx2"/>
                </a:solidFill>
              </a:rPr>
              <a:t>addition</a:t>
            </a:r>
            <a:r>
              <a:rPr lang="de-DE" sz="1000">
                <a:solidFill>
                  <a:schemeClr val="tx2"/>
                </a:solidFill>
              </a:rPr>
              <a:t> </a:t>
            </a:r>
            <a:r>
              <a:rPr lang="de-DE" sz="1000" err="1">
                <a:solidFill>
                  <a:schemeClr val="tx2"/>
                </a:solidFill>
              </a:rPr>
              <a:t>it</a:t>
            </a:r>
            <a:r>
              <a:rPr lang="de-DE" sz="1000">
                <a:solidFill>
                  <a:schemeClr val="tx2"/>
                </a:solidFill>
              </a:rPr>
              <a:t> </a:t>
            </a:r>
            <a:r>
              <a:rPr lang="de-DE" sz="1000" err="1">
                <a:solidFill>
                  <a:schemeClr val="tx2"/>
                </a:solidFill>
              </a:rPr>
              <a:t>can</a:t>
            </a:r>
            <a:r>
              <a:rPr lang="de-DE" sz="1000">
                <a:solidFill>
                  <a:schemeClr val="tx2"/>
                </a:solidFill>
              </a:rPr>
              <a:t> </a:t>
            </a:r>
            <a:r>
              <a:rPr lang="de-DE" sz="1000" err="1">
                <a:solidFill>
                  <a:schemeClr val="tx2"/>
                </a:solidFill>
              </a:rPr>
              <a:t>be</a:t>
            </a:r>
            <a:r>
              <a:rPr lang="de-DE" sz="1000">
                <a:solidFill>
                  <a:schemeClr val="tx2"/>
                </a:solidFill>
              </a:rPr>
              <a:t> </a:t>
            </a:r>
            <a:r>
              <a:rPr lang="de-DE" sz="1000" err="1">
                <a:solidFill>
                  <a:schemeClr val="tx2"/>
                </a:solidFill>
              </a:rPr>
              <a:t>investigated</a:t>
            </a:r>
            <a:r>
              <a:rPr lang="de-DE" sz="1000">
                <a:solidFill>
                  <a:schemeClr val="tx2"/>
                </a:solidFill>
              </a:rPr>
              <a:t> via „</a:t>
            </a:r>
            <a:r>
              <a:rPr lang="de-DE" sz="1000">
                <a:solidFill>
                  <a:schemeClr val="tx2"/>
                </a:solidFill>
                <a:hlinkClick r:id="rId2">
                  <a:extLst>
                    <a:ext uri="{A12FA001-AC4F-418D-AE19-62706E023703}">
                      <ahyp:hlinkClr xmlns:ahyp="http://schemas.microsoft.com/office/drawing/2018/hyperlinkcolor" val="tx"/>
                    </a:ext>
                  </a:extLst>
                </a:hlinkClick>
              </a:rPr>
              <a:t>@perf top/record</a:t>
            </a:r>
            <a:r>
              <a:rPr lang="de-DE" sz="1000">
                <a:solidFill>
                  <a:schemeClr val="tx2"/>
                </a:solidFill>
              </a:rPr>
              <a:t>“</a:t>
            </a:r>
            <a:br>
              <a:rPr lang="de-DE" sz="1000"/>
            </a:br>
            <a:r>
              <a:rPr lang="de-DE" sz="1000" err="1">
                <a:solidFill>
                  <a:schemeClr val="tx2"/>
                </a:solidFill>
              </a:rPr>
              <a:t>it</a:t>
            </a:r>
            <a:r>
              <a:rPr lang="de-DE" sz="1000">
                <a:solidFill>
                  <a:schemeClr val="tx2"/>
                </a:solidFill>
              </a:rPr>
              <a:t> will </a:t>
            </a:r>
            <a:r>
              <a:rPr lang="de-DE" sz="1000" err="1">
                <a:solidFill>
                  <a:schemeClr val="tx2"/>
                </a:solidFill>
              </a:rPr>
              <a:t>show</a:t>
            </a:r>
            <a:r>
              <a:rPr lang="de-DE" sz="1000">
                <a:solidFill>
                  <a:schemeClr val="tx2"/>
                </a:solidFill>
              </a:rPr>
              <a:t> a </a:t>
            </a:r>
            <a:r>
              <a:rPr lang="de-DE" sz="1000" err="1">
                <a:solidFill>
                  <a:schemeClr val="tx2"/>
                </a:solidFill>
              </a:rPr>
              <a:t>statistical</a:t>
            </a:r>
            <a:r>
              <a:rPr lang="de-DE" sz="1000">
                <a:solidFill>
                  <a:schemeClr val="tx2"/>
                </a:solidFill>
              </a:rPr>
              <a:t> </a:t>
            </a:r>
            <a:r>
              <a:rPr lang="de-DE" sz="1000" err="1">
                <a:solidFill>
                  <a:schemeClr val="tx2"/>
                </a:solidFill>
              </a:rPr>
              <a:t>overview</a:t>
            </a:r>
            <a:r>
              <a:rPr lang="de-DE" sz="1000">
                <a:solidFill>
                  <a:schemeClr val="tx2"/>
                </a:solidFill>
              </a:rPr>
              <a:t> </a:t>
            </a:r>
            <a:r>
              <a:rPr lang="de-DE" sz="1000" err="1">
                <a:solidFill>
                  <a:schemeClr val="tx2"/>
                </a:solidFill>
              </a:rPr>
              <a:t>of</a:t>
            </a:r>
            <a:r>
              <a:rPr lang="de-DE" sz="1000">
                <a:solidFill>
                  <a:schemeClr val="tx2"/>
                </a:solidFill>
              </a:rPr>
              <a:t> </a:t>
            </a:r>
            <a:r>
              <a:rPr lang="de-DE" sz="1000" err="1">
                <a:solidFill>
                  <a:schemeClr val="tx2"/>
                </a:solidFill>
              </a:rPr>
              <a:t>called</a:t>
            </a:r>
            <a:r>
              <a:rPr lang="de-DE" sz="1000">
                <a:solidFill>
                  <a:schemeClr val="tx2"/>
                </a:solidFill>
              </a:rPr>
              <a:t> </a:t>
            </a:r>
            <a:r>
              <a:rPr lang="de-DE" sz="1000" err="1">
                <a:solidFill>
                  <a:schemeClr val="tx2"/>
                </a:solidFill>
              </a:rPr>
              <a:t>kernel</a:t>
            </a:r>
            <a:r>
              <a:rPr lang="de-DE" sz="1000">
                <a:solidFill>
                  <a:schemeClr val="tx2"/>
                </a:solidFill>
              </a:rPr>
              <a:t> </a:t>
            </a:r>
            <a:r>
              <a:rPr lang="de-DE" sz="1000" err="1">
                <a:solidFill>
                  <a:schemeClr val="tx2"/>
                </a:solidFill>
              </a:rPr>
              <a:t>function</a:t>
            </a:r>
            <a:r>
              <a:rPr lang="de-DE" sz="1000">
                <a:solidFill>
                  <a:schemeClr val="tx2"/>
                </a:solidFill>
              </a:rPr>
              <a:t> such </a:t>
            </a:r>
            <a:r>
              <a:rPr lang="de-DE" sz="1000" err="1">
                <a:solidFill>
                  <a:schemeClr val="tx2"/>
                </a:solidFill>
              </a:rPr>
              <a:t>as</a:t>
            </a:r>
            <a:r>
              <a:rPr lang="de-DE" sz="1000">
                <a:solidFill>
                  <a:schemeClr val="tx2"/>
                </a:solidFill>
              </a:rPr>
              <a:t> </a:t>
            </a:r>
            <a:r>
              <a:rPr lang="de-DE" sz="1000" err="1">
                <a:solidFill>
                  <a:schemeClr val="tx2"/>
                </a:solidFill>
              </a:rPr>
              <a:t>the</a:t>
            </a:r>
            <a:r>
              <a:rPr lang="de-DE" sz="1000">
                <a:solidFill>
                  <a:schemeClr val="tx2"/>
                </a:solidFill>
              </a:rPr>
              <a:t> </a:t>
            </a:r>
            <a:r>
              <a:rPr lang="de-DE" sz="1000" err="1">
                <a:solidFill>
                  <a:schemeClr val="tx2"/>
                </a:solidFill>
              </a:rPr>
              <a:t>most</a:t>
            </a:r>
            <a:r>
              <a:rPr lang="de-DE" sz="1000">
                <a:solidFill>
                  <a:schemeClr val="tx2"/>
                </a:solidFill>
              </a:rPr>
              <a:t> </a:t>
            </a:r>
            <a:r>
              <a:rPr lang="de-DE" sz="1000" err="1">
                <a:solidFill>
                  <a:schemeClr val="tx2"/>
                </a:solidFill>
              </a:rPr>
              <a:t>frequently</a:t>
            </a:r>
            <a:r>
              <a:rPr lang="de-DE" sz="1000">
                <a:solidFill>
                  <a:schemeClr val="tx2"/>
                </a:solidFill>
              </a:rPr>
              <a:t> </a:t>
            </a:r>
            <a:r>
              <a:rPr lang="de-DE" sz="1000" err="1">
                <a:solidFill>
                  <a:schemeClr val="tx2"/>
                </a:solidFill>
              </a:rPr>
              <a:t>running</a:t>
            </a:r>
            <a:br>
              <a:rPr lang="de-DE" sz="1000"/>
            </a:br>
            <a:r>
              <a:rPr lang="de-DE" sz="1000" err="1">
                <a:solidFill>
                  <a:schemeClr val="tx2"/>
                </a:solidFill>
              </a:rPr>
              <a:t>interrupt</a:t>
            </a:r>
            <a:r>
              <a:rPr lang="de-DE" sz="1000">
                <a:solidFill>
                  <a:schemeClr val="tx2"/>
                </a:solidFill>
              </a:rPr>
              <a:t> </a:t>
            </a:r>
            <a:r>
              <a:rPr lang="de-DE" sz="1000" err="1">
                <a:solidFill>
                  <a:schemeClr val="tx2"/>
                </a:solidFill>
              </a:rPr>
              <a:t>service</a:t>
            </a:r>
            <a:r>
              <a:rPr lang="de-DE" sz="1000">
                <a:solidFill>
                  <a:schemeClr val="tx2"/>
                </a:solidFill>
              </a:rPr>
              <a:t> </a:t>
            </a:r>
            <a:r>
              <a:rPr lang="de-DE" sz="1000" err="1">
                <a:solidFill>
                  <a:schemeClr val="tx2"/>
                </a:solidFill>
              </a:rPr>
              <a:t>routine</a:t>
            </a:r>
            <a:r>
              <a:rPr lang="de-DE" sz="1000">
                <a:solidFill>
                  <a:schemeClr val="tx2"/>
                </a:solidFill>
              </a:rPr>
              <a:t> and </a:t>
            </a:r>
            <a:r>
              <a:rPr lang="de-DE" sz="1000" err="1">
                <a:solidFill>
                  <a:schemeClr val="tx2"/>
                </a:solidFill>
              </a:rPr>
              <a:t>others</a:t>
            </a:r>
            <a:r>
              <a:rPr lang="de-DE" sz="1000">
                <a:solidFill>
                  <a:schemeClr val="tx2"/>
                </a:solidFill>
              </a:rPr>
              <a:t>, e.g.:</a:t>
            </a:r>
          </a:p>
          <a:p>
            <a:pPr algn="l">
              <a:spcAft>
                <a:spcPts val="300"/>
              </a:spcAft>
              <a:buSzPct val="100000"/>
            </a:pPr>
            <a:endParaRPr lang="de-DE" sz="1200">
              <a:solidFill>
                <a:schemeClr val="tx2"/>
              </a:solidFill>
            </a:endParaRPr>
          </a:p>
          <a:p>
            <a:pPr>
              <a:spcAft>
                <a:spcPts val="300"/>
              </a:spcAft>
              <a:buSzPct val="100000"/>
            </a:pPr>
            <a:endParaRPr lang="de-DE" sz="1200">
              <a:solidFill>
                <a:schemeClr val="tx2"/>
              </a:solidFill>
            </a:endParaRPr>
          </a:p>
        </p:txBody>
      </p:sp>
      <p:pic>
        <p:nvPicPr>
          <p:cNvPr id="7" name="Picture 6">
            <a:extLst>
              <a:ext uri="{FF2B5EF4-FFF2-40B4-BE49-F238E27FC236}">
                <a16:creationId xmlns:a16="http://schemas.microsoft.com/office/drawing/2014/main" id="{306FCBFB-0E1F-44E6-8753-11CF19D09331}"/>
              </a:ext>
            </a:extLst>
          </p:cNvPr>
          <p:cNvPicPr>
            <a:picLocks noChangeAspect="1"/>
          </p:cNvPicPr>
          <p:nvPr/>
        </p:nvPicPr>
        <p:blipFill>
          <a:blip r:embed="rId3"/>
          <a:stretch>
            <a:fillRect/>
          </a:stretch>
        </p:blipFill>
        <p:spPr>
          <a:xfrm>
            <a:off x="594805" y="2658084"/>
            <a:ext cx="4404367" cy="2026366"/>
          </a:xfrm>
          <a:prstGeom prst="rect">
            <a:avLst/>
          </a:prstGeom>
        </p:spPr>
      </p:pic>
      <p:sp>
        <p:nvSpPr>
          <p:cNvPr id="8" name="TextBox 7">
            <a:extLst>
              <a:ext uri="{FF2B5EF4-FFF2-40B4-BE49-F238E27FC236}">
                <a16:creationId xmlns:a16="http://schemas.microsoft.com/office/drawing/2014/main" id="{66801F68-33A2-49AF-8CDD-D875D8D0AF09}"/>
              </a:ext>
            </a:extLst>
          </p:cNvPr>
          <p:cNvSpPr txBox="1"/>
          <p:nvPr/>
        </p:nvSpPr>
        <p:spPr>
          <a:xfrm>
            <a:off x="5360988" y="3097626"/>
            <a:ext cx="3208924" cy="503749"/>
          </a:xfrm>
          <a:prstGeom prst="rect">
            <a:avLst/>
          </a:prstGeom>
          <a:noFill/>
          <a:ln w="19050">
            <a:solidFill>
              <a:srgbClr val="FF0000"/>
            </a:solidFill>
          </a:ln>
        </p:spPr>
        <p:txBody>
          <a:bodyPr wrap="none" lIns="72000" tIns="72000" rIns="72000" bIns="72000" rtlCol="0">
            <a:noAutofit/>
          </a:bodyPr>
          <a:lstStyle/>
          <a:p>
            <a:pPr algn="l">
              <a:spcAft>
                <a:spcPts val="300"/>
              </a:spcAft>
              <a:buSzPct val="100000"/>
            </a:pPr>
            <a:r>
              <a:rPr lang="de-DE" sz="1100">
                <a:solidFill>
                  <a:schemeClr val="tx2"/>
                </a:solidFill>
                <a:highlight>
                  <a:srgbClr val="FFFF00"/>
                </a:highlight>
              </a:rPr>
              <a:t>NOTE</a:t>
            </a:r>
            <a:r>
              <a:rPr lang="de-DE" sz="1100">
                <a:solidFill>
                  <a:schemeClr val="tx2"/>
                </a:solidFill>
              </a:rPr>
              <a:t>: in </a:t>
            </a:r>
            <a:r>
              <a:rPr lang="de-DE" sz="1100" err="1">
                <a:solidFill>
                  <a:schemeClr val="tx2"/>
                </a:solidFill>
              </a:rPr>
              <a:t>case</a:t>
            </a:r>
            <a:r>
              <a:rPr lang="de-DE" sz="1100">
                <a:solidFill>
                  <a:schemeClr val="tx2"/>
                </a:solidFill>
              </a:rPr>
              <a:t> </a:t>
            </a:r>
            <a:r>
              <a:rPr lang="de-DE" sz="1100" err="1">
                <a:solidFill>
                  <a:schemeClr val="tx2"/>
                </a:solidFill>
              </a:rPr>
              <a:t>of</a:t>
            </a:r>
            <a:r>
              <a:rPr lang="de-DE" sz="1100">
                <a:solidFill>
                  <a:schemeClr val="tx2"/>
                </a:solidFill>
              </a:rPr>
              <a:t> </a:t>
            </a:r>
            <a:r>
              <a:rPr lang="de-DE" sz="1100" err="1">
                <a:solidFill>
                  <a:schemeClr val="tx2"/>
                </a:solidFill>
              </a:rPr>
              <a:t>full</a:t>
            </a:r>
            <a:r>
              <a:rPr lang="de-DE" sz="1100">
                <a:solidFill>
                  <a:schemeClr val="tx2"/>
                </a:solidFill>
              </a:rPr>
              <a:t> </a:t>
            </a:r>
            <a:r>
              <a:rPr lang="de-DE" sz="1100" err="1">
                <a:solidFill>
                  <a:schemeClr val="tx2"/>
                </a:solidFill>
              </a:rPr>
              <a:t>eNB</a:t>
            </a:r>
            <a:r>
              <a:rPr lang="de-DE" sz="1100">
                <a:solidFill>
                  <a:schemeClr val="tx2"/>
                </a:solidFill>
              </a:rPr>
              <a:t> </a:t>
            </a:r>
            <a:r>
              <a:rPr lang="de-DE" sz="1100" err="1">
                <a:solidFill>
                  <a:schemeClr val="tx2"/>
                </a:solidFill>
              </a:rPr>
              <a:t>software</a:t>
            </a:r>
            <a:r>
              <a:rPr lang="de-DE" sz="1100">
                <a:solidFill>
                  <a:schemeClr val="tx2"/>
                </a:solidFill>
              </a:rPr>
              <a:t> </a:t>
            </a:r>
            <a:r>
              <a:rPr lang="de-DE" sz="1100" err="1">
                <a:solidFill>
                  <a:schemeClr val="tx2"/>
                </a:solidFill>
              </a:rPr>
              <a:t>stack</a:t>
            </a:r>
            <a:r>
              <a:rPr lang="de-DE" sz="1100">
                <a:solidFill>
                  <a:schemeClr val="tx2"/>
                </a:solidFill>
              </a:rPr>
              <a:t>, CCS</a:t>
            </a:r>
          </a:p>
          <a:p>
            <a:pPr algn="l">
              <a:spcAft>
                <a:spcPts val="300"/>
              </a:spcAft>
              <a:buSzPct val="100000"/>
            </a:pPr>
            <a:r>
              <a:rPr lang="de-DE" sz="1100" err="1">
                <a:solidFill>
                  <a:schemeClr val="tx2"/>
                </a:solidFill>
              </a:rPr>
              <a:t>collects</a:t>
            </a:r>
            <a:r>
              <a:rPr lang="de-DE" sz="1100">
                <a:solidFill>
                  <a:schemeClr val="tx2"/>
                </a:solidFill>
              </a:rPr>
              <a:t> also </a:t>
            </a:r>
            <a:r>
              <a:rPr lang="de-DE" sz="1100" err="1">
                <a:solidFill>
                  <a:schemeClr val="tx2"/>
                </a:solidFill>
              </a:rPr>
              <a:t>perf</a:t>
            </a:r>
            <a:r>
              <a:rPr lang="de-DE" sz="1100">
                <a:solidFill>
                  <a:schemeClr val="tx2"/>
                </a:solidFill>
              </a:rPr>
              <a:t> </a:t>
            </a:r>
            <a:r>
              <a:rPr lang="de-DE" sz="1100" err="1">
                <a:solidFill>
                  <a:schemeClr val="tx2"/>
                </a:solidFill>
              </a:rPr>
              <a:t>data</a:t>
            </a:r>
            <a:r>
              <a:rPr lang="de-DE" sz="1100">
                <a:solidFill>
                  <a:schemeClr val="tx2"/>
                </a:solidFill>
              </a:rPr>
              <a:t>.</a:t>
            </a:r>
          </a:p>
        </p:txBody>
      </p:sp>
    </p:spTree>
    <p:extLst>
      <p:ext uri="{BB962C8B-B14F-4D97-AF65-F5344CB8AC3E}">
        <p14:creationId xmlns:p14="http://schemas.microsoft.com/office/powerpoint/2010/main" val="1117522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02909-0A88-4098-97E9-3C4DFDEBA5F5}"/>
              </a:ext>
            </a:extLst>
          </p:cNvPr>
          <p:cNvSpPr>
            <a:spLocks noGrp="1"/>
          </p:cNvSpPr>
          <p:nvPr>
            <p:ph type="body" sz="quarter" idx="11"/>
          </p:nvPr>
        </p:nvSpPr>
        <p:spPr>
          <a:xfrm>
            <a:off x="2126804" y="2214173"/>
            <a:ext cx="5463001" cy="643989"/>
          </a:xfrm>
        </p:spPr>
        <p:txBody>
          <a:bodyPr lIns="0" tIns="0" rIns="0" bIns="0" anchor="t"/>
          <a:lstStyle/>
          <a:p>
            <a:r>
              <a:rPr lang="de-DE" sz="3200"/>
              <a:t>System Performance/</a:t>
            </a:r>
            <a:r>
              <a:rPr lang="de-DE" sz="3200" err="1"/>
              <a:t>Latency</a:t>
            </a:r>
          </a:p>
        </p:txBody>
      </p:sp>
      <p:sp>
        <p:nvSpPr>
          <p:cNvPr id="6" name="Footer Placeholder 5">
            <a:extLst>
              <a:ext uri="{FF2B5EF4-FFF2-40B4-BE49-F238E27FC236}">
                <a16:creationId xmlns:a16="http://schemas.microsoft.com/office/drawing/2014/main" id="{7CED980E-F64A-46E6-B3E4-D58E03CBFD2E}"/>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356959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Performance/</a:t>
            </a:r>
            <a:r>
              <a:rPr lang="de-DE" sz="1600" b="1" err="1"/>
              <a:t>Latency</a:t>
            </a:r>
            <a:r>
              <a:rPr lang="de-DE" sz="1600" b="1"/>
              <a:t> </a:t>
            </a:r>
            <a:r>
              <a:rPr lang="de-DE" sz="1600"/>
              <a:t>– </a:t>
            </a:r>
            <a:r>
              <a:rPr lang="de-DE" sz="1600" err="1"/>
              <a:t>Jitter</a:t>
            </a:r>
            <a:r>
              <a:rPr lang="de-DE" sz="1600"/>
              <a:t> </a:t>
            </a:r>
            <a:r>
              <a:rPr lang="de-DE" sz="1600" err="1"/>
              <a:t>and</a:t>
            </a:r>
            <a:r>
              <a:rPr lang="de-DE" sz="1600"/>
              <a:t> </a:t>
            </a:r>
            <a:r>
              <a:rPr lang="de-DE" sz="1600" err="1"/>
              <a:t>delays</a:t>
            </a:r>
            <a:r>
              <a:rPr lang="de-DE" sz="1600"/>
              <a:t> in Real-Time </a:t>
            </a:r>
            <a:r>
              <a:rPr lang="de-DE" sz="1600" err="1"/>
              <a:t>applications</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01841" y="979468"/>
            <a:ext cx="6681926" cy="3138664"/>
          </a:xfrm>
          <a:prstGeom prst="rect">
            <a:avLst/>
          </a:prstGeom>
          <a:noFill/>
        </p:spPr>
        <p:txBody>
          <a:bodyPr wrap="none" lIns="72000" tIns="72000" rIns="72000" bIns="72000" rtlCol="0">
            <a:noAutofit/>
          </a:bodyPr>
          <a:lstStyle/>
          <a:p>
            <a:pPr algn="l">
              <a:spcAft>
                <a:spcPts val="300"/>
              </a:spcAft>
              <a:buSzPct val="100000"/>
            </a:pPr>
            <a:r>
              <a:rPr lang="de-DE" sz="1200" b="1" u="sng">
                <a:solidFill>
                  <a:schemeClr val="tx2"/>
                </a:solidFill>
              </a:rPr>
              <a:t>Symptom</a:t>
            </a:r>
            <a:r>
              <a:rPr lang="de-DE" sz="1200">
                <a:solidFill>
                  <a:schemeClr val="tx2"/>
                </a:solidFill>
              </a:rPr>
              <a:t>: </a:t>
            </a:r>
            <a:r>
              <a:rPr lang="de-DE" sz="1200" err="1">
                <a:solidFill>
                  <a:schemeClr val="tx2"/>
                </a:solidFill>
              </a:rPr>
              <a:t>Jitter</a:t>
            </a:r>
            <a:r>
              <a:rPr lang="de-DE" sz="1200">
                <a:solidFill>
                  <a:schemeClr val="tx2"/>
                </a:solidFill>
              </a:rPr>
              <a:t> </a:t>
            </a:r>
            <a:r>
              <a:rPr lang="de-DE" sz="1200" err="1">
                <a:solidFill>
                  <a:schemeClr val="tx2"/>
                </a:solidFill>
              </a:rPr>
              <a:t>and</a:t>
            </a:r>
            <a:r>
              <a:rPr lang="de-DE" sz="1200">
                <a:solidFill>
                  <a:schemeClr val="tx2"/>
                </a:solidFill>
              </a:rPr>
              <a:t> </a:t>
            </a:r>
            <a:r>
              <a:rPr lang="de-DE" sz="1200" err="1">
                <a:solidFill>
                  <a:schemeClr val="tx2"/>
                </a:solidFill>
              </a:rPr>
              <a:t>delays</a:t>
            </a:r>
            <a:r>
              <a:rPr lang="de-DE" sz="1200">
                <a:solidFill>
                  <a:schemeClr val="tx2"/>
                </a:solidFill>
              </a:rPr>
              <a:t> in Real-Time </a:t>
            </a:r>
            <a:r>
              <a:rPr lang="de-DE" sz="1200" err="1">
                <a:solidFill>
                  <a:schemeClr val="tx2"/>
                </a:solidFill>
              </a:rPr>
              <a:t>applications</a:t>
            </a:r>
            <a:r>
              <a:rPr lang="de-DE" sz="1200">
                <a:solidFill>
                  <a:schemeClr val="tx2"/>
                </a:solidFill>
              </a:rPr>
              <a:t> on </a:t>
            </a:r>
            <a:r>
              <a:rPr lang="de-DE" sz="1200" err="1">
                <a:solidFill>
                  <a:schemeClr val="tx2"/>
                </a:solidFill>
              </a:rPr>
              <a:t>isolated</a:t>
            </a:r>
            <a:r>
              <a:rPr lang="de-DE" sz="1200">
                <a:solidFill>
                  <a:schemeClr val="tx2"/>
                </a:solidFill>
              </a:rPr>
              <a:t> </a:t>
            </a:r>
            <a:r>
              <a:rPr lang="de-DE" sz="1200" err="1">
                <a:solidFill>
                  <a:schemeClr val="tx2"/>
                </a:solidFill>
              </a:rPr>
              <a:t>cores</a:t>
            </a:r>
            <a:r>
              <a:rPr lang="de-DE" sz="1200">
                <a:solidFill>
                  <a:schemeClr val="tx2"/>
                </a:solidFill>
              </a:rPr>
              <a:t> like </a:t>
            </a:r>
            <a:r>
              <a:rPr lang="de-DE" sz="1200" err="1">
                <a:solidFill>
                  <a:schemeClr val="tx2"/>
                </a:solidFill>
              </a:rPr>
              <a:t>the</a:t>
            </a:r>
            <a:r>
              <a:rPr lang="de-DE" sz="1200">
                <a:solidFill>
                  <a:schemeClr val="tx2"/>
                </a:solidFill>
              </a:rPr>
              <a:t> </a:t>
            </a:r>
            <a:r>
              <a:rPr lang="de-DE" sz="1200" err="1">
                <a:solidFill>
                  <a:schemeClr val="tx2"/>
                </a:solidFill>
              </a:rPr>
              <a:t>Eventmachine</a:t>
            </a:r>
            <a:endParaRPr lang="de-DE" sz="1200">
              <a:solidFill>
                <a:schemeClr val="tx2"/>
              </a:solidFill>
            </a:endParaRPr>
          </a:p>
          <a:p>
            <a:pPr algn="l">
              <a:spcAft>
                <a:spcPts val="300"/>
              </a:spcAft>
              <a:buSzPct val="100000"/>
            </a:pPr>
            <a:endParaRPr lang="de-DE" sz="1200">
              <a:solidFill>
                <a:schemeClr val="tx2"/>
              </a:solidFill>
            </a:endParaRPr>
          </a:p>
          <a:p>
            <a:pPr algn="l">
              <a:spcAft>
                <a:spcPts val="300"/>
              </a:spcAft>
              <a:buSzPct val="100000"/>
            </a:pPr>
            <a:r>
              <a:rPr lang="en-US" sz="1200">
                <a:solidFill>
                  <a:schemeClr val="tx2"/>
                </a:solidFill>
              </a:rPr>
              <a:t>Root cause in most of the cases is wrong design/implementation of the RT application itself.</a:t>
            </a:r>
          </a:p>
          <a:p>
            <a:pPr algn="l">
              <a:spcAft>
                <a:spcPts val="300"/>
              </a:spcAft>
              <a:buSzPct val="100000"/>
            </a:pPr>
            <a:r>
              <a:rPr lang="en-US" sz="1200">
                <a:solidFill>
                  <a:schemeClr val="tx2"/>
                </a:solidFill>
              </a:rPr>
              <a:t>RT application must take care that it doesn‘t call kernel functions like system calls and initializes</a:t>
            </a:r>
          </a:p>
          <a:p>
            <a:pPr algn="l">
              <a:spcAft>
                <a:spcPts val="300"/>
              </a:spcAft>
              <a:buSzPct val="100000"/>
            </a:pPr>
            <a:r>
              <a:rPr lang="en-US" sz="1200">
                <a:solidFill>
                  <a:schemeClr val="tx2"/>
                </a:solidFill>
              </a:rPr>
              <a:t>the memory properly to avoid </a:t>
            </a:r>
            <a:r>
              <a:rPr lang="en-US" sz="1200">
                <a:solidFill>
                  <a:schemeClr val="tx2"/>
                </a:solidFill>
                <a:hlinkClick r:id="rId2"/>
              </a:rPr>
              <a:t>@page faults </a:t>
            </a:r>
            <a:r>
              <a:rPr lang="en-US" sz="1200">
                <a:solidFill>
                  <a:schemeClr val="tx2"/>
                </a:solidFill>
              </a:rPr>
              <a:t>for such memory during runtime of the RT app.</a:t>
            </a:r>
          </a:p>
          <a:p>
            <a:pPr algn="l">
              <a:spcAft>
                <a:spcPts val="300"/>
              </a:spcAft>
              <a:buSzPct val="100000"/>
            </a:pPr>
            <a:endParaRPr lang="en-US" sz="1200">
              <a:solidFill>
                <a:schemeClr val="tx2"/>
              </a:solidFill>
            </a:endParaRPr>
          </a:p>
          <a:p>
            <a:pPr algn="l">
              <a:spcAft>
                <a:spcPts val="300"/>
              </a:spcAft>
              <a:buSzPct val="100000"/>
            </a:pPr>
            <a:r>
              <a:rPr lang="de-DE" sz="1200">
                <a:solidFill>
                  <a:schemeClr val="tx2"/>
                </a:solidFill>
              </a:rPr>
              <a:t>A </a:t>
            </a:r>
            <a:r>
              <a:rPr lang="de-DE" sz="1200" err="1">
                <a:solidFill>
                  <a:schemeClr val="tx2"/>
                </a:solidFill>
              </a:rPr>
              <a:t>method</a:t>
            </a:r>
            <a:r>
              <a:rPr lang="de-DE" sz="1200">
                <a:solidFill>
                  <a:schemeClr val="tx2"/>
                </a:solidFill>
              </a:rPr>
              <a:t> </a:t>
            </a:r>
            <a:r>
              <a:rPr lang="de-DE" sz="1200" err="1">
                <a:solidFill>
                  <a:schemeClr val="tx2"/>
                </a:solidFill>
              </a:rPr>
              <a:t>to</a:t>
            </a:r>
            <a:r>
              <a:rPr lang="de-DE" sz="1200">
                <a:solidFill>
                  <a:schemeClr val="tx2"/>
                </a:solidFill>
              </a:rPr>
              <a:t> </a:t>
            </a:r>
            <a:r>
              <a:rPr lang="de-DE" sz="1200" err="1">
                <a:solidFill>
                  <a:schemeClr val="tx2"/>
                </a:solidFill>
              </a:rPr>
              <a:t>debug</a:t>
            </a:r>
            <a:r>
              <a:rPr lang="de-DE" sz="1200">
                <a:solidFill>
                  <a:schemeClr val="tx2"/>
                </a:solidFill>
              </a:rPr>
              <a:t> </a:t>
            </a:r>
            <a:r>
              <a:rPr lang="de-DE" sz="1200" err="1">
                <a:solidFill>
                  <a:schemeClr val="tx2"/>
                </a:solidFill>
              </a:rPr>
              <a:t>latency</a:t>
            </a:r>
            <a:r>
              <a:rPr lang="de-DE" sz="1200">
                <a:solidFill>
                  <a:schemeClr val="tx2"/>
                </a:solidFill>
              </a:rPr>
              <a:t> </a:t>
            </a:r>
            <a:r>
              <a:rPr lang="de-DE" sz="1200" err="1">
                <a:solidFill>
                  <a:schemeClr val="tx2"/>
                </a:solidFill>
              </a:rPr>
              <a:t>problems</a:t>
            </a:r>
            <a:r>
              <a:rPr lang="de-DE" sz="1200">
                <a:solidFill>
                  <a:schemeClr val="tx2"/>
                </a:solidFill>
              </a:rPr>
              <a:t> </a:t>
            </a:r>
            <a:r>
              <a:rPr lang="de-DE" sz="1200" err="1">
                <a:solidFill>
                  <a:schemeClr val="tx2"/>
                </a:solidFill>
              </a:rPr>
              <a:t>is</a:t>
            </a:r>
            <a:r>
              <a:rPr lang="de-DE" sz="1200">
                <a:solidFill>
                  <a:schemeClr val="tx2"/>
                </a:solidFill>
              </a:rPr>
              <a:t> </a:t>
            </a:r>
            <a:r>
              <a:rPr lang="de-DE" sz="1200" err="1">
                <a:solidFill>
                  <a:schemeClr val="tx2"/>
                </a:solidFill>
              </a:rPr>
              <a:t>to</a:t>
            </a:r>
            <a:r>
              <a:rPr lang="de-DE" sz="1200">
                <a:solidFill>
                  <a:schemeClr val="tx2"/>
                </a:solidFill>
              </a:rPr>
              <a:t> </a:t>
            </a:r>
            <a:r>
              <a:rPr lang="de-DE" sz="1200" err="1">
                <a:solidFill>
                  <a:schemeClr val="tx2"/>
                </a:solidFill>
              </a:rPr>
              <a:t>use</a:t>
            </a:r>
            <a:r>
              <a:rPr lang="de-DE" sz="1200">
                <a:solidFill>
                  <a:schemeClr val="tx2"/>
                </a:solidFill>
              </a:rPr>
              <a:t> </a:t>
            </a:r>
            <a:r>
              <a:rPr lang="de-DE" sz="1200">
                <a:solidFill>
                  <a:schemeClr val="tx2"/>
                </a:solidFill>
                <a:hlinkClick r:id="rId3"/>
              </a:rPr>
              <a:t>@FTRACE </a:t>
            </a:r>
            <a:r>
              <a:rPr lang="de-DE" sz="1200" err="1">
                <a:solidFill>
                  <a:schemeClr val="tx2"/>
                </a:solidFill>
              </a:rPr>
              <a:t>instrumentation</a:t>
            </a:r>
            <a:r>
              <a:rPr lang="de-DE" sz="1200">
                <a:solidFill>
                  <a:schemeClr val="tx2"/>
                </a:solidFill>
              </a:rPr>
              <a:t>.</a:t>
            </a:r>
          </a:p>
          <a:p>
            <a:pPr algn="l">
              <a:spcAft>
                <a:spcPts val="300"/>
              </a:spcAft>
              <a:buSzPct val="100000"/>
            </a:pPr>
            <a:r>
              <a:rPr lang="de-DE" sz="1200">
                <a:solidFill>
                  <a:schemeClr val="tx2"/>
                </a:solidFill>
              </a:rPr>
              <a:t>FTRACE </a:t>
            </a:r>
            <a:r>
              <a:rPr lang="de-DE" sz="1200" err="1">
                <a:solidFill>
                  <a:schemeClr val="tx2"/>
                </a:solidFill>
              </a:rPr>
              <a:t>gives</a:t>
            </a:r>
            <a:r>
              <a:rPr lang="de-DE" sz="1200">
                <a:solidFill>
                  <a:schemeClr val="tx2"/>
                </a:solidFill>
              </a:rPr>
              <a:t> </a:t>
            </a:r>
            <a:r>
              <a:rPr lang="de-DE" sz="1200" err="1">
                <a:solidFill>
                  <a:schemeClr val="tx2"/>
                </a:solidFill>
              </a:rPr>
              <a:t>the</a:t>
            </a:r>
            <a:r>
              <a:rPr lang="de-DE" sz="1200">
                <a:solidFill>
                  <a:schemeClr val="tx2"/>
                </a:solidFill>
              </a:rPr>
              <a:t> </a:t>
            </a:r>
            <a:r>
              <a:rPr lang="de-DE" sz="1200" err="1">
                <a:solidFill>
                  <a:schemeClr val="tx2"/>
                </a:solidFill>
              </a:rPr>
              <a:t>opportunity</a:t>
            </a:r>
            <a:r>
              <a:rPr lang="de-DE" sz="1200">
                <a:solidFill>
                  <a:schemeClr val="tx2"/>
                </a:solidFill>
              </a:rPr>
              <a:t> </a:t>
            </a:r>
            <a:r>
              <a:rPr lang="de-DE" sz="1200" err="1">
                <a:solidFill>
                  <a:schemeClr val="tx2"/>
                </a:solidFill>
              </a:rPr>
              <a:t>to</a:t>
            </a:r>
            <a:r>
              <a:rPr lang="de-DE" sz="1200">
                <a:solidFill>
                  <a:schemeClr val="tx2"/>
                </a:solidFill>
              </a:rPr>
              <a:t> </a:t>
            </a:r>
            <a:r>
              <a:rPr lang="de-DE" sz="1200" err="1">
                <a:solidFill>
                  <a:schemeClr val="tx2"/>
                </a:solidFill>
              </a:rPr>
              <a:t>trace</a:t>
            </a:r>
            <a:r>
              <a:rPr lang="de-DE" sz="1200">
                <a:solidFill>
                  <a:schemeClr val="tx2"/>
                </a:solidFill>
              </a:rPr>
              <a:t> </a:t>
            </a:r>
            <a:r>
              <a:rPr lang="de-DE" sz="1200" err="1">
                <a:solidFill>
                  <a:schemeClr val="tx2"/>
                </a:solidFill>
              </a:rPr>
              <a:t>kernel</a:t>
            </a:r>
            <a:r>
              <a:rPr lang="de-DE" sz="1200">
                <a:solidFill>
                  <a:schemeClr val="tx2"/>
                </a:solidFill>
              </a:rPr>
              <a:t> </a:t>
            </a:r>
            <a:r>
              <a:rPr lang="de-DE" sz="1200" err="1">
                <a:solidFill>
                  <a:schemeClr val="tx2"/>
                </a:solidFill>
              </a:rPr>
              <a:t>functions</a:t>
            </a:r>
            <a:r>
              <a:rPr lang="de-DE" sz="1200">
                <a:solidFill>
                  <a:schemeClr val="tx2"/>
                </a:solidFill>
              </a:rPr>
              <a:t> </a:t>
            </a:r>
            <a:r>
              <a:rPr lang="de-DE" sz="1200" err="1">
                <a:solidFill>
                  <a:schemeClr val="tx2"/>
                </a:solidFill>
              </a:rPr>
              <a:t>and</a:t>
            </a:r>
            <a:r>
              <a:rPr lang="de-DE" sz="1200">
                <a:solidFill>
                  <a:schemeClr val="tx2"/>
                </a:solidFill>
              </a:rPr>
              <a:t> </a:t>
            </a:r>
            <a:r>
              <a:rPr lang="de-DE" sz="1200" err="1">
                <a:solidFill>
                  <a:schemeClr val="tx2"/>
                </a:solidFill>
              </a:rPr>
              <a:t>events</a:t>
            </a:r>
            <a:r>
              <a:rPr lang="de-DE" sz="1200">
                <a:solidFill>
                  <a:schemeClr val="tx2"/>
                </a:solidFill>
              </a:rPr>
              <a:t> </a:t>
            </a:r>
            <a:r>
              <a:rPr lang="de-DE" sz="1200" err="1">
                <a:solidFill>
                  <a:schemeClr val="tx2"/>
                </a:solidFill>
              </a:rPr>
              <a:t>including</a:t>
            </a:r>
            <a:r>
              <a:rPr lang="de-DE" sz="1200">
                <a:solidFill>
                  <a:schemeClr val="tx2"/>
                </a:solidFill>
              </a:rPr>
              <a:t> </a:t>
            </a:r>
            <a:r>
              <a:rPr lang="de-DE" sz="1200" err="1">
                <a:solidFill>
                  <a:schemeClr val="tx2"/>
                </a:solidFill>
              </a:rPr>
              <a:t>timestamps</a:t>
            </a:r>
            <a:endParaRPr lang="de-DE" sz="1200">
              <a:solidFill>
                <a:schemeClr val="tx2"/>
              </a:solidFill>
            </a:endParaRPr>
          </a:p>
          <a:p>
            <a:pPr algn="l">
              <a:spcAft>
                <a:spcPts val="300"/>
              </a:spcAft>
              <a:buSzPct val="100000"/>
            </a:pPr>
            <a:r>
              <a:rPr lang="de-DE" sz="1200">
                <a:solidFill>
                  <a:schemeClr val="tx2"/>
                </a:solidFill>
              </a:rPr>
              <a:t>for a </a:t>
            </a:r>
            <a:r>
              <a:rPr lang="de-DE" sz="1200" err="1">
                <a:solidFill>
                  <a:schemeClr val="tx2"/>
                </a:solidFill>
              </a:rPr>
              <a:t>statistical</a:t>
            </a:r>
            <a:r>
              <a:rPr lang="de-DE" sz="1200">
                <a:solidFill>
                  <a:schemeClr val="tx2"/>
                </a:solidFill>
              </a:rPr>
              <a:t> </a:t>
            </a:r>
            <a:r>
              <a:rPr lang="de-DE" sz="1200" err="1">
                <a:solidFill>
                  <a:schemeClr val="tx2"/>
                </a:solidFill>
              </a:rPr>
              <a:t>overview</a:t>
            </a:r>
            <a:r>
              <a:rPr lang="de-DE" sz="1200">
                <a:solidFill>
                  <a:schemeClr val="tx2"/>
                </a:solidFill>
              </a:rPr>
              <a:t> </a:t>
            </a:r>
            <a:r>
              <a:rPr lang="de-DE" sz="1200" err="1">
                <a:solidFill>
                  <a:schemeClr val="tx2"/>
                </a:solidFill>
              </a:rPr>
              <a:t>and</a:t>
            </a:r>
            <a:r>
              <a:rPr lang="de-DE" sz="1200">
                <a:solidFill>
                  <a:schemeClr val="tx2"/>
                </a:solidFill>
              </a:rPr>
              <a:t> </a:t>
            </a:r>
            <a:r>
              <a:rPr lang="de-DE" sz="1200" err="1">
                <a:solidFill>
                  <a:schemeClr val="tx2"/>
                </a:solidFill>
              </a:rPr>
              <a:t>provides</a:t>
            </a:r>
            <a:r>
              <a:rPr lang="de-DE" sz="1200">
                <a:solidFill>
                  <a:schemeClr val="tx2"/>
                </a:solidFill>
              </a:rPr>
              <a:t> </a:t>
            </a:r>
            <a:r>
              <a:rPr lang="de-DE" sz="1200" err="1">
                <a:solidFill>
                  <a:schemeClr val="tx2"/>
                </a:solidFill>
              </a:rPr>
              <a:t>the</a:t>
            </a:r>
            <a:r>
              <a:rPr lang="de-DE" sz="1200">
                <a:solidFill>
                  <a:schemeClr val="tx2"/>
                </a:solidFill>
              </a:rPr>
              <a:t> </a:t>
            </a:r>
            <a:r>
              <a:rPr lang="de-DE" sz="1200" err="1">
                <a:solidFill>
                  <a:schemeClr val="tx2"/>
                </a:solidFill>
              </a:rPr>
              <a:t>visibility</a:t>
            </a:r>
            <a:r>
              <a:rPr lang="de-DE" sz="1200">
                <a:solidFill>
                  <a:schemeClr val="tx2"/>
                </a:solidFill>
              </a:rPr>
              <a:t> in </a:t>
            </a:r>
            <a:r>
              <a:rPr lang="de-DE" sz="1200" err="1">
                <a:solidFill>
                  <a:schemeClr val="tx2"/>
                </a:solidFill>
              </a:rPr>
              <a:t>which</a:t>
            </a:r>
            <a:r>
              <a:rPr lang="de-DE" sz="1200">
                <a:solidFill>
                  <a:schemeClr val="tx2"/>
                </a:solidFill>
              </a:rPr>
              <a:t> </a:t>
            </a:r>
            <a:r>
              <a:rPr lang="de-DE" sz="1200" err="1">
                <a:solidFill>
                  <a:schemeClr val="tx2"/>
                </a:solidFill>
              </a:rPr>
              <a:t>functions</a:t>
            </a:r>
            <a:r>
              <a:rPr lang="de-DE" sz="1200">
                <a:solidFill>
                  <a:schemeClr val="tx2"/>
                </a:solidFill>
              </a:rPr>
              <a:t> </a:t>
            </a:r>
            <a:r>
              <a:rPr lang="de-DE" sz="1200" err="1">
                <a:solidFill>
                  <a:schemeClr val="tx2"/>
                </a:solidFill>
              </a:rPr>
              <a:t>delays</a:t>
            </a:r>
            <a:r>
              <a:rPr lang="de-DE" sz="1200">
                <a:solidFill>
                  <a:schemeClr val="tx2"/>
                </a:solidFill>
              </a:rPr>
              <a:t> </a:t>
            </a:r>
            <a:r>
              <a:rPr lang="de-DE" sz="1200" err="1">
                <a:solidFill>
                  <a:schemeClr val="tx2"/>
                </a:solidFill>
              </a:rPr>
              <a:t>are</a:t>
            </a:r>
            <a:r>
              <a:rPr lang="de-DE" sz="1200">
                <a:solidFill>
                  <a:schemeClr val="tx2"/>
                </a:solidFill>
              </a:rPr>
              <a:t> </a:t>
            </a:r>
            <a:r>
              <a:rPr lang="de-DE" sz="1200" err="1">
                <a:solidFill>
                  <a:schemeClr val="tx2"/>
                </a:solidFill>
              </a:rPr>
              <a:t>hidden</a:t>
            </a:r>
            <a:r>
              <a:rPr lang="de-DE" sz="1200">
                <a:solidFill>
                  <a:schemeClr val="tx2"/>
                </a:solidFill>
              </a:rPr>
              <a:t>.</a:t>
            </a:r>
          </a:p>
          <a:p>
            <a:pPr algn="l">
              <a:spcAft>
                <a:spcPts val="300"/>
              </a:spcAft>
              <a:buSzPct val="100000"/>
            </a:pPr>
            <a:r>
              <a:rPr lang="de-DE" sz="1200">
                <a:solidFill>
                  <a:schemeClr val="tx2"/>
                </a:solidFill>
              </a:rPr>
              <a:t> </a:t>
            </a:r>
          </a:p>
        </p:txBody>
      </p:sp>
    </p:spTree>
    <p:extLst>
      <p:ext uri="{BB962C8B-B14F-4D97-AF65-F5344CB8AC3E}">
        <p14:creationId xmlns:p14="http://schemas.microsoft.com/office/powerpoint/2010/main" val="3458239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Performance/</a:t>
            </a:r>
            <a:r>
              <a:rPr lang="de-DE" sz="1600" b="1" err="1"/>
              <a:t>Latency</a:t>
            </a:r>
            <a:r>
              <a:rPr lang="de-DE" sz="1600" b="1"/>
              <a:t> </a:t>
            </a:r>
            <a:r>
              <a:rPr lang="de-DE" sz="1600"/>
              <a:t>– </a:t>
            </a:r>
            <a:r>
              <a:rPr lang="de-DE" sz="1600" err="1"/>
              <a:t>using</a:t>
            </a:r>
            <a:r>
              <a:rPr lang="de-DE" sz="1600"/>
              <a:t> FTRACE for </a:t>
            </a:r>
            <a:r>
              <a:rPr lang="de-DE" sz="1600" err="1"/>
              <a:t>debugging</a:t>
            </a:r>
            <a:r>
              <a:rPr lang="de-DE" sz="1600"/>
              <a:t> </a:t>
            </a:r>
            <a:r>
              <a:rPr lang="de-DE" sz="1600" err="1"/>
              <a:t>Jitter</a:t>
            </a:r>
            <a:r>
              <a:rPr lang="de-DE" sz="1600"/>
              <a:t> </a:t>
            </a:r>
            <a:r>
              <a:rPr lang="de-DE" sz="1600" err="1"/>
              <a:t>and</a:t>
            </a:r>
            <a:r>
              <a:rPr lang="de-DE" sz="1600"/>
              <a:t> </a:t>
            </a:r>
            <a:r>
              <a:rPr lang="de-DE" sz="1600" err="1"/>
              <a:t>delays</a:t>
            </a:r>
            <a:r>
              <a:rPr lang="de-DE" sz="1600"/>
              <a:t> in Real-Time </a:t>
            </a:r>
            <a:r>
              <a:rPr lang="de-DE" sz="1600" err="1"/>
              <a:t>apps</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01841" y="979468"/>
            <a:ext cx="6878680" cy="3573632"/>
          </a:xfrm>
          <a:prstGeom prst="rect">
            <a:avLst/>
          </a:prstGeom>
          <a:noFill/>
        </p:spPr>
        <p:txBody>
          <a:bodyPr wrap="none" lIns="72000" tIns="72000" rIns="72000" bIns="72000" rtlCol="0">
            <a:noAutofit/>
          </a:bodyPr>
          <a:lstStyle/>
          <a:p>
            <a:pPr algn="l">
              <a:spcAft>
                <a:spcPts val="300"/>
              </a:spcAft>
              <a:buSzPct val="100000"/>
            </a:pPr>
            <a:r>
              <a:rPr lang="de-DE" sz="1100" u="sng">
                <a:solidFill>
                  <a:schemeClr val="tx2"/>
                </a:solidFill>
                <a:hlinkClick r:id="rId3"/>
              </a:rPr>
              <a:t>@Basic HOWTO </a:t>
            </a:r>
            <a:r>
              <a:rPr lang="de-DE" sz="1100" u="sng" err="1">
                <a:solidFill>
                  <a:schemeClr val="tx2"/>
                </a:solidFill>
                <a:hlinkClick r:id="rId3"/>
              </a:rPr>
              <a:t>enable</a:t>
            </a:r>
            <a:r>
              <a:rPr lang="de-DE" sz="1100" u="sng">
                <a:solidFill>
                  <a:schemeClr val="tx2"/>
                </a:solidFill>
                <a:hlinkClick r:id="rId3"/>
              </a:rPr>
              <a:t> FTRACE</a:t>
            </a:r>
            <a:endParaRPr lang="de-DE" sz="1100" u="sng">
              <a:solidFill>
                <a:schemeClr val="tx2"/>
              </a:solidFill>
            </a:endParaRPr>
          </a:p>
          <a:p>
            <a:pPr algn="l">
              <a:spcAft>
                <a:spcPts val="300"/>
              </a:spcAft>
              <a:buSzPct val="100000"/>
            </a:pPr>
            <a:r>
              <a:rPr lang="de-DE" sz="1100">
                <a:solidFill>
                  <a:schemeClr val="tx2"/>
                </a:solidFill>
                <a:latin typeface="Courier New" panose="02070309020205020404" pitchFamily="49" charset="0"/>
                <a:cs typeface="Courier New" panose="02070309020205020404" pitchFamily="49" charset="0"/>
              </a:rPr>
              <a:t>$ </a:t>
            </a:r>
            <a:r>
              <a:rPr lang="de-DE" sz="1100" err="1">
                <a:solidFill>
                  <a:schemeClr val="tx2"/>
                </a:solidFill>
                <a:latin typeface="Courier New" panose="02070309020205020404" pitchFamily="49" charset="0"/>
                <a:cs typeface="Courier New" panose="02070309020205020404" pitchFamily="49" charset="0"/>
              </a:rPr>
              <a:t>sysctl</a:t>
            </a:r>
            <a:r>
              <a:rPr lang="de-DE" sz="1100">
                <a:solidFill>
                  <a:schemeClr val="tx2"/>
                </a:solidFill>
                <a:latin typeface="Courier New" panose="02070309020205020404" pitchFamily="49" charset="0"/>
                <a:cs typeface="Courier New" panose="02070309020205020404" pitchFamily="49" charset="0"/>
              </a:rPr>
              <a:t> </a:t>
            </a:r>
            <a:r>
              <a:rPr lang="de-DE" sz="1100" err="1">
                <a:solidFill>
                  <a:schemeClr val="tx2"/>
                </a:solidFill>
                <a:latin typeface="Courier New" panose="02070309020205020404" pitchFamily="49" charset="0"/>
                <a:cs typeface="Courier New" panose="02070309020205020404" pitchFamily="49" charset="0"/>
              </a:rPr>
              <a:t>kernel.ftrace_enabled</a:t>
            </a:r>
            <a:r>
              <a:rPr lang="de-DE" sz="1100">
                <a:solidFill>
                  <a:schemeClr val="tx2"/>
                </a:solidFill>
                <a:latin typeface="Courier New" panose="02070309020205020404" pitchFamily="49" charset="0"/>
                <a:cs typeface="Courier New" panose="02070309020205020404" pitchFamily="49" charset="0"/>
              </a:rPr>
              <a:t>=1</a:t>
            </a:r>
          </a:p>
          <a:p>
            <a:pPr algn="l">
              <a:spcAft>
                <a:spcPts val="300"/>
              </a:spcAft>
              <a:buSzPct val="100000"/>
            </a:pPr>
            <a:r>
              <a:rPr lang="de-DE" sz="1100">
                <a:solidFill>
                  <a:schemeClr val="tx2"/>
                </a:solidFill>
                <a:latin typeface="Courier New" panose="02070309020205020404" pitchFamily="49" charset="0"/>
                <a:cs typeface="Courier New" panose="02070309020205020404" pitchFamily="49" charset="0"/>
              </a:rPr>
              <a:t>$ echo </a:t>
            </a:r>
            <a:r>
              <a:rPr lang="de-DE" sz="1100" err="1">
                <a:solidFill>
                  <a:schemeClr val="tx2"/>
                </a:solidFill>
                <a:latin typeface="Courier New" panose="02070309020205020404" pitchFamily="49" charset="0"/>
                <a:cs typeface="Courier New" panose="02070309020205020404" pitchFamily="49" charset="0"/>
              </a:rPr>
              <a:t>function</a:t>
            </a:r>
            <a:r>
              <a:rPr lang="de-DE" sz="1100">
                <a:solidFill>
                  <a:schemeClr val="tx2"/>
                </a:solidFill>
                <a:latin typeface="Courier New" panose="02070309020205020404" pitchFamily="49" charset="0"/>
                <a:cs typeface="Courier New" panose="02070309020205020404" pitchFamily="49" charset="0"/>
              </a:rPr>
              <a:t> &gt; /</a:t>
            </a:r>
            <a:r>
              <a:rPr lang="de-DE" sz="1100" err="1">
                <a:solidFill>
                  <a:schemeClr val="tx2"/>
                </a:solidFill>
                <a:latin typeface="Courier New" panose="02070309020205020404" pitchFamily="49" charset="0"/>
                <a:cs typeface="Courier New" panose="02070309020205020404" pitchFamily="49" charset="0"/>
              </a:rPr>
              <a:t>sys</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kernel</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debug</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tracing</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current_tracer</a:t>
            </a:r>
            <a:endParaRPr lang="de-DE" sz="1100">
              <a:solidFill>
                <a:schemeClr val="tx2"/>
              </a:solidFill>
              <a:latin typeface="Courier New" panose="02070309020205020404" pitchFamily="49" charset="0"/>
              <a:cs typeface="Courier New" panose="02070309020205020404" pitchFamily="49" charset="0"/>
            </a:endParaRPr>
          </a:p>
          <a:p>
            <a:pPr algn="l">
              <a:spcAft>
                <a:spcPts val="300"/>
              </a:spcAft>
              <a:buSzPct val="100000"/>
            </a:pPr>
            <a:r>
              <a:rPr lang="de-DE" sz="1100">
                <a:solidFill>
                  <a:schemeClr val="tx2"/>
                </a:solidFill>
                <a:latin typeface="Courier New" panose="02070309020205020404" pitchFamily="49" charset="0"/>
                <a:cs typeface="Courier New" panose="02070309020205020404" pitchFamily="49" charset="0"/>
              </a:rPr>
              <a:t>$ echo 1 &gt; /</a:t>
            </a:r>
            <a:r>
              <a:rPr lang="de-DE" sz="1100" err="1">
                <a:solidFill>
                  <a:schemeClr val="tx2"/>
                </a:solidFill>
                <a:latin typeface="Courier New" panose="02070309020205020404" pitchFamily="49" charset="0"/>
                <a:cs typeface="Courier New" panose="02070309020205020404" pitchFamily="49" charset="0"/>
              </a:rPr>
              <a:t>sys</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kernel</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debug</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tracing</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tracing_on</a:t>
            </a:r>
            <a:endParaRPr lang="de-DE" sz="1100">
              <a:solidFill>
                <a:schemeClr val="tx2"/>
              </a:solidFill>
              <a:latin typeface="Courier New" panose="02070309020205020404" pitchFamily="49" charset="0"/>
              <a:cs typeface="Courier New" panose="02070309020205020404" pitchFamily="49" charset="0"/>
            </a:endParaRPr>
          </a:p>
          <a:p>
            <a:pPr algn="l">
              <a:spcAft>
                <a:spcPts val="300"/>
              </a:spcAft>
              <a:buSzPct val="100000"/>
            </a:pPr>
            <a:r>
              <a:rPr lang="de-DE" sz="1100">
                <a:solidFill>
                  <a:schemeClr val="tx2"/>
                </a:solidFill>
                <a:latin typeface="Courier New" panose="02070309020205020404" pitchFamily="49" charset="0"/>
                <a:cs typeface="Courier New" panose="02070309020205020404" pitchFamily="49" charset="0"/>
              </a:rPr>
              <a:t>$ </a:t>
            </a:r>
            <a:r>
              <a:rPr lang="de-DE" sz="1100" err="1">
                <a:solidFill>
                  <a:schemeClr val="tx2"/>
                </a:solidFill>
                <a:latin typeface="Courier New" panose="02070309020205020404" pitchFamily="49" charset="0"/>
                <a:cs typeface="Courier New" panose="02070309020205020404" pitchFamily="49" charset="0"/>
              </a:rPr>
              <a:t>cat</a:t>
            </a:r>
            <a:r>
              <a:rPr lang="de-DE" sz="1100">
                <a:solidFill>
                  <a:schemeClr val="tx2"/>
                </a:solidFill>
                <a:latin typeface="Courier New" panose="02070309020205020404" pitchFamily="49" charset="0"/>
                <a:cs typeface="Courier New" panose="02070309020205020404" pitchFamily="49" charset="0"/>
              </a:rPr>
              <a:t> /</a:t>
            </a:r>
            <a:r>
              <a:rPr lang="de-DE" sz="1100" err="1">
                <a:solidFill>
                  <a:schemeClr val="tx2"/>
                </a:solidFill>
                <a:latin typeface="Courier New" panose="02070309020205020404" pitchFamily="49" charset="0"/>
                <a:cs typeface="Courier New" panose="02070309020205020404" pitchFamily="49" charset="0"/>
              </a:rPr>
              <a:t>sys</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kernel</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debug</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tracing</a:t>
            </a:r>
            <a:r>
              <a:rPr lang="de-DE" sz="1100">
                <a:solidFill>
                  <a:schemeClr val="tx2"/>
                </a:solidFill>
                <a:latin typeface="Courier New" panose="02070309020205020404" pitchFamily="49" charset="0"/>
                <a:cs typeface="Courier New" panose="02070309020205020404" pitchFamily="49" charset="0"/>
              </a:rPr>
              <a:t>/</a:t>
            </a:r>
            <a:r>
              <a:rPr lang="de-DE" sz="1100" err="1">
                <a:solidFill>
                  <a:schemeClr val="tx2"/>
                </a:solidFill>
                <a:latin typeface="Courier New" panose="02070309020205020404" pitchFamily="49" charset="0"/>
                <a:cs typeface="Courier New" panose="02070309020205020404" pitchFamily="49" charset="0"/>
              </a:rPr>
              <a:t>trace</a:t>
            </a:r>
            <a:r>
              <a:rPr lang="de-DE" sz="1100">
                <a:solidFill>
                  <a:schemeClr val="tx2"/>
                </a:solidFill>
                <a:latin typeface="Courier New" panose="02070309020205020404" pitchFamily="49" charset="0"/>
                <a:cs typeface="Courier New" panose="02070309020205020404" pitchFamily="49" charset="0"/>
              </a:rPr>
              <a:t>    (</a:t>
            </a:r>
            <a:r>
              <a:rPr lang="de-DE" sz="1100" err="1">
                <a:solidFill>
                  <a:schemeClr val="tx2"/>
                </a:solidFill>
                <a:latin typeface="Courier New" panose="02070309020205020404" pitchFamily="49" charset="0"/>
                <a:cs typeface="Courier New" panose="02070309020205020404" pitchFamily="49" charset="0"/>
              </a:rPr>
              <a:t>or</a:t>
            </a:r>
            <a:r>
              <a:rPr lang="de-DE" sz="1100">
                <a:solidFill>
                  <a:schemeClr val="tx2"/>
                </a:solidFill>
                <a:latin typeface="Courier New" panose="02070309020205020404" pitchFamily="49" charset="0"/>
                <a:cs typeface="Courier New" panose="02070309020205020404" pitchFamily="49" charset="0"/>
              </a:rPr>
              <a:t> </a:t>
            </a:r>
            <a:r>
              <a:rPr lang="de-DE" sz="1100" err="1">
                <a:solidFill>
                  <a:schemeClr val="tx2"/>
                </a:solidFill>
                <a:latin typeface="Courier New" panose="02070309020205020404" pitchFamily="49" charset="0"/>
                <a:cs typeface="Courier New" panose="02070309020205020404" pitchFamily="49" charset="0"/>
              </a:rPr>
              <a:t>trace_pipe</a:t>
            </a:r>
            <a:r>
              <a:rPr lang="de-DE" sz="1100">
                <a:solidFill>
                  <a:schemeClr val="tx2"/>
                </a:solidFill>
                <a:latin typeface="Courier New" panose="02070309020205020404" pitchFamily="49" charset="0"/>
                <a:cs typeface="Courier New" panose="02070309020205020404" pitchFamily="49" charset="0"/>
              </a:rPr>
              <a:t>)</a:t>
            </a: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p:txBody>
      </p:sp>
      <p:pic>
        <p:nvPicPr>
          <p:cNvPr id="13" name="Picture 12">
            <a:extLst>
              <a:ext uri="{FF2B5EF4-FFF2-40B4-BE49-F238E27FC236}">
                <a16:creationId xmlns:a16="http://schemas.microsoft.com/office/drawing/2014/main" id="{295C6BFF-6FB0-48AF-927E-9B01B39E1233}"/>
              </a:ext>
            </a:extLst>
          </p:cNvPr>
          <p:cNvPicPr>
            <a:picLocks noChangeAspect="1"/>
          </p:cNvPicPr>
          <p:nvPr/>
        </p:nvPicPr>
        <p:blipFill>
          <a:blip r:embed="rId4"/>
          <a:stretch>
            <a:fillRect/>
          </a:stretch>
        </p:blipFill>
        <p:spPr>
          <a:xfrm>
            <a:off x="1963479" y="2091972"/>
            <a:ext cx="5205972" cy="2724828"/>
          </a:xfrm>
          <a:prstGeom prst="rect">
            <a:avLst/>
          </a:prstGeom>
        </p:spPr>
      </p:pic>
      <p:sp>
        <p:nvSpPr>
          <p:cNvPr id="14" name="TextBox 13">
            <a:extLst>
              <a:ext uri="{FF2B5EF4-FFF2-40B4-BE49-F238E27FC236}">
                <a16:creationId xmlns:a16="http://schemas.microsoft.com/office/drawing/2014/main" id="{96509919-549C-44D8-8692-00506B244811}"/>
              </a:ext>
            </a:extLst>
          </p:cNvPr>
          <p:cNvSpPr txBox="1"/>
          <p:nvPr/>
        </p:nvSpPr>
        <p:spPr>
          <a:xfrm>
            <a:off x="5594334" y="1133227"/>
            <a:ext cx="3101716" cy="1393279"/>
          </a:xfrm>
          <a:prstGeom prst="rect">
            <a:avLst/>
          </a:prstGeom>
          <a:noFill/>
          <a:ln w="19050">
            <a:solidFill>
              <a:srgbClr val="FF0000"/>
            </a:solidFill>
          </a:ln>
        </p:spPr>
        <p:txBody>
          <a:bodyPr wrap="none" lIns="72000" tIns="72000" rIns="72000" bIns="72000" rtlCol="0" anchor="t">
            <a:noAutofit/>
          </a:bodyPr>
          <a:lstStyle/>
          <a:p>
            <a:pPr>
              <a:spcAft>
                <a:spcPts val="300"/>
              </a:spcAft>
              <a:buSzPct val="100000"/>
            </a:pPr>
            <a:r>
              <a:rPr lang="de-DE" sz="1000">
                <a:solidFill>
                  <a:schemeClr val="tx2"/>
                </a:solidFill>
                <a:highlight>
                  <a:srgbClr val="FFFF00"/>
                </a:highlight>
              </a:rPr>
              <a:t>NOTE</a:t>
            </a:r>
            <a:r>
              <a:rPr lang="de-DE" sz="1000">
                <a:solidFill>
                  <a:schemeClr val="tx2"/>
                </a:solidFill>
              </a:rPr>
              <a:t>: </a:t>
            </a:r>
            <a:r>
              <a:rPr lang="de-DE" sz="1000" err="1">
                <a:solidFill>
                  <a:schemeClr val="tx2"/>
                </a:solidFill>
              </a:rPr>
              <a:t>this</a:t>
            </a:r>
            <a:r>
              <a:rPr lang="de-DE" sz="1000">
                <a:solidFill>
                  <a:schemeClr val="tx2"/>
                </a:solidFill>
              </a:rPr>
              <a:t> </a:t>
            </a:r>
            <a:r>
              <a:rPr lang="de-DE" sz="1000" err="1">
                <a:solidFill>
                  <a:schemeClr val="tx2"/>
                </a:solidFill>
              </a:rPr>
              <a:t>enables</a:t>
            </a:r>
            <a:r>
              <a:rPr lang="de-DE" sz="1000">
                <a:solidFill>
                  <a:schemeClr val="tx2"/>
                </a:solidFill>
              </a:rPr>
              <a:t> all </a:t>
            </a:r>
            <a:r>
              <a:rPr lang="de-DE" sz="1000" err="1">
                <a:solidFill>
                  <a:schemeClr val="tx2"/>
                </a:solidFill>
              </a:rPr>
              <a:t>kernel</a:t>
            </a:r>
            <a:r>
              <a:rPr lang="de-DE" sz="1000">
                <a:solidFill>
                  <a:schemeClr val="tx2"/>
                </a:solidFill>
              </a:rPr>
              <a:t> </a:t>
            </a:r>
            <a:r>
              <a:rPr lang="de-DE" sz="1000" err="1">
                <a:solidFill>
                  <a:schemeClr val="tx2"/>
                </a:solidFill>
              </a:rPr>
              <a:t>function</a:t>
            </a:r>
            <a:r>
              <a:rPr lang="de-DE" sz="1000">
                <a:solidFill>
                  <a:schemeClr val="tx2"/>
                </a:solidFill>
              </a:rPr>
              <a:t> </a:t>
            </a:r>
            <a:r>
              <a:rPr lang="de-DE" sz="1000" err="1">
                <a:solidFill>
                  <a:schemeClr val="tx2"/>
                </a:solidFill>
              </a:rPr>
              <a:t>calls</a:t>
            </a:r>
            <a:r>
              <a:rPr lang="de-DE" sz="1000">
                <a:solidFill>
                  <a:schemeClr val="tx2"/>
                </a:solidFill>
              </a:rPr>
              <a:t> </a:t>
            </a:r>
            <a:r>
              <a:rPr lang="de-DE" sz="1000" err="1">
                <a:solidFill>
                  <a:schemeClr val="tx2"/>
                </a:solidFill>
              </a:rPr>
              <a:t>to</a:t>
            </a:r>
            <a:r>
              <a:rPr lang="de-DE" sz="1000">
                <a:solidFill>
                  <a:schemeClr val="tx2"/>
                </a:solidFill>
              </a:rPr>
              <a:t> </a:t>
            </a:r>
          </a:p>
          <a:p>
            <a:pPr algn="l">
              <a:spcAft>
                <a:spcPts val="300"/>
              </a:spcAft>
              <a:buSzPct val="100000"/>
            </a:pPr>
            <a:r>
              <a:rPr lang="de-DE" sz="1000" err="1">
                <a:solidFill>
                  <a:schemeClr val="tx2"/>
                </a:solidFill>
              </a:rPr>
              <a:t>be</a:t>
            </a:r>
            <a:r>
              <a:rPr lang="de-DE" sz="1000">
                <a:solidFill>
                  <a:schemeClr val="tx2"/>
                </a:solidFill>
              </a:rPr>
              <a:t> </a:t>
            </a:r>
            <a:r>
              <a:rPr lang="de-DE" sz="1000" err="1">
                <a:solidFill>
                  <a:schemeClr val="tx2"/>
                </a:solidFill>
              </a:rPr>
              <a:t>traced</a:t>
            </a:r>
            <a:r>
              <a:rPr lang="de-DE" sz="1000">
                <a:solidFill>
                  <a:schemeClr val="tx2"/>
                </a:solidFill>
              </a:rPr>
              <a:t>. </a:t>
            </a:r>
            <a:r>
              <a:rPr lang="de-DE" sz="1000" err="1">
                <a:solidFill>
                  <a:schemeClr val="tx2"/>
                </a:solidFill>
              </a:rPr>
              <a:t>Depends</a:t>
            </a:r>
            <a:r>
              <a:rPr lang="de-DE" sz="1000">
                <a:solidFill>
                  <a:schemeClr val="tx2"/>
                </a:solidFill>
              </a:rPr>
              <a:t> on </a:t>
            </a:r>
            <a:r>
              <a:rPr lang="de-DE" sz="1000" err="1">
                <a:solidFill>
                  <a:schemeClr val="tx2"/>
                </a:solidFill>
              </a:rPr>
              <a:t>the</a:t>
            </a:r>
            <a:r>
              <a:rPr lang="de-DE" sz="1000">
                <a:solidFill>
                  <a:schemeClr val="tx2"/>
                </a:solidFill>
              </a:rPr>
              <a:t> </a:t>
            </a:r>
            <a:r>
              <a:rPr lang="de-DE" sz="1000" err="1">
                <a:solidFill>
                  <a:schemeClr val="tx2"/>
                </a:solidFill>
              </a:rPr>
              <a:t>use</a:t>
            </a:r>
            <a:r>
              <a:rPr lang="de-DE" sz="1000">
                <a:solidFill>
                  <a:schemeClr val="tx2"/>
                </a:solidFill>
              </a:rPr>
              <a:t> </a:t>
            </a:r>
            <a:r>
              <a:rPr lang="de-DE" sz="1000" err="1">
                <a:solidFill>
                  <a:schemeClr val="tx2"/>
                </a:solidFill>
              </a:rPr>
              <a:t>case</a:t>
            </a:r>
            <a:r>
              <a:rPr lang="de-DE" sz="1000">
                <a:solidFill>
                  <a:schemeClr val="tx2"/>
                </a:solidFill>
              </a:rPr>
              <a:t>, </a:t>
            </a:r>
            <a:r>
              <a:rPr lang="de-DE" sz="1000" err="1">
                <a:solidFill>
                  <a:schemeClr val="tx2"/>
                </a:solidFill>
              </a:rPr>
              <a:t>traces</a:t>
            </a:r>
            <a:endParaRPr lang="de-DE" sz="1000">
              <a:solidFill>
                <a:schemeClr val="tx2"/>
              </a:solidFill>
            </a:endParaRPr>
          </a:p>
          <a:p>
            <a:pPr algn="l">
              <a:spcAft>
                <a:spcPts val="300"/>
              </a:spcAft>
              <a:buSzPct val="100000"/>
            </a:pPr>
            <a:r>
              <a:rPr lang="de-DE" sz="1000" err="1">
                <a:solidFill>
                  <a:schemeClr val="tx2"/>
                </a:solidFill>
              </a:rPr>
              <a:t>can</a:t>
            </a:r>
            <a:r>
              <a:rPr lang="de-DE" sz="1000">
                <a:solidFill>
                  <a:schemeClr val="tx2"/>
                </a:solidFill>
              </a:rPr>
              <a:t> </a:t>
            </a:r>
            <a:r>
              <a:rPr lang="de-DE" sz="1000" err="1">
                <a:solidFill>
                  <a:schemeClr val="tx2"/>
                </a:solidFill>
              </a:rPr>
              <a:t>be</a:t>
            </a:r>
            <a:r>
              <a:rPr lang="de-DE" sz="1000">
                <a:solidFill>
                  <a:schemeClr val="tx2"/>
                </a:solidFill>
              </a:rPr>
              <a:t> </a:t>
            </a:r>
            <a:r>
              <a:rPr lang="de-DE" sz="1000" err="1">
                <a:solidFill>
                  <a:schemeClr val="tx2"/>
                </a:solidFill>
              </a:rPr>
              <a:t>taken</a:t>
            </a:r>
            <a:r>
              <a:rPr lang="de-DE" sz="1000">
                <a:solidFill>
                  <a:schemeClr val="tx2"/>
                </a:solidFill>
              </a:rPr>
              <a:t> </a:t>
            </a:r>
            <a:r>
              <a:rPr lang="de-DE" sz="900" err="1">
                <a:solidFill>
                  <a:schemeClr val="tx2"/>
                </a:solidFill>
                <a:latin typeface="Courier New"/>
                <a:cs typeface="Courier New"/>
              </a:rPr>
              <a:t>per_cpu</a:t>
            </a:r>
            <a:r>
              <a:rPr lang="de-DE" sz="900">
                <a:solidFill>
                  <a:schemeClr val="tx2"/>
                </a:solidFill>
                <a:latin typeface="Courier New"/>
                <a:cs typeface="Courier New"/>
              </a:rPr>
              <a:t> </a:t>
            </a:r>
            <a:r>
              <a:rPr lang="de-DE" sz="1000">
                <a:solidFill>
                  <a:schemeClr val="tx2"/>
                </a:solidFill>
              </a:rPr>
              <a:t>and </a:t>
            </a:r>
            <a:r>
              <a:rPr lang="de-DE" sz="1000" err="1">
                <a:solidFill>
                  <a:schemeClr val="tx2"/>
                </a:solidFill>
              </a:rPr>
              <a:t>function</a:t>
            </a:r>
            <a:r>
              <a:rPr lang="de-DE" sz="1000">
                <a:solidFill>
                  <a:schemeClr val="tx2"/>
                </a:solidFill>
              </a:rPr>
              <a:t> </a:t>
            </a:r>
            <a:r>
              <a:rPr lang="de-DE" sz="1000" err="1">
                <a:solidFill>
                  <a:schemeClr val="tx2"/>
                </a:solidFill>
              </a:rPr>
              <a:t>filters</a:t>
            </a:r>
            <a:endParaRPr lang="de-DE" sz="1000">
              <a:solidFill>
                <a:schemeClr val="tx2"/>
              </a:solidFill>
            </a:endParaRPr>
          </a:p>
          <a:p>
            <a:pPr>
              <a:spcAft>
                <a:spcPts val="300"/>
              </a:spcAft>
              <a:buSzPct val="100000"/>
            </a:pPr>
            <a:r>
              <a:rPr lang="de-DE" sz="1000" err="1">
                <a:solidFill>
                  <a:schemeClr val="tx2"/>
                </a:solidFill>
              </a:rPr>
              <a:t>can</a:t>
            </a:r>
            <a:r>
              <a:rPr lang="de-DE" sz="1000">
                <a:solidFill>
                  <a:schemeClr val="tx2"/>
                </a:solidFill>
              </a:rPr>
              <a:t> </a:t>
            </a:r>
            <a:r>
              <a:rPr lang="de-DE" sz="1000" err="1">
                <a:solidFill>
                  <a:schemeClr val="tx2"/>
                </a:solidFill>
              </a:rPr>
              <a:t>be</a:t>
            </a:r>
            <a:r>
              <a:rPr lang="de-DE" sz="1000">
                <a:solidFill>
                  <a:schemeClr val="tx2"/>
                </a:solidFill>
              </a:rPr>
              <a:t> </a:t>
            </a:r>
            <a:r>
              <a:rPr lang="de-DE" sz="1000" err="1">
                <a:solidFill>
                  <a:schemeClr val="tx2"/>
                </a:solidFill>
              </a:rPr>
              <a:t>used</a:t>
            </a:r>
            <a:r>
              <a:rPr lang="de-DE" sz="1000">
                <a:solidFill>
                  <a:schemeClr val="tx2"/>
                </a:solidFill>
              </a:rPr>
              <a:t> </a:t>
            </a:r>
            <a:r>
              <a:rPr lang="de-DE" sz="1000" err="1">
                <a:solidFill>
                  <a:schemeClr val="tx2"/>
                </a:solidFill>
              </a:rPr>
              <a:t>to</a:t>
            </a:r>
            <a:r>
              <a:rPr lang="de-DE" sz="1000">
                <a:solidFill>
                  <a:schemeClr val="tx2"/>
                </a:solidFill>
              </a:rPr>
              <a:t> </a:t>
            </a:r>
            <a:r>
              <a:rPr lang="de-DE" sz="1000" err="1">
                <a:solidFill>
                  <a:schemeClr val="tx2"/>
                </a:solidFill>
              </a:rPr>
              <a:t>reduce</a:t>
            </a:r>
            <a:r>
              <a:rPr lang="de-DE" sz="1000">
                <a:solidFill>
                  <a:schemeClr val="tx2"/>
                </a:solidFill>
              </a:rPr>
              <a:t> </a:t>
            </a:r>
            <a:r>
              <a:rPr lang="de-DE" sz="1000" err="1">
                <a:solidFill>
                  <a:schemeClr val="tx2"/>
                </a:solidFill>
              </a:rPr>
              <a:t>overhead</a:t>
            </a:r>
            <a:r>
              <a:rPr lang="de-DE" sz="1000">
                <a:solidFill>
                  <a:schemeClr val="tx2"/>
                </a:solidFill>
              </a:rPr>
              <a:t> </a:t>
            </a:r>
            <a:r>
              <a:rPr lang="de-DE" sz="1000" err="1">
                <a:solidFill>
                  <a:schemeClr val="tx2"/>
                </a:solidFill>
              </a:rPr>
              <a:t>as</a:t>
            </a:r>
            <a:r>
              <a:rPr lang="de-DE" sz="1000">
                <a:solidFill>
                  <a:schemeClr val="tx2"/>
                </a:solidFill>
              </a:rPr>
              <a:t> </a:t>
            </a:r>
            <a:r>
              <a:rPr lang="de-DE" sz="1000" err="1">
                <a:solidFill>
                  <a:schemeClr val="tx2"/>
                </a:solidFill>
              </a:rPr>
              <a:t>well</a:t>
            </a:r>
            <a:r>
              <a:rPr lang="de-DE" sz="1000">
                <a:solidFill>
                  <a:schemeClr val="tx2"/>
                </a:solidFill>
              </a:rPr>
              <a:t> </a:t>
            </a:r>
            <a:r>
              <a:rPr lang="de-DE" sz="1000" err="1">
                <a:solidFill>
                  <a:schemeClr val="tx2"/>
                </a:solidFill>
              </a:rPr>
              <a:t>huge</a:t>
            </a:r>
            <a:r>
              <a:rPr lang="de-DE" sz="1000">
                <a:solidFill>
                  <a:schemeClr val="tx2"/>
                </a:solidFill>
              </a:rPr>
              <a:t> </a:t>
            </a:r>
            <a:endParaRPr lang="de-DE" sz="1000">
              <a:solidFill>
                <a:schemeClr val="tx2"/>
              </a:solidFill>
              <a:latin typeface="Courier New"/>
              <a:cs typeface="Courier New"/>
            </a:endParaRPr>
          </a:p>
          <a:p>
            <a:pPr>
              <a:spcAft>
                <a:spcPts val="300"/>
              </a:spcAft>
            </a:pPr>
            <a:r>
              <a:rPr lang="de-DE" sz="1000">
                <a:solidFill>
                  <a:schemeClr val="tx2"/>
                </a:solidFill>
              </a:rPr>
              <a:t>log </a:t>
            </a:r>
            <a:r>
              <a:rPr lang="de-DE" sz="1000" err="1">
                <a:solidFill>
                  <a:schemeClr val="tx2"/>
                </a:solidFill>
              </a:rPr>
              <a:t>size</a:t>
            </a:r>
            <a:r>
              <a:rPr lang="de-DE" sz="1000">
                <a:solidFill>
                  <a:schemeClr val="tx2"/>
                </a:solidFill>
              </a:rPr>
              <a:t> </a:t>
            </a:r>
            <a:r>
              <a:rPr lang="de-DE" sz="1000" err="1">
                <a:solidFill>
                  <a:schemeClr val="tx2"/>
                </a:solidFill>
              </a:rPr>
              <a:t>which</a:t>
            </a:r>
            <a:r>
              <a:rPr lang="de-DE" sz="1000">
                <a:solidFill>
                  <a:schemeClr val="tx2"/>
                </a:solidFill>
              </a:rPr>
              <a:t> </a:t>
            </a:r>
            <a:r>
              <a:rPr lang="de-DE" sz="1000" err="1">
                <a:solidFill>
                  <a:schemeClr val="tx2"/>
                </a:solidFill>
              </a:rPr>
              <a:t>might</a:t>
            </a:r>
            <a:r>
              <a:rPr lang="de-DE" sz="1000">
                <a:solidFill>
                  <a:schemeClr val="tx2"/>
                </a:solidFill>
              </a:rPr>
              <a:t> not fit </a:t>
            </a:r>
            <a:r>
              <a:rPr lang="de-DE" sz="1000" err="1">
                <a:solidFill>
                  <a:schemeClr val="tx2"/>
                </a:solidFill>
              </a:rPr>
              <a:t>to</a:t>
            </a:r>
            <a:r>
              <a:rPr lang="de-DE" sz="1000">
                <a:solidFill>
                  <a:schemeClr val="tx2"/>
                </a:solidFill>
              </a:rPr>
              <a:t> </a:t>
            </a:r>
            <a:r>
              <a:rPr lang="de-DE" sz="1000" err="1">
                <a:solidFill>
                  <a:schemeClr val="tx2"/>
                </a:solidFill>
              </a:rPr>
              <a:t>the</a:t>
            </a:r>
            <a:r>
              <a:rPr lang="de-DE" sz="1000">
                <a:solidFill>
                  <a:schemeClr val="tx2"/>
                </a:solidFill>
              </a:rPr>
              <a:t> </a:t>
            </a:r>
            <a:r>
              <a:rPr lang="de-DE" sz="1000" err="1">
                <a:solidFill>
                  <a:schemeClr val="tx2"/>
                </a:solidFill>
              </a:rPr>
              <a:t>disk</a:t>
            </a:r>
            <a:r>
              <a:rPr lang="de-DE" sz="1000">
                <a:solidFill>
                  <a:schemeClr val="tx2"/>
                </a:solidFill>
              </a:rPr>
              <a:t> in </a:t>
            </a:r>
            <a:r>
              <a:rPr lang="de-DE" sz="1000" err="1">
                <a:solidFill>
                  <a:schemeClr val="tx2"/>
                </a:solidFill>
              </a:rPr>
              <a:t>knife</a:t>
            </a:r>
            <a:r>
              <a:rPr lang="de-DE" sz="1000">
                <a:solidFill>
                  <a:schemeClr val="tx2"/>
                </a:solidFill>
              </a:rPr>
              <a:t> </a:t>
            </a:r>
            <a:r>
              <a:rPr lang="de-DE" sz="1000" err="1">
                <a:solidFill>
                  <a:schemeClr val="tx2"/>
                </a:solidFill>
              </a:rPr>
              <a:t>setup</a:t>
            </a:r>
            <a:r>
              <a:rPr lang="de-DE" sz="1000">
                <a:solidFill>
                  <a:schemeClr val="tx2"/>
                </a:solidFill>
              </a:rPr>
              <a:t>.</a:t>
            </a:r>
            <a:endParaRPr lang="de-DE" sz="1000">
              <a:solidFill>
                <a:schemeClr val="tx2"/>
              </a:solidFill>
              <a:latin typeface="Courier New"/>
              <a:cs typeface="Courier New"/>
            </a:endParaRPr>
          </a:p>
          <a:p>
            <a:pPr>
              <a:spcAft>
                <a:spcPts val="300"/>
              </a:spcAft>
            </a:pPr>
            <a:r>
              <a:rPr lang="de-DE" sz="1000">
                <a:solidFill>
                  <a:schemeClr val="tx2"/>
                </a:solidFill>
              </a:rPr>
              <a:t>See </a:t>
            </a:r>
            <a:r>
              <a:rPr lang="de-DE" sz="1000">
                <a:solidFill>
                  <a:schemeClr val="tx2"/>
                </a:solidFill>
                <a:hlinkClick r:id="rId5">
                  <a:extLst>
                    <a:ext uri="{A12FA001-AC4F-418D-AE19-62706E023703}">
                      <ahyp:hlinkClr xmlns:ahyp="http://schemas.microsoft.com/office/drawing/2018/hyperlinkcolor" val="tx"/>
                    </a:ext>
                  </a:extLst>
                </a:hlinkClick>
              </a:rPr>
              <a:t>@</a:t>
            </a:r>
            <a:r>
              <a:rPr lang="de-DE" sz="900">
                <a:solidFill>
                  <a:schemeClr val="tx2"/>
                </a:solidFill>
                <a:latin typeface="Courier New"/>
                <a:cs typeface="Courier New"/>
                <a:hlinkClick r:id="rId5">
                  <a:extLst>
                    <a:ext uri="{A12FA001-AC4F-418D-AE19-62706E023703}">
                      <ahyp:hlinkClr xmlns:ahyp="http://schemas.microsoft.com/office/drawing/2018/hyperlinkcolor" val="tx"/>
                    </a:ext>
                  </a:extLst>
                </a:hlinkClick>
              </a:rPr>
              <a:t>set_ftrace_filter</a:t>
            </a:r>
          </a:p>
          <a:p>
            <a:pPr algn="l">
              <a:spcAft>
                <a:spcPts val="300"/>
              </a:spcAft>
              <a:buSzPct val="100000"/>
            </a:pPr>
            <a:endParaRPr lang="de-DE" sz="1100">
              <a:solidFill>
                <a:schemeClr val="tx2"/>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64723747"/>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Performance/</a:t>
            </a:r>
            <a:r>
              <a:rPr lang="de-DE" sz="1600" b="1" err="1"/>
              <a:t>Latency</a:t>
            </a:r>
            <a:r>
              <a:rPr lang="de-DE" sz="1600" b="1"/>
              <a:t> </a:t>
            </a:r>
            <a:r>
              <a:rPr lang="de-DE" sz="1600"/>
              <a:t>– sample FTRACE </a:t>
            </a:r>
            <a:r>
              <a:rPr lang="de-DE" sz="1600" err="1"/>
              <a:t>latency</a:t>
            </a:r>
            <a:r>
              <a:rPr lang="de-DE" sz="1600"/>
              <a:t> </a:t>
            </a:r>
            <a:r>
              <a:rPr lang="de-DE" sz="1600" err="1"/>
              <a:t>analysis</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51459" y="979468"/>
            <a:ext cx="6878680" cy="3573632"/>
          </a:xfrm>
          <a:prstGeom prst="rect">
            <a:avLst/>
          </a:prstGeom>
          <a:noFill/>
        </p:spPr>
        <p:txBody>
          <a:bodyPr wrap="none" lIns="72000" tIns="72000" rIns="72000" bIns="72000" rtlCol="0">
            <a:noAutofit/>
          </a:bodyPr>
          <a:lstStyle/>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p:txBody>
      </p:sp>
      <p:pic>
        <p:nvPicPr>
          <p:cNvPr id="7" name="Picture 6">
            <a:extLst>
              <a:ext uri="{FF2B5EF4-FFF2-40B4-BE49-F238E27FC236}">
                <a16:creationId xmlns:a16="http://schemas.microsoft.com/office/drawing/2014/main" id="{EF1B7E96-F15D-4812-B8F1-BB980279A04A}"/>
              </a:ext>
            </a:extLst>
          </p:cNvPr>
          <p:cNvPicPr>
            <a:picLocks noChangeAspect="1"/>
          </p:cNvPicPr>
          <p:nvPr/>
        </p:nvPicPr>
        <p:blipFill>
          <a:blip r:embed="rId2"/>
          <a:stretch>
            <a:fillRect/>
          </a:stretch>
        </p:blipFill>
        <p:spPr>
          <a:xfrm>
            <a:off x="547404" y="979468"/>
            <a:ext cx="7821478" cy="3807678"/>
          </a:xfrm>
          <a:prstGeom prst="rect">
            <a:avLst/>
          </a:prstGeom>
        </p:spPr>
      </p:pic>
    </p:spTree>
    <p:extLst>
      <p:ext uri="{BB962C8B-B14F-4D97-AF65-F5344CB8AC3E}">
        <p14:creationId xmlns:p14="http://schemas.microsoft.com/office/powerpoint/2010/main" val="1977111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Performance/</a:t>
            </a:r>
            <a:r>
              <a:rPr lang="de-DE" sz="1600" b="1" err="1"/>
              <a:t>Latency</a:t>
            </a:r>
            <a:r>
              <a:rPr lang="de-DE" sz="1600" b="1"/>
              <a:t> </a:t>
            </a:r>
            <a:r>
              <a:rPr lang="de-DE" sz="1600"/>
              <a:t>– </a:t>
            </a:r>
            <a:r>
              <a:rPr lang="de-DE" sz="1600" err="1"/>
              <a:t>using</a:t>
            </a:r>
            <a:r>
              <a:rPr lang="de-DE" sz="1600"/>
              <a:t> </a:t>
            </a:r>
            <a:r>
              <a:rPr lang="de-DE" sz="1600" err="1"/>
              <a:t>pfkiller</a:t>
            </a:r>
            <a:r>
              <a:rPr lang="de-DE" sz="1600"/>
              <a:t> </a:t>
            </a:r>
            <a:r>
              <a:rPr lang="de-DE" sz="1600" err="1"/>
              <a:t>kernel</a:t>
            </a:r>
            <a:r>
              <a:rPr lang="de-DE" sz="1600"/>
              <a:t> </a:t>
            </a:r>
            <a:r>
              <a:rPr lang="de-DE" sz="1600" err="1"/>
              <a:t>module</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1708A97F-F1AD-4D0D-818F-2BA34E749B2A}"/>
              </a:ext>
            </a:extLst>
          </p:cNvPr>
          <p:cNvSpPr txBox="1"/>
          <p:nvPr/>
        </p:nvSpPr>
        <p:spPr>
          <a:xfrm>
            <a:off x="363983" y="964707"/>
            <a:ext cx="8188172" cy="917360"/>
          </a:xfrm>
          <a:prstGeom prst="rect">
            <a:avLst/>
          </a:prstGeom>
          <a:noFill/>
        </p:spPr>
        <p:txBody>
          <a:bodyPr wrap="none" lIns="72000" tIns="72000" rIns="72000" bIns="72000" rtlCol="0">
            <a:noAutofit/>
          </a:bodyPr>
          <a:lstStyle/>
          <a:p>
            <a:pPr algn="l">
              <a:spcAft>
                <a:spcPts val="300"/>
              </a:spcAft>
              <a:buSzPct val="100000"/>
            </a:pPr>
            <a:r>
              <a:rPr lang="de-DE" sz="1200">
                <a:solidFill>
                  <a:schemeClr val="tx2"/>
                </a:solidFill>
              </a:rPr>
              <a:t>In </a:t>
            </a:r>
            <a:r>
              <a:rPr lang="de-DE" sz="1200" err="1">
                <a:solidFill>
                  <a:schemeClr val="tx2"/>
                </a:solidFill>
              </a:rPr>
              <a:t>most</a:t>
            </a:r>
            <a:r>
              <a:rPr lang="de-DE" sz="1200">
                <a:solidFill>
                  <a:schemeClr val="tx2"/>
                </a:solidFill>
              </a:rPr>
              <a:t> </a:t>
            </a:r>
            <a:r>
              <a:rPr lang="de-DE" sz="1200" err="1">
                <a:solidFill>
                  <a:schemeClr val="tx2"/>
                </a:solidFill>
              </a:rPr>
              <a:t>of</a:t>
            </a:r>
            <a:r>
              <a:rPr lang="de-DE" sz="1200">
                <a:solidFill>
                  <a:schemeClr val="tx2"/>
                </a:solidFill>
              </a:rPr>
              <a:t> </a:t>
            </a:r>
            <a:r>
              <a:rPr lang="de-DE" sz="1200" err="1">
                <a:solidFill>
                  <a:schemeClr val="tx2"/>
                </a:solidFill>
              </a:rPr>
              <a:t>the</a:t>
            </a:r>
            <a:r>
              <a:rPr lang="de-DE" sz="1200">
                <a:solidFill>
                  <a:schemeClr val="tx2"/>
                </a:solidFill>
              </a:rPr>
              <a:t> </a:t>
            </a:r>
            <a:r>
              <a:rPr lang="de-DE" sz="1200" err="1">
                <a:solidFill>
                  <a:schemeClr val="tx2"/>
                </a:solidFill>
              </a:rPr>
              <a:t>cases</a:t>
            </a:r>
            <a:r>
              <a:rPr lang="de-DE" sz="1200">
                <a:solidFill>
                  <a:schemeClr val="tx2"/>
                </a:solidFill>
              </a:rPr>
              <a:t> RT </a:t>
            </a:r>
            <a:r>
              <a:rPr lang="de-DE" sz="1200" err="1">
                <a:solidFill>
                  <a:schemeClr val="tx2"/>
                </a:solidFill>
              </a:rPr>
              <a:t>applications</a:t>
            </a:r>
            <a:r>
              <a:rPr lang="de-DE" sz="1200">
                <a:solidFill>
                  <a:schemeClr val="tx2"/>
                </a:solidFill>
              </a:rPr>
              <a:t> </a:t>
            </a:r>
            <a:r>
              <a:rPr lang="de-DE" sz="1200" err="1">
                <a:solidFill>
                  <a:schemeClr val="tx2"/>
                </a:solidFill>
              </a:rPr>
              <a:t>have</a:t>
            </a:r>
            <a:r>
              <a:rPr lang="de-DE" sz="1200">
                <a:solidFill>
                  <a:schemeClr val="tx2"/>
                </a:solidFill>
              </a:rPr>
              <a:t> </a:t>
            </a:r>
            <a:r>
              <a:rPr lang="de-DE" sz="1200" err="1">
                <a:solidFill>
                  <a:schemeClr val="tx2"/>
                </a:solidFill>
              </a:rPr>
              <a:t>trouble</a:t>
            </a:r>
            <a:r>
              <a:rPr lang="de-DE" sz="1200">
                <a:solidFill>
                  <a:schemeClr val="tx2"/>
                </a:solidFill>
              </a:rPr>
              <a:t> </a:t>
            </a:r>
            <a:r>
              <a:rPr lang="de-DE" sz="1200" err="1">
                <a:solidFill>
                  <a:schemeClr val="tx2"/>
                </a:solidFill>
              </a:rPr>
              <a:t>exceeding</a:t>
            </a:r>
            <a:r>
              <a:rPr lang="de-DE" sz="1200">
                <a:solidFill>
                  <a:schemeClr val="tx2"/>
                </a:solidFill>
              </a:rPr>
              <a:t> </a:t>
            </a:r>
            <a:r>
              <a:rPr lang="de-DE" sz="1200" err="1">
                <a:solidFill>
                  <a:schemeClr val="tx2"/>
                </a:solidFill>
              </a:rPr>
              <a:t>limits</a:t>
            </a:r>
            <a:r>
              <a:rPr lang="de-DE" sz="1200">
                <a:solidFill>
                  <a:schemeClr val="tx2"/>
                </a:solidFill>
              </a:rPr>
              <a:t> for </a:t>
            </a:r>
            <a:r>
              <a:rPr lang="de-DE" sz="1200" err="1">
                <a:solidFill>
                  <a:schemeClr val="tx2"/>
                </a:solidFill>
              </a:rPr>
              <a:t>event</a:t>
            </a:r>
            <a:r>
              <a:rPr lang="de-DE" sz="1200">
                <a:solidFill>
                  <a:schemeClr val="tx2"/>
                </a:solidFill>
              </a:rPr>
              <a:t> </a:t>
            </a:r>
            <a:r>
              <a:rPr lang="de-DE" sz="1200" err="1">
                <a:solidFill>
                  <a:schemeClr val="tx2"/>
                </a:solidFill>
              </a:rPr>
              <a:t>execution</a:t>
            </a:r>
            <a:r>
              <a:rPr lang="de-DE" sz="1200">
                <a:solidFill>
                  <a:schemeClr val="tx2"/>
                </a:solidFill>
              </a:rPr>
              <a:t> </a:t>
            </a:r>
            <a:r>
              <a:rPr lang="de-DE" sz="1200" err="1">
                <a:solidFill>
                  <a:schemeClr val="tx2"/>
                </a:solidFill>
              </a:rPr>
              <a:t>timing</a:t>
            </a:r>
            <a:r>
              <a:rPr lang="de-DE" sz="1200">
                <a:solidFill>
                  <a:schemeClr val="tx2"/>
                </a:solidFill>
              </a:rPr>
              <a:t> </a:t>
            </a:r>
            <a:r>
              <a:rPr lang="de-DE" sz="1200" err="1">
                <a:solidFill>
                  <a:schemeClr val="tx2"/>
                </a:solidFill>
              </a:rPr>
              <a:t>deadlines</a:t>
            </a:r>
            <a:r>
              <a:rPr lang="de-DE" sz="1200">
                <a:solidFill>
                  <a:schemeClr val="tx2"/>
                </a:solidFill>
              </a:rPr>
              <a:t>.</a:t>
            </a:r>
          </a:p>
          <a:p>
            <a:pPr algn="l">
              <a:spcAft>
                <a:spcPts val="300"/>
              </a:spcAft>
              <a:buSzPct val="100000"/>
            </a:pPr>
            <a:r>
              <a:rPr lang="de-DE" sz="1200">
                <a:solidFill>
                  <a:schemeClr val="tx2"/>
                </a:solidFill>
                <a:hlinkClick r:id="rId2"/>
              </a:rPr>
              <a:t>@pfkiller </a:t>
            </a:r>
            <a:r>
              <a:rPr lang="de-DE" sz="1200" err="1">
                <a:solidFill>
                  <a:schemeClr val="tx2"/>
                </a:solidFill>
              </a:rPr>
              <a:t>can</a:t>
            </a:r>
            <a:r>
              <a:rPr lang="de-DE" sz="1200">
                <a:solidFill>
                  <a:schemeClr val="tx2"/>
                </a:solidFill>
              </a:rPr>
              <a:t> </a:t>
            </a:r>
            <a:r>
              <a:rPr lang="de-DE" sz="1200" err="1">
                <a:solidFill>
                  <a:schemeClr val="tx2"/>
                </a:solidFill>
              </a:rPr>
              <a:t>be</a:t>
            </a:r>
            <a:r>
              <a:rPr lang="de-DE" sz="1200">
                <a:solidFill>
                  <a:schemeClr val="tx2"/>
                </a:solidFill>
              </a:rPr>
              <a:t> </a:t>
            </a:r>
            <a:r>
              <a:rPr lang="de-DE" sz="1200" err="1">
                <a:solidFill>
                  <a:schemeClr val="tx2"/>
                </a:solidFill>
              </a:rPr>
              <a:t>used</a:t>
            </a:r>
            <a:r>
              <a:rPr lang="de-DE" sz="1200">
                <a:solidFill>
                  <a:schemeClr val="tx2"/>
                </a:solidFill>
              </a:rPr>
              <a:t> </a:t>
            </a:r>
            <a:r>
              <a:rPr lang="de-DE" sz="1200" err="1">
                <a:solidFill>
                  <a:schemeClr val="tx2"/>
                </a:solidFill>
              </a:rPr>
              <a:t>to</a:t>
            </a:r>
            <a:r>
              <a:rPr lang="de-DE" sz="1200">
                <a:solidFill>
                  <a:schemeClr val="tx2"/>
                </a:solidFill>
              </a:rPr>
              <a:t> catch illegal </a:t>
            </a:r>
            <a:r>
              <a:rPr lang="de-DE" sz="1200" err="1">
                <a:solidFill>
                  <a:schemeClr val="tx2"/>
                </a:solidFill>
              </a:rPr>
              <a:t>page</a:t>
            </a:r>
            <a:r>
              <a:rPr lang="de-DE" sz="1200">
                <a:solidFill>
                  <a:schemeClr val="tx2"/>
                </a:solidFill>
              </a:rPr>
              <a:t> </a:t>
            </a:r>
            <a:r>
              <a:rPr lang="de-DE" sz="1200" err="1">
                <a:solidFill>
                  <a:schemeClr val="tx2"/>
                </a:solidFill>
              </a:rPr>
              <a:t>faults</a:t>
            </a:r>
            <a:r>
              <a:rPr lang="de-DE" sz="1200">
                <a:solidFill>
                  <a:schemeClr val="tx2"/>
                </a:solidFill>
              </a:rPr>
              <a:t> </a:t>
            </a:r>
            <a:r>
              <a:rPr lang="de-DE" sz="1200" err="1">
                <a:solidFill>
                  <a:schemeClr val="tx2"/>
                </a:solidFill>
              </a:rPr>
              <a:t>or</a:t>
            </a:r>
            <a:r>
              <a:rPr lang="de-DE" sz="1200">
                <a:solidFill>
                  <a:schemeClr val="tx2"/>
                </a:solidFill>
              </a:rPr>
              <a:t> </a:t>
            </a:r>
            <a:r>
              <a:rPr lang="de-DE" sz="1200" err="1">
                <a:solidFill>
                  <a:schemeClr val="tx2"/>
                </a:solidFill>
              </a:rPr>
              <a:t>forks</a:t>
            </a:r>
            <a:r>
              <a:rPr lang="de-DE" sz="1200">
                <a:solidFill>
                  <a:schemeClr val="tx2"/>
                </a:solidFill>
              </a:rPr>
              <a:t> in </a:t>
            </a:r>
            <a:r>
              <a:rPr lang="de-DE" sz="1200" err="1">
                <a:solidFill>
                  <a:schemeClr val="tx2"/>
                </a:solidFill>
              </a:rPr>
              <a:t>the</a:t>
            </a:r>
            <a:r>
              <a:rPr lang="de-DE" sz="1200">
                <a:solidFill>
                  <a:schemeClr val="tx2"/>
                </a:solidFill>
              </a:rPr>
              <a:t> offending RT </a:t>
            </a:r>
            <a:r>
              <a:rPr lang="de-DE" sz="1200" err="1">
                <a:solidFill>
                  <a:schemeClr val="tx2"/>
                </a:solidFill>
              </a:rPr>
              <a:t>appl</a:t>
            </a:r>
            <a:r>
              <a:rPr lang="de-DE" sz="1200">
                <a:solidFill>
                  <a:schemeClr val="tx2"/>
                </a:solidFill>
              </a:rPr>
              <a:t>. </a:t>
            </a:r>
            <a:r>
              <a:rPr lang="de-DE" sz="1200" err="1">
                <a:solidFill>
                  <a:schemeClr val="tx2"/>
                </a:solidFill>
              </a:rPr>
              <a:t>which</a:t>
            </a:r>
            <a:r>
              <a:rPr lang="de-DE" sz="1200">
                <a:solidFill>
                  <a:schemeClr val="tx2"/>
                </a:solidFill>
              </a:rPr>
              <a:t> </a:t>
            </a:r>
            <a:r>
              <a:rPr lang="de-DE" sz="1200" err="1">
                <a:solidFill>
                  <a:schemeClr val="tx2"/>
                </a:solidFill>
              </a:rPr>
              <a:t>generates</a:t>
            </a:r>
            <a:r>
              <a:rPr lang="de-DE" sz="1200">
                <a:solidFill>
                  <a:schemeClr val="tx2"/>
                </a:solidFill>
              </a:rPr>
              <a:t> a </a:t>
            </a:r>
            <a:r>
              <a:rPr lang="de-DE" sz="1200" err="1">
                <a:solidFill>
                  <a:schemeClr val="tx2"/>
                </a:solidFill>
              </a:rPr>
              <a:t>coredump</a:t>
            </a:r>
            <a:endParaRPr lang="de-DE" sz="1200">
              <a:solidFill>
                <a:schemeClr val="tx2"/>
              </a:solidFill>
            </a:endParaRPr>
          </a:p>
          <a:p>
            <a:pPr algn="l">
              <a:spcAft>
                <a:spcPts val="300"/>
              </a:spcAft>
              <a:buSzPct val="100000"/>
            </a:pPr>
            <a:r>
              <a:rPr lang="de-DE" sz="1200" err="1">
                <a:solidFill>
                  <a:schemeClr val="tx2"/>
                </a:solidFill>
              </a:rPr>
              <a:t>to</a:t>
            </a:r>
            <a:r>
              <a:rPr lang="de-DE" sz="1200">
                <a:solidFill>
                  <a:schemeClr val="tx2"/>
                </a:solidFill>
              </a:rPr>
              <a:t> find </a:t>
            </a:r>
            <a:r>
              <a:rPr lang="de-DE" sz="1200" err="1">
                <a:solidFill>
                  <a:schemeClr val="tx2"/>
                </a:solidFill>
              </a:rPr>
              <a:t>the</a:t>
            </a:r>
            <a:r>
              <a:rPr lang="de-DE" sz="1200">
                <a:solidFill>
                  <a:schemeClr val="tx2"/>
                </a:solidFill>
              </a:rPr>
              <a:t> </a:t>
            </a:r>
            <a:r>
              <a:rPr lang="de-DE" sz="1200" err="1">
                <a:solidFill>
                  <a:schemeClr val="tx2"/>
                </a:solidFill>
              </a:rPr>
              <a:t>faulty</a:t>
            </a:r>
            <a:r>
              <a:rPr lang="de-DE" sz="1200">
                <a:solidFill>
                  <a:schemeClr val="tx2"/>
                </a:solidFill>
              </a:rPr>
              <a:t> </a:t>
            </a:r>
            <a:r>
              <a:rPr lang="de-DE" sz="1200" err="1">
                <a:solidFill>
                  <a:schemeClr val="tx2"/>
                </a:solidFill>
              </a:rPr>
              <a:t>code</a:t>
            </a:r>
            <a:r>
              <a:rPr lang="de-DE" sz="1200">
                <a:solidFill>
                  <a:schemeClr val="tx2"/>
                </a:solidFill>
              </a:rPr>
              <a:t> </a:t>
            </a:r>
            <a:r>
              <a:rPr lang="de-DE" sz="1200" err="1">
                <a:solidFill>
                  <a:schemeClr val="tx2"/>
                </a:solidFill>
              </a:rPr>
              <a:t>part</a:t>
            </a:r>
            <a:r>
              <a:rPr lang="de-DE" sz="1200">
                <a:solidFill>
                  <a:schemeClr val="tx2"/>
                </a:solidFill>
              </a:rPr>
              <a:t> in a easy </a:t>
            </a:r>
            <a:r>
              <a:rPr lang="de-DE" sz="1200" err="1">
                <a:solidFill>
                  <a:schemeClr val="tx2"/>
                </a:solidFill>
              </a:rPr>
              <a:t>way</a:t>
            </a:r>
            <a:r>
              <a:rPr lang="de-DE" sz="1200">
                <a:solidFill>
                  <a:schemeClr val="tx2"/>
                </a:solidFill>
              </a:rPr>
              <a:t> </a:t>
            </a:r>
            <a:r>
              <a:rPr lang="de-DE" sz="1200" err="1">
                <a:solidFill>
                  <a:schemeClr val="tx2"/>
                </a:solidFill>
              </a:rPr>
              <a:t>by</a:t>
            </a:r>
            <a:r>
              <a:rPr lang="de-DE" sz="1200">
                <a:solidFill>
                  <a:schemeClr val="tx2"/>
                </a:solidFill>
              </a:rPr>
              <a:t> just </a:t>
            </a:r>
            <a:r>
              <a:rPr lang="de-DE" sz="1200" err="1">
                <a:solidFill>
                  <a:schemeClr val="tx2"/>
                </a:solidFill>
              </a:rPr>
              <a:t>loading</a:t>
            </a:r>
            <a:r>
              <a:rPr lang="de-DE" sz="1200">
                <a:solidFill>
                  <a:schemeClr val="tx2"/>
                </a:solidFill>
              </a:rPr>
              <a:t> </a:t>
            </a:r>
            <a:r>
              <a:rPr lang="de-DE" sz="1200" err="1">
                <a:solidFill>
                  <a:schemeClr val="tx2"/>
                </a:solidFill>
              </a:rPr>
              <a:t>the</a:t>
            </a:r>
            <a:r>
              <a:rPr lang="de-DE" sz="1200">
                <a:solidFill>
                  <a:schemeClr val="tx2"/>
                </a:solidFill>
              </a:rPr>
              <a:t> </a:t>
            </a:r>
            <a:r>
              <a:rPr lang="de-DE" sz="1200" err="1">
                <a:solidFill>
                  <a:schemeClr val="tx2"/>
                </a:solidFill>
              </a:rPr>
              <a:t>module</a:t>
            </a:r>
            <a:r>
              <a:rPr lang="de-DE" sz="1200">
                <a:solidFill>
                  <a:schemeClr val="tx2"/>
                </a:solidFill>
              </a:rPr>
              <a:t> </a:t>
            </a:r>
            <a:r>
              <a:rPr lang="de-DE" sz="1200" err="1">
                <a:solidFill>
                  <a:schemeClr val="tx2"/>
                </a:solidFill>
              </a:rPr>
              <a:t>and</a:t>
            </a:r>
            <a:r>
              <a:rPr lang="de-DE" sz="1200">
                <a:solidFill>
                  <a:schemeClr val="tx2"/>
                </a:solidFill>
              </a:rPr>
              <a:t> </a:t>
            </a:r>
            <a:r>
              <a:rPr lang="de-DE" sz="1200" err="1">
                <a:solidFill>
                  <a:schemeClr val="tx2"/>
                </a:solidFill>
              </a:rPr>
              <a:t>registering</a:t>
            </a:r>
            <a:r>
              <a:rPr lang="de-DE" sz="1200">
                <a:solidFill>
                  <a:schemeClr val="tx2"/>
                </a:solidFill>
              </a:rPr>
              <a:t> </a:t>
            </a:r>
            <a:r>
              <a:rPr lang="de-DE" sz="1200" err="1">
                <a:solidFill>
                  <a:schemeClr val="tx2"/>
                </a:solidFill>
              </a:rPr>
              <a:t>the</a:t>
            </a:r>
            <a:r>
              <a:rPr lang="de-DE" sz="1200">
                <a:solidFill>
                  <a:schemeClr val="tx2"/>
                </a:solidFill>
              </a:rPr>
              <a:t> RT </a:t>
            </a:r>
            <a:r>
              <a:rPr lang="de-DE" sz="1200" err="1">
                <a:solidFill>
                  <a:schemeClr val="tx2"/>
                </a:solidFill>
              </a:rPr>
              <a:t>appl</a:t>
            </a:r>
            <a:r>
              <a:rPr lang="de-DE" sz="1200">
                <a:solidFill>
                  <a:schemeClr val="tx2"/>
                </a:solidFill>
              </a:rPr>
              <a:t>. </a:t>
            </a:r>
            <a:r>
              <a:rPr lang="de-DE" sz="1200" err="1">
                <a:solidFill>
                  <a:schemeClr val="tx2"/>
                </a:solidFill>
              </a:rPr>
              <a:t>to</a:t>
            </a:r>
            <a:r>
              <a:rPr lang="de-DE" sz="1200">
                <a:solidFill>
                  <a:schemeClr val="tx2"/>
                </a:solidFill>
              </a:rPr>
              <a:t> </a:t>
            </a:r>
            <a:r>
              <a:rPr lang="de-DE" sz="1200" err="1">
                <a:solidFill>
                  <a:schemeClr val="tx2"/>
                </a:solidFill>
              </a:rPr>
              <a:t>its</a:t>
            </a:r>
            <a:r>
              <a:rPr lang="de-DE" sz="1200">
                <a:solidFill>
                  <a:schemeClr val="tx2"/>
                </a:solidFill>
              </a:rPr>
              <a:t> </a:t>
            </a:r>
            <a:r>
              <a:rPr lang="de-DE" sz="1200" err="1">
                <a:solidFill>
                  <a:schemeClr val="tx2"/>
                </a:solidFill>
              </a:rPr>
              <a:t>debug</a:t>
            </a:r>
            <a:r>
              <a:rPr lang="de-DE" sz="1200">
                <a:solidFill>
                  <a:schemeClr val="tx2"/>
                </a:solidFill>
              </a:rPr>
              <a:t> </a:t>
            </a:r>
            <a:r>
              <a:rPr lang="de-DE" sz="1200" err="1">
                <a:solidFill>
                  <a:schemeClr val="tx2"/>
                </a:solidFill>
              </a:rPr>
              <a:t>interface</a:t>
            </a:r>
            <a:r>
              <a:rPr lang="de-DE" sz="1200">
                <a:solidFill>
                  <a:schemeClr val="tx2"/>
                </a:solidFill>
              </a:rPr>
              <a:t>.</a:t>
            </a:r>
          </a:p>
        </p:txBody>
      </p:sp>
      <p:pic>
        <p:nvPicPr>
          <p:cNvPr id="7" name="Picture 6">
            <a:extLst>
              <a:ext uri="{FF2B5EF4-FFF2-40B4-BE49-F238E27FC236}">
                <a16:creationId xmlns:a16="http://schemas.microsoft.com/office/drawing/2014/main" id="{5D8D5897-E715-4AC8-B567-045AC261199B}"/>
              </a:ext>
            </a:extLst>
          </p:cNvPr>
          <p:cNvPicPr>
            <a:picLocks noChangeAspect="1"/>
          </p:cNvPicPr>
          <p:nvPr/>
        </p:nvPicPr>
        <p:blipFill>
          <a:blip r:embed="rId3"/>
          <a:stretch>
            <a:fillRect/>
          </a:stretch>
        </p:blipFill>
        <p:spPr>
          <a:xfrm>
            <a:off x="2192785" y="1718880"/>
            <a:ext cx="4217986" cy="28342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6012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02909-0A88-4098-97E9-3C4DFDEBA5F5}"/>
              </a:ext>
            </a:extLst>
          </p:cNvPr>
          <p:cNvSpPr>
            <a:spLocks noGrp="1"/>
          </p:cNvSpPr>
          <p:nvPr>
            <p:ph type="body" sz="quarter" idx="11"/>
          </p:nvPr>
        </p:nvSpPr>
        <p:spPr>
          <a:xfrm>
            <a:off x="3297457" y="2183447"/>
            <a:ext cx="3220018" cy="643989"/>
          </a:xfrm>
        </p:spPr>
        <p:txBody>
          <a:bodyPr lIns="0" tIns="0" rIns="0" bIns="0" anchor="t"/>
          <a:lstStyle/>
          <a:p>
            <a:r>
              <a:rPr lang="de-DE" sz="3200"/>
              <a:t>System Hang</a:t>
            </a:r>
          </a:p>
        </p:txBody>
      </p:sp>
      <p:sp>
        <p:nvSpPr>
          <p:cNvPr id="6" name="Footer Placeholder 5">
            <a:extLst>
              <a:ext uri="{FF2B5EF4-FFF2-40B4-BE49-F238E27FC236}">
                <a16:creationId xmlns:a16="http://schemas.microsoft.com/office/drawing/2014/main" id="{7CED980E-F64A-46E6-B3E4-D58E03CBFD2E}"/>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485117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51459" y="979468"/>
            <a:ext cx="6878680" cy="3573632"/>
          </a:xfrm>
          <a:prstGeom prst="rect">
            <a:avLst/>
          </a:prstGeom>
          <a:noFill/>
        </p:spPr>
        <p:txBody>
          <a:bodyPr wrap="none" lIns="72000" tIns="72000" rIns="72000" bIns="72000" rtlCol="0">
            <a:noAutofit/>
          </a:bodyPr>
          <a:lstStyle/>
          <a:p>
            <a:pPr algn="l">
              <a:spcAft>
                <a:spcPts val="300"/>
              </a:spcAft>
              <a:buSzPct val="100000"/>
            </a:pPr>
            <a:r>
              <a:rPr lang="de-DE" sz="1100" b="1" u="sng">
                <a:solidFill>
                  <a:schemeClr val="tx2"/>
                </a:solidFill>
              </a:rPr>
              <a:t>Symptom</a:t>
            </a:r>
            <a:r>
              <a:rPr lang="de-DE" sz="1100">
                <a:solidFill>
                  <a:schemeClr val="tx2"/>
                </a:solidFill>
              </a:rPr>
              <a:t>: System </a:t>
            </a:r>
            <a:r>
              <a:rPr lang="de-DE" sz="1100" err="1">
                <a:solidFill>
                  <a:schemeClr val="tx2"/>
                </a:solidFill>
              </a:rPr>
              <a:t>is</a:t>
            </a:r>
            <a:r>
              <a:rPr lang="de-DE" sz="1100">
                <a:solidFill>
                  <a:schemeClr val="tx2"/>
                </a:solidFill>
              </a:rPr>
              <a:t> not </a:t>
            </a:r>
            <a:r>
              <a:rPr lang="de-DE" sz="1100" err="1">
                <a:solidFill>
                  <a:schemeClr val="tx2"/>
                </a:solidFill>
              </a:rPr>
              <a:t>responsive</a:t>
            </a:r>
            <a:r>
              <a:rPr lang="de-DE" sz="1100">
                <a:solidFill>
                  <a:schemeClr val="tx2"/>
                </a:solidFill>
              </a:rPr>
              <a:t> </a:t>
            </a:r>
            <a:r>
              <a:rPr lang="de-DE" sz="1100" err="1">
                <a:solidFill>
                  <a:schemeClr val="tx2"/>
                </a:solidFill>
              </a:rPr>
              <a:t>or</a:t>
            </a:r>
            <a:r>
              <a:rPr lang="de-DE" sz="1100">
                <a:solidFill>
                  <a:schemeClr val="tx2"/>
                </a:solidFill>
              </a:rPr>
              <a:t> in </a:t>
            </a:r>
            <a:r>
              <a:rPr lang="de-DE" sz="1100" err="1">
                <a:solidFill>
                  <a:schemeClr val="tx2"/>
                </a:solidFill>
              </a:rPr>
              <a:t>worst</a:t>
            </a:r>
            <a:r>
              <a:rPr lang="de-DE" sz="1100">
                <a:solidFill>
                  <a:schemeClr val="tx2"/>
                </a:solidFill>
              </a:rPr>
              <a:t> </a:t>
            </a:r>
            <a:r>
              <a:rPr lang="de-DE" sz="1100" err="1">
                <a:solidFill>
                  <a:schemeClr val="tx2"/>
                </a:solidFill>
              </a:rPr>
              <a:t>case</a:t>
            </a:r>
            <a:r>
              <a:rPr lang="de-DE" sz="1100">
                <a:solidFill>
                  <a:schemeClr val="tx2"/>
                </a:solidFill>
              </a:rPr>
              <a:t> </a:t>
            </a:r>
            <a:r>
              <a:rPr lang="de-DE" sz="1100" err="1">
                <a:solidFill>
                  <a:schemeClr val="tx2"/>
                </a:solidFill>
              </a:rPr>
              <a:t>watchdog</a:t>
            </a:r>
            <a:r>
              <a:rPr lang="de-DE" sz="1100">
                <a:solidFill>
                  <a:schemeClr val="tx2"/>
                </a:solidFill>
              </a:rPr>
              <a:t> </a:t>
            </a:r>
            <a:r>
              <a:rPr lang="de-DE" sz="1100" err="1">
                <a:solidFill>
                  <a:schemeClr val="tx2"/>
                </a:solidFill>
              </a:rPr>
              <a:t>is</a:t>
            </a:r>
            <a:r>
              <a:rPr lang="de-DE" sz="1100">
                <a:solidFill>
                  <a:schemeClr val="tx2"/>
                </a:solidFill>
              </a:rPr>
              <a:t> </a:t>
            </a:r>
            <a:r>
              <a:rPr lang="de-DE" sz="1100" err="1">
                <a:solidFill>
                  <a:schemeClr val="tx2"/>
                </a:solidFill>
              </a:rPr>
              <a:t>triggered</a:t>
            </a: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r>
              <a:rPr lang="de-DE" sz="1100" u="sng" err="1">
                <a:solidFill>
                  <a:schemeClr val="tx2"/>
                </a:solidFill>
              </a:rPr>
              <a:t>Likely</a:t>
            </a:r>
            <a:r>
              <a:rPr lang="de-DE" sz="1100" u="sng">
                <a:solidFill>
                  <a:schemeClr val="tx2"/>
                </a:solidFill>
              </a:rPr>
              <a:t> </a:t>
            </a:r>
            <a:r>
              <a:rPr lang="de-DE" sz="1100" u="sng" err="1">
                <a:solidFill>
                  <a:schemeClr val="tx2"/>
                </a:solidFill>
              </a:rPr>
              <a:t>root</a:t>
            </a:r>
            <a:r>
              <a:rPr lang="de-DE" sz="1100" u="sng">
                <a:solidFill>
                  <a:schemeClr val="tx2"/>
                </a:solidFill>
              </a:rPr>
              <a:t> </a:t>
            </a:r>
            <a:r>
              <a:rPr lang="de-DE" sz="1100" u="sng" err="1">
                <a:solidFill>
                  <a:schemeClr val="tx2"/>
                </a:solidFill>
              </a:rPr>
              <a:t>cause</a:t>
            </a:r>
            <a:r>
              <a:rPr lang="de-DE" sz="1100" u="sng">
                <a:solidFill>
                  <a:schemeClr val="tx2"/>
                </a:solidFill>
              </a:rPr>
              <a:t>:</a:t>
            </a:r>
          </a:p>
          <a:p>
            <a:pPr algn="l">
              <a:spcAft>
                <a:spcPts val="300"/>
              </a:spcAft>
              <a:buSzPct val="100000"/>
            </a:pPr>
            <a:endParaRPr lang="de-DE" sz="1100">
              <a:solidFill>
                <a:schemeClr val="tx2"/>
              </a:solidFill>
            </a:endParaRPr>
          </a:p>
          <a:p>
            <a:pPr marL="171450" indent="-171450" algn="l">
              <a:spcAft>
                <a:spcPts val="300"/>
              </a:spcAft>
              <a:buSzPct val="100000"/>
              <a:buFont typeface="Arial" panose="020B0604020202020204" pitchFamily="34" charset="0"/>
              <a:buChar char="•"/>
            </a:pPr>
            <a:r>
              <a:rPr lang="de-DE" sz="1100">
                <a:solidFill>
                  <a:schemeClr val="tx2"/>
                </a:solidFill>
              </a:rPr>
              <a:t>Dead-Lock in SW/</a:t>
            </a:r>
            <a:r>
              <a:rPr lang="de-DE" sz="1100" err="1">
                <a:solidFill>
                  <a:schemeClr val="tx2"/>
                </a:solidFill>
              </a:rPr>
              <a:t>drivers</a:t>
            </a:r>
            <a:endParaRPr lang="de-DE" sz="1100">
              <a:solidFill>
                <a:schemeClr val="tx2"/>
              </a:solidFill>
            </a:endParaRPr>
          </a:p>
          <a:p>
            <a:pPr marL="171450" indent="-171450" algn="l">
              <a:spcAft>
                <a:spcPts val="300"/>
              </a:spcAft>
              <a:buSzPct val="100000"/>
              <a:buFont typeface="Arial" panose="020B0604020202020204" pitchFamily="34" charset="0"/>
              <a:buChar char="•"/>
            </a:pPr>
            <a:r>
              <a:rPr lang="de-DE" sz="1100" err="1">
                <a:solidFill>
                  <a:schemeClr val="tx2"/>
                </a:solidFill>
              </a:rPr>
              <a:t>Sleeping</a:t>
            </a:r>
            <a:r>
              <a:rPr lang="de-DE" sz="1100">
                <a:solidFill>
                  <a:schemeClr val="tx2"/>
                </a:solidFill>
              </a:rPr>
              <a:t> in </a:t>
            </a:r>
            <a:r>
              <a:rPr lang="de-DE" sz="1100" err="1">
                <a:solidFill>
                  <a:schemeClr val="tx2"/>
                </a:solidFill>
              </a:rPr>
              <a:t>atomic</a:t>
            </a:r>
            <a:r>
              <a:rPr lang="de-DE" sz="1100">
                <a:solidFill>
                  <a:schemeClr val="tx2"/>
                </a:solidFill>
              </a:rPr>
              <a:t> </a:t>
            </a:r>
            <a:r>
              <a:rPr lang="de-DE" sz="1100" err="1">
                <a:solidFill>
                  <a:schemeClr val="tx2"/>
                </a:solidFill>
              </a:rPr>
              <a:t>context</a:t>
            </a:r>
            <a:endParaRPr lang="de-DE" sz="1100">
              <a:solidFill>
                <a:schemeClr val="tx2"/>
              </a:solidFill>
            </a:endParaRPr>
          </a:p>
          <a:p>
            <a:pPr marL="171450" indent="-171450" algn="l">
              <a:spcAft>
                <a:spcPts val="300"/>
              </a:spcAft>
              <a:buSzPct val="100000"/>
              <a:buFont typeface="Arial" panose="020B0604020202020204" pitchFamily="34" charset="0"/>
              <a:buChar char="•"/>
            </a:pPr>
            <a:r>
              <a:rPr lang="de-DE" sz="1100">
                <a:solidFill>
                  <a:schemeClr val="tx2"/>
                </a:solidFill>
              </a:rPr>
              <a:t>RCU stall (</a:t>
            </a:r>
            <a:r>
              <a:rPr lang="de-DE" sz="1100" err="1">
                <a:solidFill>
                  <a:schemeClr val="tx2"/>
                </a:solidFill>
              </a:rPr>
              <a:t>read-copy</a:t>
            </a:r>
            <a:r>
              <a:rPr lang="de-DE" sz="1100">
                <a:solidFill>
                  <a:schemeClr val="tx2"/>
                </a:solidFill>
              </a:rPr>
              <a:t> update </a:t>
            </a:r>
            <a:r>
              <a:rPr lang="de-DE" sz="1100" err="1">
                <a:solidFill>
                  <a:schemeClr val="tx2"/>
                </a:solidFill>
              </a:rPr>
              <a:t>synchronization</a:t>
            </a:r>
            <a:r>
              <a:rPr lang="de-DE" sz="1100">
                <a:solidFill>
                  <a:schemeClr val="tx2"/>
                </a:solidFill>
              </a:rPr>
              <a:t> </a:t>
            </a:r>
            <a:r>
              <a:rPr lang="de-DE" sz="1100" err="1">
                <a:solidFill>
                  <a:schemeClr val="tx2"/>
                </a:solidFill>
              </a:rPr>
              <a:t>mechanism</a:t>
            </a:r>
            <a:r>
              <a:rPr lang="de-DE" sz="1100">
                <a:solidFill>
                  <a:schemeClr val="tx2"/>
                </a:solidFill>
              </a:rPr>
              <a:t> in </a:t>
            </a:r>
            <a:r>
              <a:rPr lang="de-DE" sz="1100" err="1">
                <a:solidFill>
                  <a:schemeClr val="tx2"/>
                </a:solidFill>
              </a:rPr>
              <a:t>the</a:t>
            </a:r>
            <a:r>
              <a:rPr lang="de-DE" sz="1100">
                <a:solidFill>
                  <a:schemeClr val="tx2"/>
                </a:solidFill>
              </a:rPr>
              <a:t> </a:t>
            </a:r>
            <a:r>
              <a:rPr lang="de-DE" sz="1100" err="1">
                <a:solidFill>
                  <a:schemeClr val="tx2"/>
                </a:solidFill>
              </a:rPr>
              <a:t>kernel</a:t>
            </a:r>
            <a:r>
              <a:rPr lang="de-DE" sz="1100">
                <a:solidFill>
                  <a:schemeClr val="tx2"/>
                </a:solidFill>
              </a:rPr>
              <a:t> [</a:t>
            </a:r>
            <a:r>
              <a:rPr lang="de-DE" sz="1100">
                <a:solidFill>
                  <a:schemeClr val="tx2"/>
                </a:solidFill>
                <a:hlinkClick r:id="rId2"/>
              </a:rPr>
              <a:t>5</a:t>
            </a:r>
            <a:r>
              <a:rPr lang="de-DE" sz="1100">
                <a:solidFill>
                  <a:schemeClr val="tx2"/>
                </a:solidFill>
              </a:rPr>
              <a:t>][</a:t>
            </a:r>
            <a:r>
              <a:rPr lang="de-DE" sz="1100">
                <a:solidFill>
                  <a:schemeClr val="tx2"/>
                </a:solidFill>
                <a:hlinkClick r:id="rId3"/>
              </a:rPr>
              <a:t>8</a:t>
            </a:r>
            <a:r>
              <a:rPr lang="de-DE" sz="1100">
                <a:solidFill>
                  <a:schemeClr val="tx2"/>
                </a:solidFill>
              </a:rPr>
              <a:t>][</a:t>
            </a:r>
            <a:r>
              <a:rPr lang="de-DE" sz="1100">
                <a:solidFill>
                  <a:schemeClr val="tx2"/>
                </a:solidFill>
                <a:hlinkClick r:id="rId4"/>
              </a:rPr>
              <a:t>9</a:t>
            </a:r>
            <a:r>
              <a:rPr lang="de-DE" sz="1100">
                <a:solidFill>
                  <a:schemeClr val="tx2"/>
                </a:solidFill>
              </a:rPr>
              <a:t>])</a:t>
            </a:r>
          </a:p>
          <a:p>
            <a:pPr marL="171450" indent="-171450" algn="l">
              <a:spcAft>
                <a:spcPts val="300"/>
              </a:spcAft>
              <a:buSzPct val="100000"/>
              <a:buFont typeface="Arial" panose="020B0604020202020204" pitchFamily="34" charset="0"/>
              <a:buChar char="•"/>
            </a:pPr>
            <a:r>
              <a:rPr lang="de-DE" sz="1100" err="1">
                <a:solidFill>
                  <a:schemeClr val="tx2"/>
                </a:solidFill>
              </a:rPr>
              <a:t>Hogging</a:t>
            </a:r>
            <a:r>
              <a:rPr lang="de-DE" sz="1100">
                <a:solidFill>
                  <a:schemeClr val="tx2"/>
                </a:solidFill>
              </a:rPr>
              <a:t> Real-Time </a:t>
            </a:r>
            <a:r>
              <a:rPr lang="de-DE" sz="1100" err="1">
                <a:solidFill>
                  <a:schemeClr val="tx2"/>
                </a:solidFill>
              </a:rPr>
              <a:t>Application</a:t>
            </a:r>
            <a:r>
              <a:rPr lang="de-DE" sz="1100">
                <a:solidFill>
                  <a:schemeClr val="tx2"/>
                </a:solidFill>
              </a:rPr>
              <a:t> on Non-Real-time (</a:t>
            </a:r>
            <a:r>
              <a:rPr lang="de-DE" sz="1100" err="1">
                <a:solidFill>
                  <a:schemeClr val="tx2"/>
                </a:solidFill>
              </a:rPr>
              <a:t>isolated</a:t>
            </a:r>
            <a:r>
              <a:rPr lang="de-DE" sz="1100">
                <a:solidFill>
                  <a:schemeClr val="tx2"/>
                </a:solidFill>
              </a:rPr>
              <a:t>) Core(s)</a:t>
            </a:r>
          </a:p>
          <a:p>
            <a:pPr algn="l">
              <a:spcAft>
                <a:spcPts val="300"/>
              </a:spcAft>
              <a:buSzPct val="100000"/>
            </a:pPr>
            <a:endParaRPr lang="de-DE" sz="1100">
              <a:solidFill>
                <a:schemeClr val="tx2"/>
              </a:solidFill>
            </a:endParaRPr>
          </a:p>
          <a:p>
            <a:pPr algn="l">
              <a:spcAft>
                <a:spcPts val="300"/>
              </a:spcAft>
              <a:buSzPct val="100000"/>
            </a:pPr>
            <a:r>
              <a:rPr lang="de-DE" sz="1100" u="sng" err="1">
                <a:solidFill>
                  <a:schemeClr val="tx2"/>
                </a:solidFill>
              </a:rPr>
              <a:t>Unlikely</a:t>
            </a:r>
            <a:r>
              <a:rPr lang="de-DE" sz="1100" u="sng">
                <a:solidFill>
                  <a:schemeClr val="tx2"/>
                </a:solidFill>
              </a:rPr>
              <a:t> </a:t>
            </a:r>
            <a:r>
              <a:rPr lang="de-DE" sz="1100" u="sng" err="1">
                <a:solidFill>
                  <a:schemeClr val="tx2"/>
                </a:solidFill>
              </a:rPr>
              <a:t>root</a:t>
            </a:r>
            <a:r>
              <a:rPr lang="de-DE" sz="1100" u="sng">
                <a:solidFill>
                  <a:schemeClr val="tx2"/>
                </a:solidFill>
              </a:rPr>
              <a:t> </a:t>
            </a:r>
            <a:r>
              <a:rPr lang="de-DE" sz="1100" u="sng" err="1">
                <a:solidFill>
                  <a:schemeClr val="tx2"/>
                </a:solidFill>
              </a:rPr>
              <a:t>cause</a:t>
            </a:r>
            <a:r>
              <a:rPr lang="de-DE" sz="1100" u="sng">
                <a:solidFill>
                  <a:schemeClr val="tx2"/>
                </a:solidFill>
              </a:rPr>
              <a:t>:</a:t>
            </a:r>
          </a:p>
          <a:p>
            <a:pPr algn="l">
              <a:spcAft>
                <a:spcPts val="300"/>
              </a:spcAft>
              <a:buSzPct val="100000"/>
            </a:pPr>
            <a:endParaRPr lang="de-DE" sz="1100">
              <a:solidFill>
                <a:schemeClr val="tx2"/>
              </a:solidFill>
            </a:endParaRPr>
          </a:p>
          <a:p>
            <a:pPr algn="l">
              <a:spcAft>
                <a:spcPts val="300"/>
              </a:spcAft>
              <a:buSzPct val="100000"/>
            </a:pPr>
            <a:r>
              <a:rPr lang="en-US" sz="1100">
                <a:solidFill>
                  <a:schemeClr val="tx2"/>
                </a:solidFill>
              </a:rPr>
              <a:t>A hardware failure.  This is quite unlikely, but has occurred</a:t>
            </a:r>
          </a:p>
          <a:p>
            <a:pPr algn="l">
              <a:spcAft>
                <a:spcPts val="300"/>
              </a:spcAft>
              <a:buSzPct val="100000"/>
            </a:pPr>
            <a:r>
              <a:rPr lang="en-US" sz="1100">
                <a:solidFill>
                  <a:schemeClr val="tx2"/>
                </a:solidFill>
              </a:rPr>
              <a:t>at least once in real life.  A CPU failed in a running system,</a:t>
            </a:r>
          </a:p>
          <a:p>
            <a:pPr algn="l">
              <a:spcAft>
                <a:spcPts val="300"/>
              </a:spcAft>
              <a:buSzPct val="100000"/>
            </a:pPr>
            <a:r>
              <a:rPr lang="en-US" sz="1100">
                <a:solidFill>
                  <a:schemeClr val="tx2"/>
                </a:solidFill>
              </a:rPr>
              <a:t>becoming unresponsive, but not causing an immediate crash.</a:t>
            </a:r>
          </a:p>
          <a:p>
            <a:pPr algn="l">
              <a:spcAft>
                <a:spcPts val="300"/>
              </a:spcAft>
              <a:buSzPct val="100000"/>
            </a:pPr>
            <a:r>
              <a:rPr lang="en-US" sz="1100">
                <a:solidFill>
                  <a:schemeClr val="tx2"/>
                </a:solidFill>
              </a:rPr>
              <a:t>This resulted in a series of RCU CPU stall warnings, eventually</a:t>
            </a:r>
          </a:p>
          <a:p>
            <a:pPr algn="l">
              <a:spcAft>
                <a:spcPts val="300"/>
              </a:spcAft>
              <a:buSzPct val="100000"/>
            </a:pPr>
            <a:r>
              <a:rPr lang="en-US" sz="1100">
                <a:solidFill>
                  <a:schemeClr val="tx2"/>
                </a:solidFill>
              </a:rPr>
              <a:t>leading the realization that the CPU had failed [3].</a:t>
            </a: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p:txBody>
      </p:sp>
    </p:spTree>
    <p:extLst>
      <p:ext uri="{BB962C8B-B14F-4D97-AF65-F5344CB8AC3E}">
        <p14:creationId xmlns:p14="http://schemas.microsoft.com/office/powerpoint/2010/main" val="4273391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Dead Lock</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51458" y="979468"/>
            <a:ext cx="7475687" cy="3573632"/>
          </a:xfrm>
          <a:prstGeom prst="rect">
            <a:avLst/>
          </a:prstGeom>
          <a:noFill/>
        </p:spPr>
        <p:txBody>
          <a:bodyPr wrap="none" lIns="72000" tIns="72000" rIns="72000" bIns="72000" rtlCol="0">
            <a:noAutofit/>
          </a:bodyPr>
          <a:lstStyle/>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endParaRPr lang="de-DE" sz="1100">
              <a:solidFill>
                <a:schemeClr val="tx2"/>
              </a:solidFill>
            </a:endParaRPr>
          </a:p>
          <a:p>
            <a:pPr algn="l">
              <a:spcAft>
                <a:spcPts val="300"/>
              </a:spcAft>
              <a:buSzPct val="100000"/>
            </a:pPr>
            <a:r>
              <a:rPr lang="en-US" sz="800" b="1">
                <a:solidFill>
                  <a:schemeClr val="tx2"/>
                </a:solidFill>
              </a:rPr>
              <a:t>Mutual exclusion </a:t>
            </a:r>
            <a:r>
              <a:rPr lang="en-US" sz="800">
                <a:solidFill>
                  <a:schemeClr val="tx2"/>
                </a:solidFill>
              </a:rPr>
              <a:t>– If  At least one or more resource are in non shareable mode , the resources should be in mutual exclusion.</a:t>
            </a:r>
          </a:p>
          <a:p>
            <a:pPr algn="l">
              <a:spcAft>
                <a:spcPts val="300"/>
              </a:spcAft>
              <a:buSzPct val="100000"/>
            </a:pPr>
            <a:r>
              <a:rPr lang="en-US" sz="800">
                <a:solidFill>
                  <a:schemeClr val="tx2"/>
                </a:solidFill>
              </a:rPr>
              <a:t>                                  Non-Shareable means , resource can’t be used by more than 1 process at a time, unless the resource gets released.</a:t>
            </a:r>
          </a:p>
          <a:p>
            <a:pPr algn="l">
              <a:spcAft>
                <a:spcPts val="300"/>
              </a:spcAft>
              <a:buSzPct val="100000"/>
            </a:pPr>
            <a:endParaRPr lang="en-US" sz="800">
              <a:solidFill>
                <a:schemeClr val="tx2"/>
              </a:solidFill>
            </a:endParaRPr>
          </a:p>
          <a:p>
            <a:pPr algn="l">
              <a:spcAft>
                <a:spcPts val="300"/>
              </a:spcAft>
              <a:buSzPct val="100000"/>
            </a:pPr>
            <a:r>
              <a:rPr lang="en-US" sz="800" b="1">
                <a:solidFill>
                  <a:schemeClr val="tx2"/>
                </a:solidFill>
              </a:rPr>
              <a:t>Hold and Wait </a:t>
            </a:r>
            <a:r>
              <a:rPr lang="en-US" sz="800">
                <a:solidFill>
                  <a:schemeClr val="tx2"/>
                </a:solidFill>
              </a:rPr>
              <a:t>– Processes which are already holding at least 1 resource may request new resource.</a:t>
            </a:r>
          </a:p>
          <a:p>
            <a:pPr algn="l">
              <a:spcAft>
                <a:spcPts val="300"/>
              </a:spcAft>
              <a:buSzPct val="100000"/>
            </a:pPr>
            <a:endParaRPr lang="en-US" sz="800">
              <a:solidFill>
                <a:schemeClr val="tx2"/>
              </a:solidFill>
            </a:endParaRPr>
          </a:p>
          <a:p>
            <a:pPr algn="l">
              <a:spcAft>
                <a:spcPts val="300"/>
              </a:spcAft>
              <a:buSzPct val="100000"/>
            </a:pPr>
            <a:r>
              <a:rPr lang="en-US" sz="800" b="1">
                <a:solidFill>
                  <a:schemeClr val="tx2"/>
                </a:solidFill>
              </a:rPr>
              <a:t>Non-Pre-emptive condition </a:t>
            </a:r>
            <a:r>
              <a:rPr lang="en-US" sz="800">
                <a:solidFill>
                  <a:schemeClr val="tx2"/>
                </a:solidFill>
              </a:rPr>
              <a:t>– Resources can’t be released by force , only the process holding the resource can release it,</a:t>
            </a:r>
          </a:p>
          <a:p>
            <a:pPr algn="l">
              <a:spcAft>
                <a:spcPts val="300"/>
              </a:spcAft>
              <a:buSzPct val="100000"/>
            </a:pPr>
            <a:r>
              <a:rPr lang="en-US" sz="800">
                <a:solidFill>
                  <a:schemeClr val="tx2"/>
                </a:solidFill>
              </a:rPr>
              <a:t>                                                     which does so after the process has finished its task.</a:t>
            </a:r>
          </a:p>
          <a:p>
            <a:pPr algn="l">
              <a:spcAft>
                <a:spcPts val="300"/>
              </a:spcAft>
              <a:buSzPct val="100000"/>
            </a:pPr>
            <a:endParaRPr lang="en-US" sz="800">
              <a:solidFill>
                <a:schemeClr val="tx2"/>
              </a:solidFill>
            </a:endParaRPr>
          </a:p>
          <a:p>
            <a:pPr algn="l">
              <a:spcAft>
                <a:spcPts val="300"/>
              </a:spcAft>
              <a:buSzPct val="100000"/>
            </a:pPr>
            <a:r>
              <a:rPr lang="en-US" sz="800" b="1">
                <a:solidFill>
                  <a:schemeClr val="tx2"/>
                </a:solidFill>
              </a:rPr>
              <a:t>Circular wait </a:t>
            </a:r>
            <a:r>
              <a:rPr lang="en-US" sz="800">
                <a:solidFill>
                  <a:schemeClr val="tx2"/>
                </a:solidFill>
              </a:rPr>
              <a:t>– 2 or more process form  a circular chain where each process waits and  want to acquire the resource which the next process in the chain holds.</a:t>
            </a:r>
          </a:p>
          <a:p>
            <a:pPr algn="l">
              <a:spcAft>
                <a:spcPts val="300"/>
              </a:spcAft>
              <a:buSzPct val="100000"/>
            </a:pPr>
            <a:r>
              <a:rPr lang="en-US" sz="800">
                <a:solidFill>
                  <a:schemeClr val="tx2"/>
                </a:solidFill>
              </a:rPr>
              <a:t>                                                                                                                                          [4]</a:t>
            </a:r>
            <a:endParaRPr lang="de-DE" sz="800">
              <a:solidFill>
                <a:schemeClr val="tx2"/>
              </a:solidFill>
            </a:endParaRPr>
          </a:p>
        </p:txBody>
      </p:sp>
      <p:pic>
        <p:nvPicPr>
          <p:cNvPr id="7" name="Picture 6">
            <a:extLst>
              <a:ext uri="{FF2B5EF4-FFF2-40B4-BE49-F238E27FC236}">
                <a16:creationId xmlns:a16="http://schemas.microsoft.com/office/drawing/2014/main" id="{E04CE769-CEE8-48A6-8490-0915EF66B371}"/>
              </a:ext>
            </a:extLst>
          </p:cNvPr>
          <p:cNvPicPr>
            <a:picLocks noChangeAspect="1"/>
          </p:cNvPicPr>
          <p:nvPr/>
        </p:nvPicPr>
        <p:blipFill>
          <a:blip r:embed="rId2"/>
          <a:stretch>
            <a:fillRect/>
          </a:stretch>
        </p:blipFill>
        <p:spPr>
          <a:xfrm>
            <a:off x="2263806" y="932551"/>
            <a:ext cx="3584901" cy="1957162"/>
          </a:xfrm>
          <a:prstGeom prst="rect">
            <a:avLst/>
          </a:prstGeom>
        </p:spPr>
      </p:pic>
    </p:spTree>
    <p:extLst>
      <p:ext uri="{BB962C8B-B14F-4D97-AF65-F5344CB8AC3E}">
        <p14:creationId xmlns:p14="http://schemas.microsoft.com/office/powerpoint/2010/main" val="3393766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Dead Lock </a:t>
            </a:r>
            <a:r>
              <a:rPr lang="de-DE" sz="1600" b="1" err="1"/>
              <a:t>debugging</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48498" y="859587"/>
            <a:ext cx="7475687" cy="3830781"/>
          </a:xfrm>
          <a:prstGeom prst="rect">
            <a:avLst/>
          </a:prstGeom>
          <a:noFill/>
        </p:spPr>
        <p:txBody>
          <a:bodyPr wrap="none" lIns="72000" tIns="72000" rIns="72000" bIns="72000" rtlCol="0">
            <a:noAutofit/>
          </a:bodyPr>
          <a:lstStyle/>
          <a:p>
            <a:pPr algn="l">
              <a:spcAft>
                <a:spcPts val="300"/>
              </a:spcAft>
              <a:buSzPct val="100000"/>
            </a:pPr>
            <a:r>
              <a:rPr lang="de-DE" sz="800">
                <a:solidFill>
                  <a:schemeClr val="tx2"/>
                </a:solidFill>
              </a:rPr>
              <a:t>The Linux </a:t>
            </a:r>
            <a:r>
              <a:rPr lang="de-DE" sz="800" err="1">
                <a:solidFill>
                  <a:schemeClr val="tx2"/>
                </a:solidFill>
              </a:rPr>
              <a:t>kernel</a:t>
            </a:r>
            <a:r>
              <a:rPr lang="de-DE" sz="800">
                <a:solidFill>
                  <a:schemeClr val="tx2"/>
                </a:solidFill>
              </a:rPr>
              <a:t> </a:t>
            </a:r>
            <a:r>
              <a:rPr lang="de-DE" sz="800" err="1">
                <a:solidFill>
                  <a:schemeClr val="tx2"/>
                </a:solidFill>
              </a:rPr>
              <a:t>offers</a:t>
            </a:r>
            <a:r>
              <a:rPr lang="de-DE" sz="800">
                <a:solidFill>
                  <a:schemeClr val="tx2"/>
                </a:solidFill>
              </a:rPr>
              <a:t> multiple </a:t>
            </a:r>
            <a:r>
              <a:rPr lang="de-DE" sz="800" err="1">
                <a:solidFill>
                  <a:schemeClr val="tx2"/>
                </a:solidFill>
              </a:rPr>
              <a:t>kernel</a:t>
            </a:r>
            <a:r>
              <a:rPr lang="de-DE" sz="800">
                <a:solidFill>
                  <a:schemeClr val="tx2"/>
                </a:solidFill>
              </a:rPr>
              <a:t> </a:t>
            </a:r>
            <a:r>
              <a:rPr lang="de-DE" sz="800" err="1">
                <a:solidFill>
                  <a:schemeClr val="tx2"/>
                </a:solidFill>
              </a:rPr>
              <a:t>configuration</a:t>
            </a:r>
            <a:r>
              <a:rPr lang="de-DE" sz="800">
                <a:solidFill>
                  <a:schemeClr val="tx2"/>
                </a:solidFill>
              </a:rPr>
              <a:t> </a:t>
            </a:r>
            <a:r>
              <a:rPr lang="de-DE" sz="800" err="1">
                <a:solidFill>
                  <a:schemeClr val="tx2"/>
                </a:solidFill>
              </a:rPr>
              <a:t>options</a:t>
            </a:r>
            <a:r>
              <a:rPr lang="de-DE" sz="800">
                <a:solidFill>
                  <a:schemeClr val="tx2"/>
                </a:solidFill>
              </a:rPr>
              <a:t> </a:t>
            </a:r>
            <a:r>
              <a:rPr lang="de-DE" sz="800" err="1">
                <a:solidFill>
                  <a:schemeClr val="tx2"/>
                </a:solidFill>
              </a:rPr>
              <a:t>to</a:t>
            </a:r>
            <a:r>
              <a:rPr lang="de-DE" sz="800">
                <a:solidFill>
                  <a:schemeClr val="tx2"/>
                </a:solidFill>
              </a:rPr>
              <a:t> </a:t>
            </a:r>
            <a:r>
              <a:rPr lang="de-DE" sz="800" err="1">
                <a:solidFill>
                  <a:schemeClr val="tx2"/>
                </a:solidFill>
              </a:rPr>
              <a:t>debug</a:t>
            </a:r>
            <a:r>
              <a:rPr lang="de-DE" sz="800">
                <a:solidFill>
                  <a:schemeClr val="tx2"/>
                </a:solidFill>
              </a:rPr>
              <a:t> Dead Lock </a:t>
            </a:r>
            <a:r>
              <a:rPr lang="de-DE" sz="800" err="1">
                <a:solidFill>
                  <a:schemeClr val="tx2"/>
                </a:solidFill>
              </a:rPr>
              <a:t>situations</a:t>
            </a:r>
            <a:r>
              <a:rPr lang="de-DE" sz="800">
                <a:solidFill>
                  <a:schemeClr val="tx2"/>
                </a:solidFill>
              </a:rPr>
              <a:t> </a:t>
            </a:r>
            <a:r>
              <a:rPr lang="en-US" sz="800">
                <a:solidFill>
                  <a:schemeClr val="tx2"/>
                </a:solidFill>
              </a:rPr>
              <a:t>include spinlock, </a:t>
            </a:r>
            <a:r>
              <a:rPr lang="en-US" sz="800" err="1">
                <a:solidFill>
                  <a:schemeClr val="tx2"/>
                </a:solidFill>
              </a:rPr>
              <a:t>rwlock</a:t>
            </a:r>
            <a:r>
              <a:rPr lang="en-US" sz="800">
                <a:solidFill>
                  <a:schemeClr val="tx2"/>
                </a:solidFill>
              </a:rPr>
              <a:t>, mutex, </a:t>
            </a:r>
            <a:r>
              <a:rPr lang="en-US" sz="800" err="1">
                <a:solidFill>
                  <a:schemeClr val="tx2"/>
                </a:solidFill>
              </a:rPr>
              <a:t>rwsem</a:t>
            </a:r>
            <a:r>
              <a:rPr lang="en-US" sz="800">
                <a:solidFill>
                  <a:schemeClr val="tx2"/>
                </a:solidFill>
              </a:rPr>
              <a:t> deadlocks,</a:t>
            </a:r>
          </a:p>
          <a:p>
            <a:pPr algn="l">
              <a:spcAft>
                <a:spcPts val="300"/>
              </a:spcAft>
              <a:buSzPct val="100000"/>
            </a:pPr>
            <a:r>
              <a:rPr lang="en-US" sz="800">
                <a:solidFill>
                  <a:schemeClr val="tx2"/>
                </a:solidFill>
              </a:rPr>
              <a:t>incorrect release of locks, and sleep errors in atomic operations [6].</a:t>
            </a:r>
          </a:p>
          <a:p>
            <a:pPr>
              <a:spcAft>
                <a:spcPts val="300"/>
              </a:spcAft>
              <a:buSzPct val="100000"/>
            </a:pPr>
            <a:endParaRPr lang="en-US" sz="600" b="1">
              <a:solidFill>
                <a:schemeClr val="tx2"/>
              </a:solidFill>
            </a:endParaRPr>
          </a:p>
          <a:p>
            <a:pPr>
              <a:spcAft>
                <a:spcPts val="300"/>
              </a:spcAft>
              <a:buSzPct val="100000"/>
            </a:pPr>
            <a:r>
              <a:rPr lang="en-US" sz="600" b="1">
                <a:solidFill>
                  <a:schemeClr val="tx2"/>
                </a:solidFill>
              </a:rPr>
              <a:t>CONFIG_LOCKDEP=y                          </a:t>
            </a:r>
            <a:r>
              <a:rPr lang="en-US" sz="600">
                <a:solidFill>
                  <a:schemeClr val="tx2"/>
                </a:solidFill>
              </a:rPr>
              <a:t>the master switch of the entire </a:t>
            </a:r>
            <a:r>
              <a:rPr lang="en-US" sz="600" err="1">
                <a:solidFill>
                  <a:schemeClr val="tx2"/>
                </a:solidFill>
              </a:rPr>
              <a:t>Lockdep</a:t>
            </a:r>
            <a:endParaRPr lang="en-US" sz="600">
              <a:solidFill>
                <a:schemeClr val="tx2"/>
              </a:solidFill>
            </a:endParaRPr>
          </a:p>
          <a:p>
            <a:pPr algn="l">
              <a:spcAft>
                <a:spcPts val="300"/>
              </a:spcAft>
              <a:buSzPct val="100000"/>
            </a:pPr>
            <a:endParaRPr lang="en-US" sz="600" b="1">
              <a:solidFill>
                <a:schemeClr val="tx2"/>
              </a:solidFill>
            </a:endParaRPr>
          </a:p>
          <a:p>
            <a:pPr algn="l">
              <a:spcAft>
                <a:spcPts val="300"/>
              </a:spcAft>
              <a:buSzPct val="100000"/>
            </a:pPr>
            <a:r>
              <a:rPr lang="en-US" sz="600" b="1">
                <a:solidFill>
                  <a:schemeClr val="tx2"/>
                </a:solidFill>
              </a:rPr>
              <a:t>CONFIG_DEBUG_RT_MUTEXES=y    </a:t>
            </a:r>
            <a:r>
              <a:rPr lang="en-US" sz="600">
                <a:solidFill>
                  <a:schemeClr val="tx2"/>
                </a:solidFill>
              </a:rPr>
              <a:t>detects the deadlock of rt mutex and automatically reports the deadlock site information.</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CONFIG_DEBUG_SPINLOCK=y         </a:t>
            </a:r>
            <a:r>
              <a:rPr lang="en-US" sz="600">
                <a:solidFill>
                  <a:schemeClr val="tx2"/>
                </a:solidFill>
              </a:rPr>
              <a:t>detects issues such as uninitialized use of spinlock. Used with NMI watchdog, spinlock deadlock can be found.</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CONFIG_DEBUG_MUTEXES=y           </a:t>
            </a:r>
            <a:r>
              <a:rPr lang="en-US" sz="600">
                <a:solidFill>
                  <a:schemeClr val="tx2"/>
                </a:solidFill>
              </a:rPr>
              <a:t>detects and reports mutex errors</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CONFIG_DEBUG_WW_MUTEX_SLOWPATH=y</a:t>
            </a:r>
          </a:p>
          <a:p>
            <a:pPr algn="l">
              <a:spcAft>
                <a:spcPts val="300"/>
              </a:spcAft>
              <a:buSzPct val="100000"/>
            </a:pPr>
            <a:r>
              <a:rPr lang="en-US" sz="600">
                <a:solidFill>
                  <a:schemeClr val="tx2"/>
                </a:solidFill>
              </a:rPr>
              <a:t>detects the </a:t>
            </a:r>
            <a:r>
              <a:rPr lang="en-US" sz="600" err="1">
                <a:solidFill>
                  <a:schemeClr val="tx2"/>
                </a:solidFill>
              </a:rPr>
              <a:t>slowpath</a:t>
            </a:r>
            <a:r>
              <a:rPr lang="en-US" sz="600">
                <a:solidFill>
                  <a:schemeClr val="tx2"/>
                </a:solidFill>
              </a:rPr>
              <a:t> test of wait/wound type mutex.</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CONFIG_DEBUG_LOCK_ALLOC=y</a:t>
            </a:r>
          </a:p>
          <a:p>
            <a:pPr algn="l">
              <a:spcAft>
                <a:spcPts val="300"/>
              </a:spcAft>
              <a:buSzPct val="100000"/>
            </a:pPr>
            <a:r>
              <a:rPr lang="en-US" sz="600">
                <a:solidFill>
                  <a:schemeClr val="tx2"/>
                </a:solidFill>
              </a:rPr>
              <a:t>detects that the lock in use (spinlock/</a:t>
            </a:r>
            <a:r>
              <a:rPr lang="en-US" sz="600" err="1">
                <a:solidFill>
                  <a:schemeClr val="tx2"/>
                </a:solidFill>
              </a:rPr>
              <a:t>rwlock</a:t>
            </a:r>
            <a:r>
              <a:rPr lang="en-US" sz="600">
                <a:solidFill>
                  <a:schemeClr val="tx2"/>
                </a:solidFill>
              </a:rPr>
              <a:t>/mutex/</a:t>
            </a:r>
            <a:r>
              <a:rPr lang="en-US" sz="600" err="1">
                <a:solidFill>
                  <a:schemeClr val="tx2"/>
                </a:solidFill>
              </a:rPr>
              <a:t>rwsem</a:t>
            </a:r>
            <a:r>
              <a:rPr lang="en-US" sz="600">
                <a:solidFill>
                  <a:schemeClr val="tx2"/>
                </a:solidFill>
              </a:rPr>
              <a:t>) is released, or the lock in use is reinitialized, or the lock is held when the process exits.</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CONFIG_PROVE_LOCKING=y</a:t>
            </a:r>
          </a:p>
          <a:p>
            <a:pPr algn="l">
              <a:spcAft>
                <a:spcPts val="300"/>
              </a:spcAft>
              <a:buSzPct val="100000"/>
            </a:pPr>
            <a:r>
              <a:rPr lang="en-US" sz="600">
                <a:solidFill>
                  <a:schemeClr val="tx2"/>
                </a:solidFill>
              </a:rPr>
              <a:t>enables the kernel to report deadlock details before the deadlock occurs. See /proc/</a:t>
            </a:r>
            <a:r>
              <a:rPr lang="en-US" sz="600" err="1">
                <a:solidFill>
                  <a:schemeClr val="tx2"/>
                </a:solidFill>
              </a:rPr>
              <a:t>lockdep_chains</a:t>
            </a:r>
            <a:r>
              <a:rPr lang="en-US" sz="600">
                <a:solidFill>
                  <a:schemeClr val="tx2"/>
                </a:solidFill>
              </a:rPr>
              <a:t>.</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CONFIG_LOCK_STAT=y</a:t>
            </a:r>
          </a:p>
          <a:p>
            <a:pPr algn="l">
              <a:spcAft>
                <a:spcPts val="300"/>
              </a:spcAft>
              <a:buSzPct val="100000"/>
            </a:pPr>
            <a:r>
              <a:rPr lang="en-US" sz="600">
                <a:solidFill>
                  <a:schemeClr val="tx2"/>
                </a:solidFill>
              </a:rPr>
              <a:t>remembers the information of the lock holding competition area, including waiting time, holding time and so on. See /proc/</a:t>
            </a:r>
            <a:r>
              <a:rPr lang="en-US" sz="600" err="1">
                <a:solidFill>
                  <a:schemeClr val="tx2"/>
                </a:solidFill>
              </a:rPr>
              <a:t>lock_stat</a:t>
            </a:r>
            <a:r>
              <a:rPr lang="en-US" sz="600">
                <a:solidFill>
                  <a:schemeClr val="tx2"/>
                </a:solidFill>
              </a:rPr>
              <a:t>.</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CONFIG_DEBUG_LOCKDEP=y</a:t>
            </a:r>
          </a:p>
          <a:p>
            <a:pPr algn="l">
              <a:spcAft>
                <a:spcPts val="300"/>
              </a:spcAft>
              <a:buSzPct val="100000"/>
            </a:pPr>
            <a:r>
              <a:rPr lang="en-US" sz="600">
                <a:solidFill>
                  <a:schemeClr val="tx2"/>
                </a:solidFill>
              </a:rPr>
              <a:t>will perform more self-checks during the use of </a:t>
            </a:r>
            <a:r>
              <a:rPr lang="en-US" sz="600" err="1">
                <a:solidFill>
                  <a:schemeClr val="tx2"/>
                </a:solidFill>
              </a:rPr>
              <a:t>Lockdep</a:t>
            </a:r>
            <a:r>
              <a:rPr lang="en-US" sz="600">
                <a:solidFill>
                  <a:schemeClr val="tx2"/>
                </a:solidFill>
              </a:rPr>
              <a:t>, which will increase a lot of extra overhead.</a:t>
            </a:r>
          </a:p>
          <a:p>
            <a:pPr algn="l">
              <a:spcAft>
                <a:spcPts val="300"/>
              </a:spcAft>
              <a:buSzPct val="100000"/>
            </a:pPr>
            <a:endParaRPr lang="en-US" sz="600">
              <a:solidFill>
                <a:schemeClr val="tx2"/>
              </a:solidFill>
            </a:endParaRPr>
          </a:p>
          <a:p>
            <a:pPr algn="l">
              <a:spcAft>
                <a:spcPts val="300"/>
              </a:spcAft>
              <a:buSzPct val="100000"/>
            </a:pPr>
            <a:r>
              <a:rPr lang="en-US" sz="600" b="1">
                <a:solidFill>
                  <a:schemeClr val="tx2"/>
                </a:solidFill>
              </a:rPr>
              <a:t>CONFIG_DEBUG_ATOMIC_SLEEP=y</a:t>
            </a:r>
          </a:p>
          <a:p>
            <a:pPr algn="l">
              <a:spcAft>
                <a:spcPts val="300"/>
              </a:spcAft>
              <a:buSzPct val="100000"/>
            </a:pPr>
            <a:r>
              <a:rPr lang="en-US" sz="600">
                <a:solidFill>
                  <a:schemeClr val="tx2"/>
                </a:solidFill>
              </a:rPr>
              <a:t>Sleeping in atomic p may cause many unpredictable problems. These atomic p include spinlock locks, </a:t>
            </a:r>
            <a:r>
              <a:rPr lang="en-US" sz="600" err="1">
                <a:solidFill>
                  <a:schemeClr val="tx2"/>
                </a:solidFill>
              </a:rPr>
              <a:t>rcu</a:t>
            </a:r>
            <a:r>
              <a:rPr lang="en-US" sz="600">
                <a:solidFill>
                  <a:schemeClr val="tx2"/>
                </a:solidFill>
              </a:rPr>
              <a:t> read operations, prohibition of kernel preemption, interrupt processing, and so on.</a:t>
            </a:r>
            <a:endParaRPr lang="de-DE" sz="600">
              <a:solidFill>
                <a:schemeClr val="tx2"/>
              </a:solidFill>
            </a:endParaRPr>
          </a:p>
          <a:p>
            <a:pPr algn="l">
              <a:spcAft>
                <a:spcPts val="300"/>
              </a:spcAft>
              <a:buSzPct val="100000"/>
            </a:pPr>
            <a:endParaRPr lang="de-DE" sz="800">
              <a:solidFill>
                <a:schemeClr val="tx2"/>
              </a:solidFill>
            </a:endParaRPr>
          </a:p>
        </p:txBody>
      </p:sp>
    </p:spTree>
    <p:extLst>
      <p:ext uri="{BB962C8B-B14F-4D97-AF65-F5344CB8AC3E}">
        <p14:creationId xmlns:p14="http://schemas.microsoft.com/office/powerpoint/2010/main" val="2239532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Dead Lock </a:t>
            </a:r>
            <a:r>
              <a:rPr lang="de-DE" sz="1600" b="1" err="1"/>
              <a:t>debugging</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348498" y="859588"/>
            <a:ext cx="7475687" cy="3573632"/>
          </a:xfrm>
          <a:prstGeom prst="rect">
            <a:avLst/>
          </a:prstGeom>
          <a:noFill/>
        </p:spPr>
        <p:txBody>
          <a:bodyPr wrap="none" lIns="72000" tIns="72000" rIns="72000" bIns="72000" rtlCol="0">
            <a:noAutofit/>
          </a:bodyPr>
          <a:lstStyle/>
          <a:p>
            <a:pPr algn="l">
              <a:spcAft>
                <a:spcPts val="300"/>
              </a:spcAft>
              <a:buSzPct val="100000"/>
            </a:pPr>
            <a:r>
              <a:rPr lang="en-US" sz="600" b="1">
                <a:solidFill>
                  <a:schemeClr val="tx2"/>
                </a:solidFill>
              </a:rPr>
              <a:t>Sample output of </a:t>
            </a:r>
            <a:r>
              <a:rPr lang="en-US" sz="600" b="1">
                <a:solidFill>
                  <a:schemeClr val="tx2"/>
                </a:solidFill>
                <a:highlight>
                  <a:srgbClr val="FFFF00"/>
                </a:highlight>
              </a:rPr>
              <a:t>CONFIG_DEBUG_ATOMIC_SLEEP</a:t>
            </a:r>
          </a:p>
          <a:p>
            <a:pPr algn="l">
              <a:spcAft>
                <a:spcPts val="300"/>
              </a:spcAft>
              <a:buSzPct val="100000"/>
            </a:pPr>
            <a:endParaRPr lang="de-DE" sz="800">
              <a:solidFill>
                <a:schemeClr val="tx2"/>
              </a:solidFill>
            </a:endParaRPr>
          </a:p>
        </p:txBody>
      </p:sp>
      <p:pic>
        <p:nvPicPr>
          <p:cNvPr id="7" name="Picture 6">
            <a:extLst>
              <a:ext uri="{FF2B5EF4-FFF2-40B4-BE49-F238E27FC236}">
                <a16:creationId xmlns:a16="http://schemas.microsoft.com/office/drawing/2014/main" id="{A344C175-D5F6-4CCA-85CE-3057CF9C404E}"/>
              </a:ext>
            </a:extLst>
          </p:cNvPr>
          <p:cNvPicPr>
            <a:picLocks noChangeAspect="1"/>
          </p:cNvPicPr>
          <p:nvPr/>
        </p:nvPicPr>
        <p:blipFill>
          <a:blip r:embed="rId2"/>
          <a:stretch>
            <a:fillRect/>
          </a:stretch>
        </p:blipFill>
        <p:spPr>
          <a:xfrm>
            <a:off x="1272139" y="1060338"/>
            <a:ext cx="5877344" cy="3385548"/>
          </a:xfrm>
          <a:prstGeom prst="rect">
            <a:avLst/>
          </a:prstGeom>
          <a:ln>
            <a:solidFill>
              <a:schemeClr val="tx2"/>
            </a:solidFill>
          </a:ln>
        </p:spPr>
      </p:pic>
    </p:spTree>
    <p:extLst>
      <p:ext uri="{BB962C8B-B14F-4D97-AF65-F5344CB8AC3E}">
        <p14:creationId xmlns:p14="http://schemas.microsoft.com/office/powerpoint/2010/main" val="3211763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Dead Lock </a:t>
            </a:r>
            <a:r>
              <a:rPr lang="de-DE" sz="1600" b="1" err="1"/>
              <a:t>debugging</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4" name="TextBox 3">
            <a:extLst>
              <a:ext uri="{FF2B5EF4-FFF2-40B4-BE49-F238E27FC236}">
                <a16:creationId xmlns:a16="http://schemas.microsoft.com/office/drawing/2014/main" id="{3D6B8821-D541-4C10-A707-C03B2F05CD33}"/>
              </a:ext>
            </a:extLst>
          </p:cNvPr>
          <p:cNvSpPr txBox="1"/>
          <p:nvPr/>
        </p:nvSpPr>
        <p:spPr>
          <a:xfrm>
            <a:off x="228611" y="2499676"/>
            <a:ext cx="1932373" cy="251878"/>
          </a:xfrm>
          <a:prstGeom prst="rect">
            <a:avLst/>
          </a:prstGeom>
          <a:noFill/>
        </p:spPr>
        <p:txBody>
          <a:bodyPr wrap="none" lIns="72000" tIns="72000" rIns="72000" bIns="72000" rtlCol="0" anchor="t">
            <a:noAutofit/>
          </a:bodyPr>
          <a:lstStyle/>
          <a:p>
            <a:pPr algn="l">
              <a:spcAft>
                <a:spcPts val="300"/>
              </a:spcAft>
              <a:buSzPct val="100000"/>
            </a:pPr>
            <a:r>
              <a:rPr lang="en-US" sz="800" b="1">
                <a:solidFill>
                  <a:schemeClr val="tx2"/>
                </a:solidFill>
              </a:rPr>
              <a:t>Sample output of </a:t>
            </a:r>
            <a:r>
              <a:rPr lang="en-US" sz="800" b="1">
                <a:solidFill>
                  <a:schemeClr val="tx2"/>
                </a:solidFill>
                <a:highlight>
                  <a:srgbClr val="FFFF00"/>
                </a:highlight>
              </a:rPr>
              <a:t>CONFIG_LOCKDEP/CONFIG_PROVE_LOCKING</a:t>
            </a:r>
            <a:r>
              <a:rPr lang="en-US" sz="800" b="1">
                <a:solidFill>
                  <a:schemeClr val="tx2"/>
                </a:solidFill>
              </a:rPr>
              <a:t>, fixed by [</a:t>
            </a:r>
            <a:r>
              <a:rPr lang="en-US" sz="800" b="1">
                <a:solidFill>
                  <a:schemeClr val="tx2"/>
                </a:solidFill>
                <a:hlinkClick r:id="rId2">
                  <a:extLst>
                    <a:ext uri="{A12FA001-AC4F-418D-AE19-62706E023703}">
                      <ahyp:hlinkClr xmlns:ahyp="http://schemas.microsoft.com/office/drawing/2018/hyperlinkcolor" val="tx"/>
                    </a:ext>
                  </a:extLst>
                </a:hlinkClick>
              </a:rPr>
              <a:t>7</a:t>
            </a:r>
            <a:r>
              <a:rPr lang="en-US" sz="800" b="1">
                <a:solidFill>
                  <a:schemeClr val="tx2"/>
                </a:solidFill>
              </a:rPr>
              <a:t>]</a:t>
            </a:r>
          </a:p>
          <a:p>
            <a:pPr algn="l">
              <a:spcAft>
                <a:spcPts val="300"/>
              </a:spcAft>
              <a:buSzPct val="100000"/>
            </a:pPr>
            <a:endParaRPr lang="en-US" sz="800" b="1">
              <a:solidFill>
                <a:schemeClr val="tx2"/>
              </a:solidFill>
            </a:endParaRPr>
          </a:p>
          <a:p>
            <a:pPr algn="l">
              <a:spcAft>
                <a:spcPts val="300"/>
              </a:spcAft>
              <a:buSzPct val="100000"/>
            </a:pPr>
            <a:endParaRPr lang="de-DE" sz="1000">
              <a:solidFill>
                <a:schemeClr val="tx2"/>
              </a:solidFill>
            </a:endParaRPr>
          </a:p>
        </p:txBody>
      </p:sp>
      <p:pic>
        <p:nvPicPr>
          <p:cNvPr id="8" name="Picture 7">
            <a:extLst>
              <a:ext uri="{FF2B5EF4-FFF2-40B4-BE49-F238E27FC236}">
                <a16:creationId xmlns:a16="http://schemas.microsoft.com/office/drawing/2014/main" id="{195A04ED-E6AE-4881-B044-59BA96CA2DC6}"/>
              </a:ext>
            </a:extLst>
          </p:cNvPr>
          <p:cNvPicPr>
            <a:picLocks noChangeAspect="1"/>
          </p:cNvPicPr>
          <p:nvPr/>
        </p:nvPicPr>
        <p:blipFill>
          <a:blip r:embed="rId3"/>
          <a:stretch>
            <a:fillRect/>
          </a:stretch>
        </p:blipFill>
        <p:spPr>
          <a:xfrm>
            <a:off x="3831760" y="0"/>
            <a:ext cx="4156041" cy="5143500"/>
          </a:xfrm>
          <a:prstGeom prst="rect">
            <a:avLst/>
          </a:prstGeom>
        </p:spPr>
      </p:pic>
    </p:spTree>
    <p:extLst>
      <p:ext uri="{BB962C8B-B14F-4D97-AF65-F5344CB8AC3E}">
        <p14:creationId xmlns:p14="http://schemas.microsoft.com/office/powerpoint/2010/main" val="2593954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RCU stall, </a:t>
            </a:r>
            <a:r>
              <a:rPr lang="de-DE" sz="1600" b="1" err="1"/>
              <a:t>reasons</a:t>
            </a:r>
            <a:r>
              <a:rPr lang="de-DE" sz="1600" b="1"/>
              <a:t> </a:t>
            </a:r>
            <a:r>
              <a:rPr lang="de-DE" sz="1600" b="1" err="1"/>
              <a:t>of</a:t>
            </a:r>
            <a:r>
              <a:rPr lang="de-DE" sz="1600" b="1"/>
              <a:t> </a:t>
            </a:r>
            <a:r>
              <a:rPr lang="de-DE" sz="1600" b="1" err="1"/>
              <a:t>leading</a:t>
            </a:r>
            <a:r>
              <a:rPr lang="de-DE" sz="1600" b="1"/>
              <a:t> </a:t>
            </a:r>
            <a:r>
              <a:rPr lang="de-DE" sz="1600" b="1" err="1"/>
              <a:t>to</a:t>
            </a:r>
            <a:r>
              <a:rPr lang="de-DE" sz="1600" b="1"/>
              <a:t> RCU stall </a:t>
            </a:r>
            <a:r>
              <a:rPr lang="de-DE" sz="1600" b="1" err="1"/>
              <a:t>warning</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68174" y="870409"/>
            <a:ext cx="3088200" cy="3038726"/>
          </a:xfrm>
          <a:prstGeom prst="rect">
            <a:avLst/>
          </a:prstGeom>
          <a:noFill/>
        </p:spPr>
        <p:txBody>
          <a:bodyPr wrap="none" lIns="72000" tIns="72000" rIns="72000" bIns="72000" rtlCol="0">
            <a:noAutofit/>
          </a:bodyPr>
          <a:lstStyle/>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pic>
        <p:nvPicPr>
          <p:cNvPr id="7" name="Picture 6">
            <a:extLst>
              <a:ext uri="{FF2B5EF4-FFF2-40B4-BE49-F238E27FC236}">
                <a16:creationId xmlns:a16="http://schemas.microsoft.com/office/drawing/2014/main" id="{BF85AA55-BD34-42B9-81E1-E79D5EDDE6D9}"/>
              </a:ext>
            </a:extLst>
          </p:cNvPr>
          <p:cNvPicPr>
            <a:picLocks noChangeAspect="1"/>
          </p:cNvPicPr>
          <p:nvPr/>
        </p:nvPicPr>
        <p:blipFill>
          <a:blip r:embed="rId2"/>
          <a:stretch>
            <a:fillRect/>
          </a:stretch>
        </p:blipFill>
        <p:spPr>
          <a:xfrm>
            <a:off x="417601" y="1103559"/>
            <a:ext cx="3006638" cy="2071688"/>
          </a:xfrm>
          <a:prstGeom prst="rect">
            <a:avLst/>
          </a:prstGeom>
        </p:spPr>
      </p:pic>
      <p:sp>
        <p:nvSpPr>
          <p:cNvPr id="8" name="TextBox 7">
            <a:extLst>
              <a:ext uri="{FF2B5EF4-FFF2-40B4-BE49-F238E27FC236}">
                <a16:creationId xmlns:a16="http://schemas.microsoft.com/office/drawing/2014/main" id="{12622ECB-0CF9-4D4C-B8A1-10E8FD8FA478}"/>
              </a:ext>
            </a:extLst>
          </p:cNvPr>
          <p:cNvSpPr txBox="1"/>
          <p:nvPr/>
        </p:nvSpPr>
        <p:spPr>
          <a:xfrm>
            <a:off x="3481315" y="1047935"/>
            <a:ext cx="5615337" cy="3426814"/>
          </a:xfrm>
          <a:prstGeom prst="rect">
            <a:avLst/>
          </a:prstGeom>
          <a:noFill/>
        </p:spPr>
        <p:txBody>
          <a:bodyPr wrap="none" lIns="72000" tIns="72000" rIns="72000" bIns="72000" rtlCol="0">
            <a:noAutofit/>
          </a:bodyPr>
          <a:lstStyle/>
          <a:p>
            <a:pPr algn="l">
              <a:spcAft>
                <a:spcPts val="300"/>
              </a:spcAft>
              <a:buSzPct val="100000"/>
            </a:pPr>
            <a:r>
              <a:rPr lang="de-DE" sz="800" b="1">
                <a:solidFill>
                  <a:schemeClr val="tx2"/>
                </a:solidFill>
              </a:rPr>
              <a:t>CPU 0 </a:t>
            </a:r>
            <a:r>
              <a:rPr lang="de-DE" sz="800" b="1" err="1">
                <a:solidFill>
                  <a:schemeClr val="tx2"/>
                </a:solidFill>
              </a:rPr>
              <a:t>is</a:t>
            </a:r>
            <a:r>
              <a:rPr lang="de-DE" sz="800" b="1">
                <a:solidFill>
                  <a:schemeClr val="tx2"/>
                </a:solidFill>
              </a:rPr>
              <a:t> in a </a:t>
            </a:r>
            <a:r>
              <a:rPr lang="de-DE" sz="800" b="1" err="1">
                <a:solidFill>
                  <a:schemeClr val="tx2"/>
                </a:solidFill>
              </a:rPr>
              <a:t>reader</a:t>
            </a:r>
            <a:r>
              <a:rPr lang="de-DE" sz="800" b="1">
                <a:solidFill>
                  <a:schemeClr val="tx2"/>
                </a:solidFill>
              </a:rPr>
              <a:t> </a:t>
            </a:r>
            <a:r>
              <a:rPr lang="de-DE" sz="800" b="1" err="1">
                <a:solidFill>
                  <a:schemeClr val="tx2"/>
                </a:solidFill>
              </a:rPr>
              <a:t>or</a:t>
            </a:r>
            <a:r>
              <a:rPr lang="de-DE" sz="800" b="1">
                <a:solidFill>
                  <a:schemeClr val="tx2"/>
                </a:solidFill>
              </a:rPr>
              <a:t> </a:t>
            </a:r>
            <a:r>
              <a:rPr lang="de-DE" sz="800" b="1" err="1">
                <a:solidFill>
                  <a:schemeClr val="tx2"/>
                </a:solidFill>
              </a:rPr>
              <a:t>doing</a:t>
            </a:r>
            <a:r>
              <a:rPr lang="de-DE" sz="800" b="1">
                <a:solidFill>
                  <a:schemeClr val="tx2"/>
                </a:solidFill>
              </a:rPr>
              <a:t> </a:t>
            </a:r>
            <a:r>
              <a:rPr lang="de-DE" sz="800" b="1" err="1">
                <a:solidFill>
                  <a:schemeClr val="tx2"/>
                </a:solidFill>
              </a:rPr>
              <a:t>something</a:t>
            </a:r>
            <a:r>
              <a:rPr lang="de-DE" sz="800" b="1">
                <a:solidFill>
                  <a:schemeClr val="tx2"/>
                </a:solidFill>
              </a:rPr>
              <a:t> </a:t>
            </a:r>
            <a:r>
              <a:rPr lang="de-DE" sz="800" b="1" err="1">
                <a:solidFill>
                  <a:schemeClr val="tx2"/>
                </a:solidFill>
              </a:rPr>
              <a:t>preventing</a:t>
            </a:r>
            <a:r>
              <a:rPr lang="de-DE" sz="800" b="1">
                <a:solidFill>
                  <a:schemeClr val="tx2"/>
                </a:solidFill>
              </a:rPr>
              <a:t> RCU on CPU 1 </a:t>
            </a:r>
            <a:r>
              <a:rPr lang="de-DE" sz="800" b="1" err="1">
                <a:solidFill>
                  <a:schemeClr val="tx2"/>
                </a:solidFill>
              </a:rPr>
              <a:t>from</a:t>
            </a:r>
            <a:r>
              <a:rPr lang="de-DE" sz="800" b="1">
                <a:solidFill>
                  <a:schemeClr val="tx2"/>
                </a:solidFill>
              </a:rPr>
              <a:t> </a:t>
            </a:r>
            <a:r>
              <a:rPr lang="de-DE" sz="800" b="1" err="1">
                <a:solidFill>
                  <a:schemeClr val="tx2"/>
                </a:solidFill>
              </a:rPr>
              <a:t>progressing</a:t>
            </a:r>
            <a:r>
              <a:rPr lang="de-DE" sz="800" b="1">
                <a:solidFill>
                  <a:schemeClr val="tx2"/>
                </a:solidFill>
              </a:rPr>
              <a:t> in </a:t>
            </a:r>
            <a:r>
              <a:rPr lang="de-DE" sz="800" b="1" err="1">
                <a:solidFill>
                  <a:schemeClr val="tx2"/>
                </a:solidFill>
              </a:rPr>
              <a:t>configured</a:t>
            </a:r>
            <a:r>
              <a:rPr lang="de-DE" sz="800" b="1">
                <a:solidFill>
                  <a:schemeClr val="tx2"/>
                </a:solidFill>
              </a:rPr>
              <a:t> </a:t>
            </a:r>
            <a:r>
              <a:rPr lang="de-DE" sz="800" b="1" err="1">
                <a:solidFill>
                  <a:schemeClr val="tx2"/>
                </a:solidFill>
              </a:rPr>
              <a:t>timeout</a:t>
            </a:r>
            <a:r>
              <a:rPr lang="de-DE" sz="800" b="1">
                <a:solidFill>
                  <a:schemeClr val="tx2"/>
                </a:solidFill>
              </a:rPr>
              <a:t> (e.g. 21 sec)</a:t>
            </a:r>
          </a:p>
          <a:p>
            <a:pPr algn="l">
              <a:spcAft>
                <a:spcPts val="300"/>
              </a:spcAft>
              <a:buSzPct val="100000"/>
            </a:pPr>
            <a:r>
              <a:rPr lang="de-DE" sz="800" err="1">
                <a:solidFill>
                  <a:schemeClr val="tx2"/>
                </a:solidFill>
              </a:rPr>
              <a:t>Possible</a:t>
            </a:r>
            <a:r>
              <a:rPr lang="de-DE" sz="800">
                <a:solidFill>
                  <a:schemeClr val="tx2"/>
                </a:solidFill>
              </a:rPr>
              <a:t> </a:t>
            </a:r>
            <a:r>
              <a:rPr lang="de-DE" sz="800" err="1">
                <a:solidFill>
                  <a:schemeClr val="tx2"/>
                </a:solidFill>
              </a:rPr>
              <a:t>reasons</a:t>
            </a:r>
            <a:r>
              <a:rPr lang="de-DE" sz="800">
                <a:solidFill>
                  <a:schemeClr val="tx2"/>
                </a:solidFill>
              </a:rPr>
              <a:t>:</a:t>
            </a:r>
          </a:p>
          <a:p>
            <a:pPr algn="l">
              <a:spcAft>
                <a:spcPts val="300"/>
              </a:spcAft>
              <a:buSzPct val="100000"/>
            </a:pPr>
            <a:r>
              <a:rPr lang="en-US" sz="800" b="1">
                <a:solidFill>
                  <a:schemeClr val="tx2"/>
                </a:solidFill>
              </a:rPr>
              <a:t>- A CPU looping in an RCU read-side critical section</a:t>
            </a:r>
          </a:p>
          <a:p>
            <a:pPr lvl="1">
              <a:spcAft>
                <a:spcPts val="300"/>
              </a:spcAft>
              <a:buSzPct val="100000"/>
            </a:pPr>
            <a:r>
              <a:rPr lang="en-US" sz="600" err="1">
                <a:solidFill>
                  <a:schemeClr val="tx2"/>
                </a:solidFill>
                <a:latin typeface="Consolas" panose="020B0609020204030204" pitchFamily="49" charset="0"/>
              </a:rPr>
              <a:t>rcu_read_lock</a:t>
            </a:r>
            <a:r>
              <a:rPr lang="en-US" sz="600">
                <a:solidFill>
                  <a:schemeClr val="tx2"/>
                </a:solidFill>
                <a:latin typeface="Consolas" panose="020B0609020204030204" pitchFamily="49" charset="0"/>
              </a:rPr>
              <a:t>();</a:t>
            </a:r>
          </a:p>
          <a:p>
            <a:pPr lvl="1">
              <a:spcAft>
                <a:spcPts val="300"/>
              </a:spcAft>
              <a:buSzPct val="100000"/>
            </a:pPr>
            <a:r>
              <a:rPr lang="en-US" sz="600">
                <a:solidFill>
                  <a:schemeClr val="tx2"/>
                </a:solidFill>
                <a:latin typeface="Consolas" panose="020B0609020204030204" pitchFamily="49" charset="0"/>
              </a:rPr>
              <a:t>for (;;)</a:t>
            </a:r>
          </a:p>
          <a:p>
            <a:pPr lvl="1">
              <a:spcAft>
                <a:spcPts val="300"/>
              </a:spcAft>
              <a:buSzPct val="100000"/>
            </a:pPr>
            <a:r>
              <a:rPr lang="en-US" sz="600">
                <a:solidFill>
                  <a:schemeClr val="tx2"/>
                </a:solidFill>
                <a:latin typeface="Consolas" panose="020B0609020204030204" pitchFamily="49" charset="0"/>
              </a:rPr>
              <a:t>      </a:t>
            </a:r>
            <a:r>
              <a:rPr lang="en-US" sz="600" err="1">
                <a:solidFill>
                  <a:schemeClr val="tx2"/>
                </a:solidFill>
                <a:latin typeface="Consolas" panose="020B0609020204030204" pitchFamily="49" charset="0"/>
              </a:rPr>
              <a:t>do_something</a:t>
            </a:r>
            <a:r>
              <a:rPr lang="en-US" sz="600">
                <a:solidFill>
                  <a:schemeClr val="tx2"/>
                </a:solidFill>
                <a:latin typeface="Consolas" panose="020B0609020204030204" pitchFamily="49" charset="0"/>
              </a:rPr>
              <a:t>();</a:t>
            </a:r>
          </a:p>
          <a:p>
            <a:pPr lvl="1">
              <a:spcAft>
                <a:spcPts val="300"/>
              </a:spcAft>
              <a:buSzPct val="100000"/>
            </a:pPr>
            <a:r>
              <a:rPr lang="en-US" sz="600" err="1">
                <a:solidFill>
                  <a:schemeClr val="tx2"/>
                </a:solidFill>
                <a:latin typeface="Consolas" panose="020B0609020204030204" pitchFamily="49" charset="0"/>
              </a:rPr>
              <a:t>rcu_read_unlock</a:t>
            </a:r>
            <a:r>
              <a:rPr lang="en-US" sz="600">
                <a:solidFill>
                  <a:schemeClr val="tx2"/>
                </a:solidFill>
                <a:latin typeface="Consolas" panose="020B0609020204030204" pitchFamily="49" charset="0"/>
              </a:rPr>
              <a:t>();</a:t>
            </a:r>
          </a:p>
          <a:p>
            <a:pPr algn="l">
              <a:spcAft>
                <a:spcPts val="300"/>
              </a:spcAft>
              <a:buSzPct val="100000"/>
            </a:pPr>
            <a:r>
              <a:rPr lang="en-US" sz="800" u="sng">
                <a:solidFill>
                  <a:schemeClr val="tx2"/>
                </a:solidFill>
              </a:rPr>
              <a:t>Prevention</a:t>
            </a:r>
            <a:r>
              <a:rPr lang="en-US" sz="800">
                <a:solidFill>
                  <a:schemeClr val="tx2"/>
                </a:solidFill>
              </a:rPr>
              <a:t>: break loop occasionally, make loop infinite</a:t>
            </a:r>
          </a:p>
          <a:p>
            <a:pPr algn="l">
              <a:spcAft>
                <a:spcPts val="300"/>
              </a:spcAft>
              <a:buSzPct val="100000"/>
            </a:pPr>
            <a:endParaRPr lang="en-US" sz="800">
              <a:solidFill>
                <a:schemeClr val="tx2"/>
              </a:solidFill>
            </a:endParaRPr>
          </a:p>
          <a:p>
            <a:pPr algn="l">
              <a:spcAft>
                <a:spcPts val="300"/>
              </a:spcAft>
              <a:buSzPct val="100000"/>
            </a:pPr>
            <a:r>
              <a:rPr lang="en-US" sz="800" b="1">
                <a:solidFill>
                  <a:schemeClr val="tx2"/>
                </a:solidFill>
              </a:rPr>
              <a:t>- A CPU looping with interrupts disabled</a:t>
            </a:r>
          </a:p>
          <a:p>
            <a:pPr lvl="1">
              <a:spcAft>
                <a:spcPts val="300"/>
              </a:spcAft>
              <a:buSzPct val="100000"/>
            </a:pPr>
            <a:r>
              <a:rPr lang="en-US" sz="600" err="1">
                <a:solidFill>
                  <a:schemeClr val="tx2"/>
                </a:solidFill>
                <a:latin typeface="Consolas" panose="020B0609020204030204" pitchFamily="49" charset="0"/>
              </a:rPr>
              <a:t>local_irq_disable</a:t>
            </a:r>
            <a:r>
              <a:rPr lang="en-US" sz="600">
                <a:solidFill>
                  <a:schemeClr val="tx2"/>
                </a:solidFill>
                <a:latin typeface="Consolas" panose="020B0609020204030204" pitchFamily="49" charset="0"/>
              </a:rPr>
              <a:t>();</a:t>
            </a:r>
          </a:p>
          <a:p>
            <a:pPr lvl="1">
              <a:spcAft>
                <a:spcPts val="300"/>
              </a:spcAft>
              <a:buSzPct val="100000"/>
            </a:pPr>
            <a:r>
              <a:rPr lang="en-US" sz="600">
                <a:solidFill>
                  <a:schemeClr val="tx2"/>
                </a:solidFill>
                <a:latin typeface="Consolas" panose="020B0609020204030204" pitchFamily="49" charset="0"/>
              </a:rPr>
              <a:t>for (;;)</a:t>
            </a:r>
          </a:p>
          <a:p>
            <a:pPr lvl="1">
              <a:spcAft>
                <a:spcPts val="300"/>
              </a:spcAft>
              <a:buSzPct val="100000"/>
            </a:pPr>
            <a:r>
              <a:rPr lang="en-US" sz="600">
                <a:solidFill>
                  <a:schemeClr val="tx2"/>
                </a:solidFill>
                <a:latin typeface="Consolas" panose="020B0609020204030204" pitchFamily="49" charset="0"/>
              </a:rPr>
              <a:t>      </a:t>
            </a:r>
            <a:r>
              <a:rPr lang="en-US" sz="600" err="1">
                <a:solidFill>
                  <a:schemeClr val="tx2"/>
                </a:solidFill>
                <a:latin typeface="Consolas" panose="020B0609020204030204" pitchFamily="49" charset="0"/>
              </a:rPr>
              <a:t>do_something</a:t>
            </a:r>
            <a:r>
              <a:rPr lang="en-US" sz="600">
                <a:solidFill>
                  <a:schemeClr val="tx2"/>
                </a:solidFill>
                <a:latin typeface="Consolas" panose="020B0609020204030204" pitchFamily="49" charset="0"/>
              </a:rPr>
              <a:t>();</a:t>
            </a:r>
          </a:p>
          <a:p>
            <a:pPr lvl="1">
              <a:spcAft>
                <a:spcPts val="300"/>
              </a:spcAft>
              <a:buSzPct val="100000"/>
            </a:pPr>
            <a:r>
              <a:rPr lang="en-US" sz="600" err="1">
                <a:solidFill>
                  <a:schemeClr val="tx2"/>
                </a:solidFill>
                <a:latin typeface="Consolas" panose="020B0609020204030204" pitchFamily="49" charset="0"/>
              </a:rPr>
              <a:t>local_irq_enable</a:t>
            </a:r>
            <a:r>
              <a:rPr lang="en-US" sz="600">
                <a:solidFill>
                  <a:schemeClr val="tx2"/>
                </a:solidFill>
                <a:latin typeface="Consolas" panose="020B0609020204030204" pitchFamily="49" charset="0"/>
              </a:rPr>
              <a:t>();</a:t>
            </a:r>
          </a:p>
          <a:p>
            <a:pPr algn="l">
              <a:spcAft>
                <a:spcPts val="300"/>
              </a:spcAft>
              <a:buSzPct val="100000"/>
            </a:pPr>
            <a:r>
              <a:rPr lang="en-US" sz="800" u="sng">
                <a:solidFill>
                  <a:schemeClr val="tx2"/>
                </a:solidFill>
              </a:rPr>
              <a:t>Prevention</a:t>
            </a:r>
            <a:r>
              <a:rPr lang="en-US" sz="800">
                <a:solidFill>
                  <a:schemeClr val="tx2"/>
                </a:solidFill>
              </a:rPr>
              <a:t>: break loop occasionally, make loop infinite and short</a:t>
            </a:r>
          </a:p>
          <a:p>
            <a:pPr algn="l">
              <a:spcAft>
                <a:spcPts val="300"/>
              </a:spcAft>
              <a:buSzPct val="100000"/>
            </a:pPr>
            <a:endParaRPr lang="en-US" sz="800">
              <a:solidFill>
                <a:schemeClr val="tx2"/>
              </a:solidFill>
            </a:endParaRPr>
          </a:p>
          <a:p>
            <a:pPr algn="l">
              <a:spcAft>
                <a:spcPts val="300"/>
              </a:spcAft>
              <a:buSzPct val="100000"/>
            </a:pPr>
            <a:r>
              <a:rPr lang="en-US" sz="800" b="1">
                <a:solidFill>
                  <a:schemeClr val="tx2"/>
                </a:solidFill>
              </a:rPr>
              <a:t>- A CPU looping with preemption disabled</a:t>
            </a:r>
            <a:endParaRPr lang="de-DE" sz="800" b="1">
              <a:solidFill>
                <a:schemeClr val="tx2"/>
              </a:solidFill>
            </a:endParaRPr>
          </a:p>
          <a:p>
            <a:pPr algn="l">
              <a:spcAft>
                <a:spcPts val="300"/>
              </a:spcAft>
              <a:buSzPct val="100000"/>
            </a:pPr>
            <a:endParaRPr lang="de-DE" sz="800">
              <a:solidFill>
                <a:schemeClr val="tx2"/>
              </a:solidFill>
            </a:endParaRPr>
          </a:p>
          <a:p>
            <a:pPr algn="l">
              <a:spcAft>
                <a:spcPts val="300"/>
              </a:spcAft>
              <a:buSzPct val="100000"/>
            </a:pPr>
            <a:r>
              <a:rPr lang="de-DE" sz="800" b="1">
                <a:solidFill>
                  <a:schemeClr val="tx2"/>
                </a:solidFill>
              </a:rPr>
              <a:t>- Real-time </a:t>
            </a:r>
            <a:r>
              <a:rPr lang="de-DE" sz="800" b="1" err="1">
                <a:solidFill>
                  <a:schemeClr val="tx2"/>
                </a:solidFill>
              </a:rPr>
              <a:t>priority</a:t>
            </a:r>
            <a:r>
              <a:rPr lang="de-DE" sz="800" b="1">
                <a:solidFill>
                  <a:schemeClr val="tx2"/>
                </a:solidFill>
              </a:rPr>
              <a:t> </a:t>
            </a:r>
            <a:r>
              <a:rPr lang="de-DE" sz="800" b="1" err="1">
                <a:solidFill>
                  <a:schemeClr val="tx2"/>
                </a:solidFill>
              </a:rPr>
              <a:t>process</a:t>
            </a:r>
            <a:r>
              <a:rPr lang="de-DE" sz="800" b="1">
                <a:solidFill>
                  <a:schemeClr val="tx2"/>
                </a:solidFill>
              </a:rPr>
              <a:t> </a:t>
            </a:r>
            <a:r>
              <a:rPr lang="de-DE" sz="800" b="1" err="1">
                <a:solidFill>
                  <a:schemeClr val="tx2"/>
                </a:solidFill>
              </a:rPr>
              <a:t>conflicts</a:t>
            </a:r>
            <a:endParaRPr lang="de-DE" sz="800" b="1">
              <a:solidFill>
                <a:schemeClr val="tx2"/>
              </a:solidFill>
            </a:endParaRPr>
          </a:p>
          <a:p>
            <a:pPr algn="l">
              <a:spcAft>
                <a:spcPts val="300"/>
              </a:spcAft>
              <a:buSzPct val="100000"/>
            </a:pPr>
            <a:endParaRPr lang="de-DE" sz="800">
              <a:solidFill>
                <a:schemeClr val="tx2"/>
              </a:solidFill>
            </a:endParaRPr>
          </a:p>
          <a:p>
            <a:pPr algn="l">
              <a:spcAft>
                <a:spcPts val="300"/>
              </a:spcAft>
              <a:buSzPct val="100000"/>
            </a:pPr>
            <a:r>
              <a:rPr lang="de-DE" sz="800">
                <a:solidFill>
                  <a:schemeClr val="tx2"/>
                </a:solidFill>
                <a:hlinkClick r:id="rId3"/>
              </a:rPr>
              <a:t>@List </a:t>
            </a:r>
            <a:r>
              <a:rPr lang="de-DE" sz="800" err="1">
                <a:solidFill>
                  <a:schemeClr val="tx2"/>
                </a:solidFill>
                <a:hlinkClick r:id="rId3"/>
              </a:rPr>
              <a:t>of</a:t>
            </a:r>
            <a:r>
              <a:rPr lang="de-DE" sz="800">
                <a:solidFill>
                  <a:schemeClr val="tx2"/>
                </a:solidFill>
                <a:hlinkClick r:id="rId3"/>
              </a:rPr>
              <a:t> </a:t>
            </a:r>
            <a:r>
              <a:rPr lang="de-DE" sz="800" err="1">
                <a:solidFill>
                  <a:schemeClr val="tx2"/>
                </a:solidFill>
                <a:hlinkClick r:id="rId3"/>
              </a:rPr>
              <a:t>other</a:t>
            </a:r>
            <a:r>
              <a:rPr lang="de-DE" sz="800">
                <a:solidFill>
                  <a:schemeClr val="tx2"/>
                </a:solidFill>
                <a:hlinkClick r:id="rId3"/>
              </a:rPr>
              <a:t> </a:t>
            </a:r>
            <a:r>
              <a:rPr lang="de-DE" sz="800" err="1">
                <a:solidFill>
                  <a:schemeClr val="tx2"/>
                </a:solidFill>
                <a:hlinkClick r:id="rId3"/>
              </a:rPr>
              <a:t>possible</a:t>
            </a:r>
            <a:r>
              <a:rPr lang="de-DE" sz="800">
                <a:solidFill>
                  <a:schemeClr val="tx2"/>
                </a:solidFill>
                <a:hlinkClick r:id="rId3"/>
              </a:rPr>
              <a:t> </a:t>
            </a:r>
            <a:r>
              <a:rPr lang="de-DE" sz="800" err="1">
                <a:solidFill>
                  <a:schemeClr val="tx2"/>
                </a:solidFill>
                <a:hlinkClick r:id="rId3"/>
              </a:rPr>
              <a:t>reasons</a:t>
            </a:r>
            <a:endParaRPr lang="de-DE" sz="800">
              <a:solidFill>
                <a:schemeClr val="tx2"/>
              </a:solidFill>
            </a:endParaRPr>
          </a:p>
          <a:p>
            <a:pPr algn="l">
              <a:spcAft>
                <a:spcPts val="300"/>
              </a:spcAft>
              <a:buSzPct val="100000"/>
            </a:pPr>
            <a:endParaRPr lang="de-DE" sz="800">
              <a:solidFill>
                <a:schemeClr val="tx2"/>
              </a:solidFill>
            </a:endParaRPr>
          </a:p>
          <a:p>
            <a:pPr algn="l">
              <a:spcAft>
                <a:spcPts val="300"/>
              </a:spcAft>
              <a:buSzPct val="100000"/>
            </a:pPr>
            <a:endParaRPr lang="de-DE" sz="800">
              <a:solidFill>
                <a:schemeClr val="tx2"/>
              </a:solidFill>
            </a:endParaRPr>
          </a:p>
        </p:txBody>
      </p:sp>
      <p:sp>
        <p:nvSpPr>
          <p:cNvPr id="9" name="TextBox 8">
            <a:extLst>
              <a:ext uri="{FF2B5EF4-FFF2-40B4-BE49-F238E27FC236}">
                <a16:creationId xmlns:a16="http://schemas.microsoft.com/office/drawing/2014/main" id="{6D01B32D-43C5-4F58-BF1C-A6E8A46D7DB8}"/>
              </a:ext>
            </a:extLst>
          </p:cNvPr>
          <p:cNvSpPr txBox="1"/>
          <p:nvPr/>
        </p:nvSpPr>
        <p:spPr>
          <a:xfrm>
            <a:off x="1783177" y="3121353"/>
            <a:ext cx="343270" cy="257453"/>
          </a:xfrm>
          <a:prstGeom prst="rect">
            <a:avLst/>
          </a:prstGeom>
          <a:noFill/>
        </p:spPr>
        <p:txBody>
          <a:bodyPr wrap="square" lIns="72000" tIns="72000" rIns="72000" bIns="72000" rtlCol="0">
            <a:noAutofit/>
          </a:bodyPr>
          <a:lstStyle/>
          <a:p>
            <a:pPr algn="l">
              <a:spcAft>
                <a:spcPts val="300"/>
              </a:spcAft>
              <a:buSzPct val="100000"/>
            </a:pPr>
            <a:r>
              <a:rPr lang="de-DE" sz="800">
                <a:solidFill>
                  <a:schemeClr val="tx2"/>
                </a:solidFill>
              </a:rPr>
              <a:t>[10]</a:t>
            </a:r>
          </a:p>
        </p:txBody>
      </p:sp>
    </p:spTree>
    <p:extLst>
      <p:ext uri="{BB962C8B-B14F-4D97-AF65-F5344CB8AC3E}">
        <p14:creationId xmlns:p14="http://schemas.microsoft.com/office/powerpoint/2010/main" val="187503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RCU stall, sample </a:t>
            </a:r>
            <a:r>
              <a:rPr lang="de-DE" sz="1600" b="1" err="1"/>
              <a:t>sceanrio</a:t>
            </a:r>
            <a:r>
              <a:rPr lang="de-DE" sz="1600" b="1"/>
              <a:t> </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46631" y="864093"/>
            <a:ext cx="7726183" cy="3603189"/>
          </a:xfrm>
          <a:prstGeom prst="rect">
            <a:avLst/>
          </a:prstGeom>
          <a:noFill/>
        </p:spPr>
        <p:txBody>
          <a:bodyPr wrap="none" lIns="72000" tIns="72000" rIns="72000" bIns="72000" rtlCol="0">
            <a:noAutofit/>
          </a:bodyPr>
          <a:lstStyle/>
          <a:p>
            <a:pPr algn="l">
              <a:spcAft>
                <a:spcPts val="300"/>
              </a:spcAft>
              <a:buSzPct val="100000"/>
            </a:pPr>
            <a:r>
              <a:rPr lang="de-DE" sz="700" b="1" u="sng">
                <a:solidFill>
                  <a:schemeClr val="tx2"/>
                </a:solidFill>
              </a:rPr>
              <a:t>Symptom</a:t>
            </a:r>
            <a:r>
              <a:rPr lang="de-DE" sz="700">
                <a:solidFill>
                  <a:schemeClr val="tx2"/>
                </a:solidFill>
              </a:rPr>
              <a:t>: Kernel </a:t>
            </a:r>
            <a:r>
              <a:rPr lang="de-DE" sz="700" err="1">
                <a:solidFill>
                  <a:schemeClr val="tx2"/>
                </a:solidFill>
              </a:rPr>
              <a:t>prints</a:t>
            </a:r>
            <a:r>
              <a:rPr lang="de-DE" sz="700">
                <a:solidFill>
                  <a:schemeClr val="tx2"/>
                </a:solidFill>
              </a:rPr>
              <a:t> RCU stall </a:t>
            </a:r>
            <a:r>
              <a:rPr lang="de-DE" sz="700" err="1">
                <a:solidFill>
                  <a:schemeClr val="tx2"/>
                </a:solidFill>
              </a:rPr>
              <a:t>warnings</a:t>
            </a:r>
            <a:r>
              <a:rPr lang="de-DE" sz="700">
                <a:solidFill>
                  <a:schemeClr val="tx2"/>
                </a:solidFill>
              </a:rPr>
              <a:t>, e.g. PR622355 </a:t>
            </a:r>
            <a:r>
              <a:rPr lang="de-DE" sz="700" err="1">
                <a:solidFill>
                  <a:schemeClr val="tx2"/>
                </a:solidFill>
              </a:rPr>
              <a:t>which</a:t>
            </a:r>
            <a:r>
              <a:rPr lang="de-DE" sz="700">
                <a:solidFill>
                  <a:schemeClr val="tx2"/>
                </a:solidFill>
              </a:rPr>
              <a:t> </a:t>
            </a:r>
            <a:r>
              <a:rPr lang="de-DE" sz="700" err="1">
                <a:solidFill>
                  <a:schemeClr val="tx2"/>
                </a:solidFill>
              </a:rPr>
              <a:t>ends</a:t>
            </a:r>
            <a:r>
              <a:rPr lang="de-DE" sz="700">
                <a:solidFill>
                  <a:schemeClr val="tx2"/>
                </a:solidFill>
              </a:rPr>
              <a:t> </a:t>
            </a:r>
            <a:r>
              <a:rPr lang="de-DE" sz="700" err="1">
                <a:solidFill>
                  <a:schemeClr val="tx2"/>
                </a:solidFill>
              </a:rPr>
              <a:t>up</a:t>
            </a:r>
            <a:r>
              <a:rPr lang="de-DE" sz="700">
                <a:solidFill>
                  <a:schemeClr val="tx2"/>
                </a:solidFill>
              </a:rPr>
              <a:t> in a </a:t>
            </a:r>
            <a:r>
              <a:rPr lang="de-DE" sz="700" err="1">
                <a:solidFill>
                  <a:schemeClr val="tx2"/>
                </a:solidFill>
              </a:rPr>
              <a:t>watchdog</a:t>
            </a: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marL="171450" indent="-171450" algn="l">
              <a:spcAft>
                <a:spcPts val="300"/>
              </a:spcAft>
              <a:buSzPct val="100000"/>
              <a:buFont typeface="Arial" panose="020B0604020202020204" pitchFamily="34" charset="0"/>
              <a:buChar char="•"/>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pic>
        <p:nvPicPr>
          <p:cNvPr id="7" name="Picture 6">
            <a:extLst>
              <a:ext uri="{FF2B5EF4-FFF2-40B4-BE49-F238E27FC236}">
                <a16:creationId xmlns:a16="http://schemas.microsoft.com/office/drawing/2014/main" id="{F3CC71CF-7BE1-41E1-A180-A41CDC7EF9CD}"/>
              </a:ext>
            </a:extLst>
          </p:cNvPr>
          <p:cNvPicPr>
            <a:picLocks noChangeAspect="1"/>
          </p:cNvPicPr>
          <p:nvPr/>
        </p:nvPicPr>
        <p:blipFill>
          <a:blip r:embed="rId2"/>
          <a:stretch>
            <a:fillRect/>
          </a:stretch>
        </p:blipFill>
        <p:spPr>
          <a:xfrm>
            <a:off x="417600" y="1105121"/>
            <a:ext cx="5254542" cy="3362161"/>
          </a:xfrm>
          <a:prstGeom prst="rect">
            <a:avLst/>
          </a:prstGeom>
        </p:spPr>
      </p:pic>
      <p:sp>
        <p:nvSpPr>
          <p:cNvPr id="8" name="TextBox 7">
            <a:extLst>
              <a:ext uri="{FF2B5EF4-FFF2-40B4-BE49-F238E27FC236}">
                <a16:creationId xmlns:a16="http://schemas.microsoft.com/office/drawing/2014/main" id="{898A1E96-8B9F-4674-80FA-EBC611F066D9}"/>
              </a:ext>
            </a:extLst>
          </p:cNvPr>
          <p:cNvSpPr txBox="1"/>
          <p:nvPr/>
        </p:nvSpPr>
        <p:spPr>
          <a:xfrm>
            <a:off x="3965359" y="1816171"/>
            <a:ext cx="3554027" cy="1829734"/>
          </a:xfrm>
          <a:prstGeom prst="rect">
            <a:avLst/>
          </a:prstGeom>
          <a:solidFill>
            <a:schemeClr val="bg1"/>
          </a:solidFill>
          <a:ln>
            <a:solidFill>
              <a:schemeClr val="accent4"/>
            </a:solidFill>
          </a:ln>
        </p:spPr>
        <p:txBody>
          <a:bodyPr wrap="none" lIns="72000" tIns="72000" rIns="72000" bIns="72000" rtlCol="0">
            <a:noAutofit/>
          </a:bodyPr>
          <a:lstStyle/>
          <a:p>
            <a:pPr algn="l">
              <a:spcAft>
                <a:spcPts val="300"/>
              </a:spcAft>
              <a:buSzPct val="100000"/>
            </a:pPr>
            <a:r>
              <a:rPr lang="de-DE" sz="800">
                <a:solidFill>
                  <a:schemeClr val="tx2"/>
                </a:solidFill>
                <a:hlinkClick r:id="rId3"/>
              </a:rPr>
              <a:t>@Decoding </a:t>
            </a:r>
            <a:r>
              <a:rPr lang="de-DE" sz="800" err="1">
                <a:solidFill>
                  <a:schemeClr val="tx2"/>
                </a:solidFill>
                <a:hlinkClick r:id="rId3"/>
              </a:rPr>
              <a:t>details</a:t>
            </a:r>
            <a:r>
              <a:rPr lang="de-DE" sz="800">
                <a:solidFill>
                  <a:schemeClr val="tx2"/>
                </a:solidFill>
                <a:hlinkClick r:id="rId3"/>
              </a:rPr>
              <a:t> </a:t>
            </a:r>
            <a:r>
              <a:rPr lang="de-DE" sz="800" err="1">
                <a:solidFill>
                  <a:schemeClr val="tx2"/>
                </a:solidFill>
                <a:hlinkClick r:id="rId3"/>
              </a:rPr>
              <a:t>of</a:t>
            </a:r>
            <a:r>
              <a:rPr lang="de-DE" sz="800">
                <a:solidFill>
                  <a:schemeClr val="tx2"/>
                </a:solidFill>
                <a:hlinkClick r:id="rId3"/>
              </a:rPr>
              <a:t> all </a:t>
            </a:r>
            <a:r>
              <a:rPr lang="de-DE" sz="800" err="1">
                <a:solidFill>
                  <a:schemeClr val="tx2"/>
                </a:solidFill>
                <a:hlinkClick r:id="rId3"/>
              </a:rPr>
              <a:t>flags</a:t>
            </a:r>
            <a:endParaRPr lang="de-DE" sz="800">
              <a:solidFill>
                <a:schemeClr val="tx2"/>
              </a:solidFill>
            </a:endParaRPr>
          </a:p>
          <a:p>
            <a:pPr algn="l">
              <a:spcAft>
                <a:spcPts val="300"/>
              </a:spcAft>
              <a:buSzPct val="100000"/>
            </a:pPr>
            <a:endParaRPr lang="de-DE" sz="800">
              <a:solidFill>
                <a:schemeClr val="tx2"/>
              </a:solidFill>
            </a:endParaRPr>
          </a:p>
          <a:p>
            <a:pPr marL="171450" indent="-171450" algn="l">
              <a:spcAft>
                <a:spcPts val="300"/>
              </a:spcAft>
              <a:buSzPct val="100000"/>
              <a:buFont typeface="Arial" panose="020B0604020202020204" pitchFamily="34" charset="0"/>
              <a:buChar char="•"/>
            </a:pPr>
            <a:r>
              <a:rPr lang="de-DE" sz="800" err="1">
                <a:solidFill>
                  <a:schemeClr val="tx2"/>
                </a:solidFill>
              </a:rPr>
              <a:t>Here</a:t>
            </a:r>
            <a:r>
              <a:rPr lang="de-DE" sz="800">
                <a:solidFill>
                  <a:schemeClr val="tx2"/>
                </a:solidFill>
              </a:rPr>
              <a:t> </a:t>
            </a:r>
            <a:r>
              <a:rPr lang="de-DE" sz="800" err="1">
                <a:solidFill>
                  <a:schemeClr val="tx2"/>
                </a:solidFill>
              </a:rPr>
              <a:t>we</a:t>
            </a:r>
            <a:r>
              <a:rPr lang="de-DE" sz="800">
                <a:solidFill>
                  <a:schemeClr val="tx2"/>
                </a:solidFill>
              </a:rPr>
              <a:t> </a:t>
            </a:r>
            <a:r>
              <a:rPr lang="de-DE" sz="800" err="1">
                <a:solidFill>
                  <a:schemeClr val="tx2"/>
                </a:solidFill>
              </a:rPr>
              <a:t>have</a:t>
            </a:r>
            <a:r>
              <a:rPr lang="de-DE" sz="800">
                <a:solidFill>
                  <a:schemeClr val="tx2"/>
                </a:solidFill>
              </a:rPr>
              <a:t> a </a:t>
            </a:r>
            <a:r>
              <a:rPr lang="de-DE" sz="800" err="1">
                <a:solidFill>
                  <a:schemeClr val="tx2"/>
                </a:solidFill>
              </a:rPr>
              <a:t>situation</a:t>
            </a:r>
            <a:r>
              <a:rPr lang="de-DE" sz="800">
                <a:solidFill>
                  <a:schemeClr val="tx2"/>
                </a:solidFill>
              </a:rPr>
              <a:t> </a:t>
            </a:r>
            <a:r>
              <a:rPr lang="de-DE" sz="800" err="1">
                <a:solidFill>
                  <a:schemeClr val="tx2"/>
                </a:solidFill>
              </a:rPr>
              <a:t>that</a:t>
            </a:r>
            <a:r>
              <a:rPr lang="de-DE" sz="800">
                <a:solidFill>
                  <a:schemeClr val="tx2"/>
                </a:solidFill>
              </a:rPr>
              <a:t> </a:t>
            </a:r>
            <a:r>
              <a:rPr lang="de-DE" sz="800" err="1">
                <a:solidFill>
                  <a:schemeClr val="tx2"/>
                </a:solidFill>
              </a:rPr>
              <a:t>rcu_preempt</a:t>
            </a:r>
            <a:r>
              <a:rPr lang="de-DE" sz="800">
                <a:solidFill>
                  <a:schemeClr val="tx2"/>
                </a:solidFill>
              </a:rPr>
              <a:t> </a:t>
            </a:r>
            <a:r>
              <a:rPr lang="de-DE" sz="800" err="1">
                <a:solidFill>
                  <a:schemeClr val="tx2"/>
                </a:solidFill>
              </a:rPr>
              <a:t>kthread</a:t>
            </a:r>
            <a:r>
              <a:rPr lang="de-DE" sz="800">
                <a:solidFill>
                  <a:schemeClr val="tx2"/>
                </a:solidFill>
              </a:rPr>
              <a:t> </a:t>
            </a:r>
            <a:r>
              <a:rPr lang="de-DE" sz="800" err="1">
                <a:solidFill>
                  <a:schemeClr val="tx2"/>
                </a:solidFill>
              </a:rPr>
              <a:t>task</a:t>
            </a:r>
            <a:r>
              <a:rPr lang="de-DE" sz="800">
                <a:solidFill>
                  <a:schemeClr val="tx2"/>
                </a:solidFill>
              </a:rPr>
              <a:t> was not </a:t>
            </a:r>
            <a:r>
              <a:rPr lang="de-DE" sz="800" err="1">
                <a:solidFill>
                  <a:schemeClr val="tx2"/>
                </a:solidFill>
              </a:rPr>
              <a:t>able</a:t>
            </a:r>
            <a:r>
              <a:rPr lang="de-DE" sz="800">
                <a:solidFill>
                  <a:schemeClr val="tx2"/>
                </a:solidFill>
              </a:rPr>
              <a:t> </a:t>
            </a:r>
            <a:r>
              <a:rPr lang="de-DE" sz="800" err="1">
                <a:solidFill>
                  <a:schemeClr val="tx2"/>
                </a:solidFill>
              </a:rPr>
              <a:t>to</a:t>
            </a:r>
            <a:r>
              <a:rPr lang="de-DE" sz="800">
                <a:solidFill>
                  <a:schemeClr val="tx2"/>
                </a:solidFill>
              </a:rPr>
              <a:t> </a:t>
            </a:r>
            <a:br>
              <a:rPr lang="de-DE" sz="800">
                <a:solidFill>
                  <a:schemeClr val="tx2"/>
                </a:solidFill>
              </a:rPr>
            </a:br>
            <a:r>
              <a:rPr lang="de-DE" sz="800" err="1">
                <a:solidFill>
                  <a:schemeClr val="tx2"/>
                </a:solidFill>
              </a:rPr>
              <a:t>execute</a:t>
            </a:r>
            <a:r>
              <a:rPr lang="de-DE" sz="800">
                <a:solidFill>
                  <a:schemeClr val="tx2"/>
                </a:solidFill>
              </a:rPr>
              <a:t> for 1655 </a:t>
            </a:r>
            <a:r>
              <a:rPr lang="de-DE" sz="800" err="1">
                <a:solidFill>
                  <a:schemeClr val="tx2"/>
                </a:solidFill>
              </a:rPr>
              <a:t>jiffies</a:t>
            </a:r>
            <a:r>
              <a:rPr lang="de-DE" sz="800">
                <a:solidFill>
                  <a:schemeClr val="tx2"/>
                </a:solidFill>
              </a:rPr>
              <a:t> (16 sec on 100HZ OS tick rate for </a:t>
            </a:r>
            <a:br>
              <a:rPr lang="de-DE" sz="800">
                <a:solidFill>
                  <a:schemeClr val="tx2"/>
                </a:solidFill>
              </a:rPr>
            </a:br>
            <a:r>
              <a:rPr lang="de-DE" sz="800" err="1">
                <a:solidFill>
                  <a:schemeClr val="tx2"/>
                </a:solidFill>
              </a:rPr>
              <a:t>timer</a:t>
            </a:r>
            <a:r>
              <a:rPr lang="de-DE" sz="800">
                <a:solidFill>
                  <a:schemeClr val="tx2"/>
                </a:solidFill>
              </a:rPr>
              <a:t> </a:t>
            </a:r>
            <a:r>
              <a:rPr lang="de-DE" sz="800" err="1">
                <a:solidFill>
                  <a:schemeClr val="tx2"/>
                </a:solidFill>
              </a:rPr>
              <a:t>interrupts</a:t>
            </a:r>
            <a:r>
              <a:rPr lang="de-DE" sz="800">
                <a:solidFill>
                  <a:schemeClr val="tx2"/>
                </a:solidFill>
              </a:rPr>
              <a:t> </a:t>
            </a:r>
            <a:r>
              <a:rPr lang="de-DE" sz="800" err="1">
                <a:solidFill>
                  <a:schemeClr val="tx2"/>
                </a:solidFill>
              </a:rPr>
              <a:t>which</a:t>
            </a:r>
            <a:r>
              <a:rPr lang="de-DE" sz="800">
                <a:solidFill>
                  <a:schemeClr val="tx2"/>
                </a:solidFill>
              </a:rPr>
              <a:t> </a:t>
            </a:r>
            <a:r>
              <a:rPr lang="de-DE" sz="800" err="1">
                <a:solidFill>
                  <a:schemeClr val="tx2"/>
                </a:solidFill>
              </a:rPr>
              <a:t>triggers</a:t>
            </a:r>
            <a:r>
              <a:rPr lang="de-DE" sz="800">
                <a:solidFill>
                  <a:schemeClr val="tx2"/>
                </a:solidFill>
              </a:rPr>
              <a:t> </a:t>
            </a:r>
            <a:r>
              <a:rPr lang="de-DE" sz="800" err="1">
                <a:solidFill>
                  <a:schemeClr val="tx2"/>
                </a:solidFill>
              </a:rPr>
              <a:t>the</a:t>
            </a:r>
            <a:r>
              <a:rPr lang="de-DE" sz="800">
                <a:solidFill>
                  <a:schemeClr val="tx2"/>
                </a:solidFill>
              </a:rPr>
              <a:t> </a:t>
            </a:r>
            <a:r>
              <a:rPr lang="de-DE" sz="800" err="1">
                <a:solidFill>
                  <a:schemeClr val="tx2"/>
                </a:solidFill>
              </a:rPr>
              <a:t>scheduling</a:t>
            </a:r>
            <a:r>
              <a:rPr lang="de-DE" sz="800">
                <a:solidFill>
                  <a:schemeClr val="tx2"/>
                </a:solidFill>
              </a:rPr>
              <a:t> </a:t>
            </a:r>
            <a:r>
              <a:rPr lang="de-DE" sz="800" err="1">
                <a:solidFill>
                  <a:schemeClr val="tx2"/>
                </a:solidFill>
              </a:rPr>
              <a:t>algorithm</a:t>
            </a:r>
            <a:r>
              <a:rPr lang="de-DE" sz="800">
                <a:solidFill>
                  <a:schemeClr val="tx2"/>
                </a:solidFill>
              </a:rPr>
              <a:t>)</a:t>
            </a:r>
          </a:p>
          <a:p>
            <a:pPr marL="171450" indent="-171450" algn="l">
              <a:spcAft>
                <a:spcPts val="300"/>
              </a:spcAft>
              <a:buSzPct val="100000"/>
              <a:buFont typeface="Arial" panose="020B0604020202020204" pitchFamily="34" charset="0"/>
              <a:buChar char="•"/>
            </a:pPr>
            <a:r>
              <a:rPr lang="de-DE" sz="800">
                <a:solidFill>
                  <a:schemeClr val="tx2"/>
                </a:solidFill>
              </a:rPr>
              <a:t>The </a:t>
            </a:r>
            <a:r>
              <a:rPr lang="de-DE" sz="800" i="1" err="1">
                <a:solidFill>
                  <a:schemeClr val="tx2"/>
                </a:solidFill>
              </a:rPr>
              <a:t>call</a:t>
            </a:r>
            <a:r>
              <a:rPr lang="de-DE" sz="800" i="1">
                <a:solidFill>
                  <a:schemeClr val="tx2"/>
                </a:solidFill>
              </a:rPr>
              <a:t> </a:t>
            </a:r>
            <a:r>
              <a:rPr lang="de-DE" sz="800" i="1" err="1">
                <a:solidFill>
                  <a:schemeClr val="tx2"/>
                </a:solidFill>
              </a:rPr>
              <a:t>trace</a:t>
            </a:r>
            <a:r>
              <a:rPr lang="de-DE" sz="800" i="1">
                <a:solidFill>
                  <a:schemeClr val="tx2"/>
                </a:solidFill>
              </a:rPr>
              <a:t> </a:t>
            </a:r>
            <a:r>
              <a:rPr lang="de-DE" sz="800" err="1">
                <a:solidFill>
                  <a:schemeClr val="tx2"/>
                </a:solidFill>
              </a:rPr>
              <a:t>indicates</a:t>
            </a:r>
            <a:r>
              <a:rPr lang="de-DE" sz="800">
                <a:solidFill>
                  <a:schemeClr val="tx2"/>
                </a:solidFill>
              </a:rPr>
              <a:t> just </a:t>
            </a:r>
            <a:r>
              <a:rPr lang="de-DE" sz="800" err="1">
                <a:solidFill>
                  <a:schemeClr val="tx2"/>
                </a:solidFill>
              </a:rPr>
              <a:t>the</a:t>
            </a:r>
            <a:r>
              <a:rPr lang="de-DE" sz="800">
                <a:solidFill>
                  <a:schemeClr val="tx2"/>
                </a:solidFill>
              </a:rPr>
              <a:t> </a:t>
            </a:r>
            <a:r>
              <a:rPr lang="de-DE" sz="800" err="1">
                <a:solidFill>
                  <a:schemeClr val="tx2"/>
                </a:solidFill>
              </a:rPr>
              <a:t>scheduling</a:t>
            </a:r>
            <a:r>
              <a:rPr lang="de-DE" sz="800">
                <a:solidFill>
                  <a:schemeClr val="tx2"/>
                </a:solidFill>
              </a:rPr>
              <a:t> </a:t>
            </a:r>
            <a:r>
              <a:rPr lang="de-DE" sz="800" err="1">
                <a:solidFill>
                  <a:schemeClr val="tx2"/>
                </a:solidFill>
              </a:rPr>
              <a:t>timeout</a:t>
            </a:r>
            <a:r>
              <a:rPr lang="de-DE" sz="800">
                <a:solidFill>
                  <a:schemeClr val="tx2"/>
                </a:solidFill>
              </a:rPr>
              <a:t> </a:t>
            </a:r>
            <a:r>
              <a:rPr lang="de-DE" sz="800" err="1">
                <a:solidFill>
                  <a:schemeClr val="tx2"/>
                </a:solidFill>
              </a:rPr>
              <a:t>from</a:t>
            </a:r>
            <a:r>
              <a:rPr lang="de-DE" sz="800">
                <a:solidFill>
                  <a:schemeClr val="tx2"/>
                </a:solidFill>
              </a:rPr>
              <a:t> </a:t>
            </a:r>
            <a:br>
              <a:rPr lang="de-DE" sz="800">
                <a:solidFill>
                  <a:schemeClr val="tx2"/>
                </a:solidFill>
              </a:rPr>
            </a:br>
            <a:r>
              <a:rPr lang="de-DE" sz="800" err="1">
                <a:solidFill>
                  <a:schemeClr val="tx2"/>
                </a:solidFill>
              </a:rPr>
              <a:t>the</a:t>
            </a:r>
            <a:r>
              <a:rPr lang="de-DE" sz="800">
                <a:solidFill>
                  <a:schemeClr val="tx2"/>
                </a:solidFill>
              </a:rPr>
              <a:t> </a:t>
            </a:r>
            <a:r>
              <a:rPr lang="de-DE" sz="800" err="1">
                <a:solidFill>
                  <a:schemeClr val="tx2"/>
                </a:solidFill>
              </a:rPr>
              <a:t>kthread</a:t>
            </a:r>
            <a:r>
              <a:rPr lang="de-DE" sz="800">
                <a:solidFill>
                  <a:schemeClr val="tx2"/>
                </a:solidFill>
              </a:rPr>
              <a:t> </a:t>
            </a:r>
            <a:r>
              <a:rPr lang="de-DE" sz="800" err="1">
                <a:solidFill>
                  <a:schemeClr val="tx2"/>
                </a:solidFill>
              </a:rPr>
              <a:t>and</a:t>
            </a:r>
            <a:r>
              <a:rPr lang="de-DE" sz="800">
                <a:solidFill>
                  <a:schemeClr val="tx2"/>
                </a:solidFill>
              </a:rPr>
              <a:t> </a:t>
            </a:r>
            <a:r>
              <a:rPr lang="de-DE" sz="800" err="1">
                <a:solidFill>
                  <a:schemeClr val="tx2"/>
                </a:solidFill>
              </a:rPr>
              <a:t>that</a:t>
            </a:r>
            <a:r>
              <a:rPr lang="de-DE" sz="800">
                <a:solidFill>
                  <a:schemeClr val="tx2"/>
                </a:solidFill>
              </a:rPr>
              <a:t> </a:t>
            </a:r>
            <a:r>
              <a:rPr lang="de-DE" sz="800" err="1">
                <a:solidFill>
                  <a:schemeClr val="tx2"/>
                </a:solidFill>
              </a:rPr>
              <a:t>generic</a:t>
            </a:r>
            <a:r>
              <a:rPr lang="de-DE" sz="800">
                <a:solidFill>
                  <a:schemeClr val="tx2"/>
                </a:solidFill>
              </a:rPr>
              <a:t> </a:t>
            </a:r>
            <a:r>
              <a:rPr lang="de-DE" sz="800" err="1">
                <a:solidFill>
                  <a:schemeClr val="tx2"/>
                </a:solidFill>
              </a:rPr>
              <a:t>kernel</a:t>
            </a:r>
            <a:r>
              <a:rPr lang="de-DE" sz="800">
                <a:solidFill>
                  <a:schemeClr val="tx2"/>
                </a:solidFill>
              </a:rPr>
              <a:t> </a:t>
            </a:r>
            <a:r>
              <a:rPr lang="de-DE" sz="800" err="1">
                <a:solidFill>
                  <a:schemeClr val="tx2"/>
                </a:solidFill>
              </a:rPr>
              <a:t>timer</a:t>
            </a:r>
            <a:r>
              <a:rPr lang="de-DE" sz="800">
                <a:solidFill>
                  <a:schemeClr val="tx2"/>
                </a:solidFill>
              </a:rPr>
              <a:t> </a:t>
            </a:r>
            <a:r>
              <a:rPr lang="de-DE" sz="800" err="1">
                <a:solidFill>
                  <a:schemeClr val="tx2"/>
                </a:solidFill>
              </a:rPr>
              <a:t>functions</a:t>
            </a:r>
            <a:r>
              <a:rPr lang="de-DE" sz="800">
                <a:solidFill>
                  <a:schemeClr val="tx2"/>
                </a:solidFill>
              </a:rPr>
              <a:t> </a:t>
            </a:r>
            <a:r>
              <a:rPr lang="de-DE" sz="800" err="1">
                <a:solidFill>
                  <a:schemeClr val="tx2"/>
                </a:solidFill>
              </a:rPr>
              <a:t>has</a:t>
            </a:r>
            <a:r>
              <a:rPr lang="de-DE" sz="800">
                <a:solidFill>
                  <a:schemeClr val="tx2"/>
                </a:solidFill>
              </a:rPr>
              <a:t> </a:t>
            </a:r>
            <a:r>
              <a:rPr lang="de-DE" sz="800" err="1">
                <a:solidFill>
                  <a:schemeClr val="tx2"/>
                </a:solidFill>
              </a:rPr>
              <a:t>been</a:t>
            </a:r>
            <a:r>
              <a:rPr lang="de-DE" sz="800">
                <a:solidFill>
                  <a:schemeClr val="tx2"/>
                </a:solidFill>
              </a:rPr>
              <a:t> </a:t>
            </a:r>
            <a:r>
              <a:rPr lang="de-DE" sz="800" err="1">
                <a:solidFill>
                  <a:schemeClr val="tx2"/>
                </a:solidFill>
              </a:rPr>
              <a:t>executed</a:t>
            </a:r>
            <a:br>
              <a:rPr lang="de-DE" sz="800">
                <a:solidFill>
                  <a:schemeClr val="tx2"/>
                </a:solidFill>
              </a:rPr>
            </a:br>
            <a:r>
              <a:rPr lang="de-DE" sz="800" err="1">
                <a:solidFill>
                  <a:schemeClr val="tx2"/>
                </a:solidFill>
              </a:rPr>
              <a:t>during</a:t>
            </a:r>
            <a:r>
              <a:rPr lang="de-DE" sz="800">
                <a:solidFill>
                  <a:schemeClr val="tx2"/>
                </a:solidFill>
              </a:rPr>
              <a:t> </a:t>
            </a:r>
            <a:r>
              <a:rPr lang="de-DE" sz="800" err="1">
                <a:solidFill>
                  <a:schemeClr val="tx2"/>
                </a:solidFill>
              </a:rPr>
              <a:t>the</a:t>
            </a:r>
            <a:r>
              <a:rPr lang="de-DE" sz="800">
                <a:solidFill>
                  <a:schemeClr val="tx2"/>
                </a:solidFill>
              </a:rPr>
              <a:t> stall</a:t>
            </a:r>
          </a:p>
          <a:p>
            <a:pPr marL="171450" indent="-171450" algn="l">
              <a:spcAft>
                <a:spcPts val="300"/>
              </a:spcAft>
              <a:buSzPct val="100000"/>
              <a:buFont typeface="Arial" panose="020B0604020202020204" pitchFamily="34" charset="0"/>
              <a:buChar char="•"/>
            </a:pPr>
            <a:r>
              <a:rPr lang="de-DE" sz="800" err="1">
                <a:solidFill>
                  <a:schemeClr val="tx2"/>
                </a:solidFill>
              </a:rPr>
              <a:t>We</a:t>
            </a:r>
            <a:r>
              <a:rPr lang="de-DE" sz="800">
                <a:solidFill>
                  <a:schemeClr val="tx2"/>
                </a:solidFill>
              </a:rPr>
              <a:t> </a:t>
            </a:r>
            <a:r>
              <a:rPr lang="de-DE" sz="800" err="1">
                <a:solidFill>
                  <a:schemeClr val="tx2"/>
                </a:solidFill>
              </a:rPr>
              <a:t>see</a:t>
            </a:r>
            <a:r>
              <a:rPr lang="de-DE" sz="800">
                <a:solidFill>
                  <a:schemeClr val="tx2"/>
                </a:solidFill>
              </a:rPr>
              <a:t> also </a:t>
            </a:r>
            <a:r>
              <a:rPr lang="de-DE" sz="800" err="1">
                <a:solidFill>
                  <a:schemeClr val="tx2"/>
                </a:solidFill>
              </a:rPr>
              <a:t>that</a:t>
            </a:r>
            <a:r>
              <a:rPr lang="de-DE" sz="800">
                <a:solidFill>
                  <a:schemeClr val="tx2"/>
                </a:solidFill>
              </a:rPr>
              <a:t> </a:t>
            </a:r>
            <a:r>
              <a:rPr lang="de-DE" sz="800" err="1">
                <a:solidFill>
                  <a:schemeClr val="tx2"/>
                </a:solidFill>
              </a:rPr>
              <a:t>process</a:t>
            </a:r>
            <a:r>
              <a:rPr lang="de-DE" sz="800">
                <a:solidFill>
                  <a:schemeClr val="tx2"/>
                </a:solidFill>
              </a:rPr>
              <a:t> „</a:t>
            </a:r>
            <a:r>
              <a:rPr lang="de-DE" sz="800" i="1" err="1">
                <a:solidFill>
                  <a:schemeClr val="tx2"/>
                </a:solidFill>
              </a:rPr>
              <a:t>AaLteTimeTimers</a:t>
            </a:r>
            <a:r>
              <a:rPr lang="de-DE" sz="800">
                <a:solidFill>
                  <a:schemeClr val="tx2"/>
                </a:solidFill>
              </a:rPr>
              <a:t>“ </a:t>
            </a:r>
            <a:r>
              <a:rPr lang="de-DE" sz="800" err="1">
                <a:solidFill>
                  <a:schemeClr val="tx2"/>
                </a:solidFill>
              </a:rPr>
              <a:t>is</a:t>
            </a:r>
            <a:r>
              <a:rPr lang="de-DE" sz="800">
                <a:solidFill>
                  <a:schemeClr val="tx2"/>
                </a:solidFill>
              </a:rPr>
              <a:t> </a:t>
            </a:r>
            <a:r>
              <a:rPr lang="de-DE" sz="800" err="1">
                <a:solidFill>
                  <a:schemeClr val="tx2"/>
                </a:solidFill>
              </a:rPr>
              <a:t>executed</a:t>
            </a:r>
            <a:r>
              <a:rPr lang="de-DE" sz="800">
                <a:solidFill>
                  <a:schemeClr val="tx2"/>
                </a:solidFill>
              </a:rPr>
              <a:t>, </a:t>
            </a:r>
            <a:br>
              <a:rPr lang="de-DE" sz="800">
                <a:solidFill>
                  <a:schemeClr val="tx2"/>
                </a:solidFill>
              </a:rPr>
            </a:br>
            <a:r>
              <a:rPr lang="de-DE" sz="800" err="1">
                <a:solidFill>
                  <a:schemeClr val="tx2"/>
                </a:solidFill>
              </a:rPr>
              <a:t>is</a:t>
            </a:r>
            <a:r>
              <a:rPr lang="de-DE" sz="800">
                <a:solidFill>
                  <a:schemeClr val="tx2"/>
                </a:solidFill>
              </a:rPr>
              <a:t> </a:t>
            </a:r>
            <a:r>
              <a:rPr lang="de-DE" sz="800" err="1">
                <a:solidFill>
                  <a:schemeClr val="tx2"/>
                </a:solidFill>
              </a:rPr>
              <a:t>it</a:t>
            </a:r>
            <a:r>
              <a:rPr lang="de-DE" sz="800">
                <a:solidFill>
                  <a:schemeClr val="tx2"/>
                </a:solidFill>
              </a:rPr>
              <a:t> </a:t>
            </a:r>
            <a:r>
              <a:rPr lang="de-DE" sz="800" err="1">
                <a:solidFill>
                  <a:schemeClr val="tx2"/>
                </a:solidFill>
              </a:rPr>
              <a:t>the</a:t>
            </a:r>
            <a:r>
              <a:rPr lang="de-DE" sz="800">
                <a:solidFill>
                  <a:schemeClr val="tx2"/>
                </a:solidFill>
              </a:rPr>
              <a:t> </a:t>
            </a:r>
            <a:r>
              <a:rPr lang="de-DE" sz="800" err="1">
                <a:solidFill>
                  <a:schemeClr val="tx2"/>
                </a:solidFill>
              </a:rPr>
              <a:t>guilty</a:t>
            </a:r>
            <a:r>
              <a:rPr lang="de-DE" sz="800">
                <a:solidFill>
                  <a:schemeClr val="tx2"/>
                </a:solidFill>
              </a:rPr>
              <a:t> </a:t>
            </a:r>
            <a:r>
              <a:rPr lang="de-DE" sz="800" err="1">
                <a:solidFill>
                  <a:schemeClr val="tx2"/>
                </a:solidFill>
              </a:rPr>
              <a:t>process</a:t>
            </a:r>
            <a:r>
              <a:rPr lang="de-DE" sz="800">
                <a:solidFill>
                  <a:schemeClr val="tx2"/>
                </a:solidFill>
              </a:rPr>
              <a:t>? </a:t>
            </a:r>
            <a:r>
              <a:rPr lang="de-DE" sz="800" err="1">
                <a:solidFill>
                  <a:schemeClr val="tx2"/>
                </a:solidFill>
              </a:rPr>
              <a:t>If</a:t>
            </a:r>
            <a:r>
              <a:rPr lang="de-DE" sz="800">
                <a:solidFill>
                  <a:schemeClr val="tx2"/>
                </a:solidFill>
              </a:rPr>
              <a:t> </a:t>
            </a:r>
            <a:r>
              <a:rPr lang="de-DE" sz="800" err="1">
                <a:solidFill>
                  <a:schemeClr val="tx2"/>
                </a:solidFill>
              </a:rPr>
              <a:t>process</a:t>
            </a:r>
            <a:r>
              <a:rPr lang="de-DE" sz="800">
                <a:solidFill>
                  <a:schemeClr val="tx2"/>
                </a:solidFill>
              </a:rPr>
              <a:t> </a:t>
            </a:r>
            <a:r>
              <a:rPr lang="de-DE" sz="800" err="1">
                <a:solidFill>
                  <a:schemeClr val="tx2"/>
                </a:solidFill>
              </a:rPr>
              <a:t>run</a:t>
            </a:r>
            <a:r>
              <a:rPr lang="de-DE" sz="800">
                <a:solidFill>
                  <a:schemeClr val="tx2"/>
                </a:solidFill>
              </a:rPr>
              <a:t> </a:t>
            </a:r>
            <a:r>
              <a:rPr lang="de-DE" sz="800" err="1">
                <a:solidFill>
                  <a:schemeClr val="tx2"/>
                </a:solidFill>
              </a:rPr>
              <a:t>with</a:t>
            </a:r>
            <a:r>
              <a:rPr lang="de-DE" sz="800">
                <a:solidFill>
                  <a:schemeClr val="tx2"/>
                </a:solidFill>
              </a:rPr>
              <a:t> RT </a:t>
            </a:r>
            <a:r>
              <a:rPr lang="de-DE" sz="800" err="1">
                <a:solidFill>
                  <a:schemeClr val="tx2"/>
                </a:solidFill>
              </a:rPr>
              <a:t>prio</a:t>
            </a:r>
            <a:r>
              <a:rPr lang="de-DE" sz="800">
                <a:solidFill>
                  <a:schemeClr val="tx2"/>
                </a:solidFill>
              </a:rPr>
              <a:t> on NRT </a:t>
            </a:r>
            <a:r>
              <a:rPr lang="de-DE" sz="800" err="1">
                <a:solidFill>
                  <a:schemeClr val="tx2"/>
                </a:solidFill>
              </a:rPr>
              <a:t>core</a:t>
            </a:r>
            <a:r>
              <a:rPr lang="de-DE" sz="800">
                <a:solidFill>
                  <a:schemeClr val="tx2"/>
                </a:solidFill>
              </a:rPr>
              <a:t>, </a:t>
            </a:r>
            <a:r>
              <a:rPr lang="de-DE" sz="800" err="1">
                <a:solidFill>
                  <a:schemeClr val="tx2"/>
                </a:solidFill>
              </a:rPr>
              <a:t>it</a:t>
            </a:r>
            <a:r>
              <a:rPr lang="de-DE" sz="800">
                <a:solidFill>
                  <a:schemeClr val="tx2"/>
                </a:solidFill>
              </a:rPr>
              <a:t> </a:t>
            </a:r>
            <a:r>
              <a:rPr lang="de-DE" sz="800" err="1">
                <a:solidFill>
                  <a:schemeClr val="tx2"/>
                </a:solidFill>
              </a:rPr>
              <a:t>is</a:t>
            </a:r>
            <a:r>
              <a:rPr lang="de-DE" sz="800">
                <a:solidFill>
                  <a:schemeClr val="tx2"/>
                </a:solidFill>
              </a:rPr>
              <a:t> a </a:t>
            </a:r>
            <a:br>
              <a:rPr lang="de-DE" sz="800">
                <a:solidFill>
                  <a:schemeClr val="tx2"/>
                </a:solidFill>
              </a:rPr>
            </a:br>
            <a:r>
              <a:rPr lang="de-DE" sz="800">
                <a:solidFill>
                  <a:schemeClr val="tx2"/>
                </a:solidFill>
              </a:rPr>
              <a:t>potential </a:t>
            </a:r>
            <a:r>
              <a:rPr lang="de-DE" sz="800" err="1">
                <a:solidFill>
                  <a:schemeClr val="tx2"/>
                </a:solidFill>
              </a:rPr>
              <a:t>candidate</a:t>
            </a:r>
            <a:r>
              <a:rPr lang="de-DE" sz="800">
                <a:solidFill>
                  <a:schemeClr val="tx2"/>
                </a:solidFill>
              </a:rPr>
              <a:t> </a:t>
            </a:r>
            <a:r>
              <a:rPr lang="de-DE" sz="800" err="1">
                <a:solidFill>
                  <a:schemeClr val="tx2"/>
                </a:solidFill>
              </a:rPr>
              <a:t>which</a:t>
            </a:r>
            <a:r>
              <a:rPr lang="de-DE" sz="800">
                <a:solidFill>
                  <a:schemeClr val="tx2"/>
                </a:solidFill>
              </a:rPr>
              <a:t> </a:t>
            </a:r>
            <a:r>
              <a:rPr lang="de-DE" sz="800" err="1">
                <a:solidFill>
                  <a:schemeClr val="tx2"/>
                </a:solidFill>
              </a:rPr>
              <a:t>leads</a:t>
            </a:r>
            <a:r>
              <a:rPr lang="de-DE" sz="800">
                <a:solidFill>
                  <a:schemeClr val="tx2"/>
                </a:solidFill>
              </a:rPr>
              <a:t> </a:t>
            </a:r>
            <a:r>
              <a:rPr lang="de-DE" sz="800" err="1">
                <a:solidFill>
                  <a:schemeClr val="tx2"/>
                </a:solidFill>
              </a:rPr>
              <a:t>to</a:t>
            </a:r>
            <a:r>
              <a:rPr lang="de-DE" sz="800">
                <a:solidFill>
                  <a:schemeClr val="tx2"/>
                </a:solidFill>
              </a:rPr>
              <a:t> </a:t>
            </a:r>
            <a:r>
              <a:rPr lang="de-DE" sz="800" err="1">
                <a:solidFill>
                  <a:schemeClr val="tx2"/>
                </a:solidFill>
              </a:rPr>
              <a:t>the</a:t>
            </a:r>
            <a:r>
              <a:rPr lang="de-DE" sz="800">
                <a:solidFill>
                  <a:schemeClr val="tx2"/>
                </a:solidFill>
              </a:rPr>
              <a:t> RCU stall</a:t>
            </a:r>
          </a:p>
          <a:p>
            <a:pPr marL="171450" indent="-171450" algn="l">
              <a:spcAft>
                <a:spcPts val="300"/>
              </a:spcAft>
              <a:buSzPct val="100000"/>
              <a:buFont typeface="Arial" panose="020B0604020202020204" pitchFamily="34" charset="0"/>
              <a:buChar char="•"/>
            </a:pPr>
            <a:r>
              <a:rPr lang="de-DE" sz="800" err="1">
                <a:solidFill>
                  <a:schemeClr val="tx2"/>
                </a:solidFill>
              </a:rPr>
              <a:t>What</a:t>
            </a:r>
            <a:r>
              <a:rPr lang="de-DE" sz="800">
                <a:solidFill>
                  <a:schemeClr val="tx2"/>
                </a:solidFill>
              </a:rPr>
              <a:t> </a:t>
            </a:r>
            <a:r>
              <a:rPr lang="de-DE" sz="800" err="1">
                <a:solidFill>
                  <a:schemeClr val="tx2"/>
                </a:solidFill>
              </a:rPr>
              <a:t>can</a:t>
            </a:r>
            <a:r>
              <a:rPr lang="de-DE" sz="800">
                <a:solidFill>
                  <a:schemeClr val="tx2"/>
                </a:solidFill>
              </a:rPr>
              <a:t> </a:t>
            </a:r>
            <a:r>
              <a:rPr lang="de-DE" sz="800" err="1">
                <a:solidFill>
                  <a:schemeClr val="tx2"/>
                </a:solidFill>
              </a:rPr>
              <a:t>be</a:t>
            </a:r>
            <a:r>
              <a:rPr lang="de-DE" sz="800">
                <a:solidFill>
                  <a:schemeClr val="tx2"/>
                </a:solidFill>
              </a:rPr>
              <a:t> </a:t>
            </a:r>
            <a:r>
              <a:rPr lang="de-DE" sz="800" err="1">
                <a:solidFill>
                  <a:schemeClr val="tx2"/>
                </a:solidFill>
              </a:rPr>
              <a:t>done</a:t>
            </a:r>
            <a:r>
              <a:rPr lang="de-DE" sz="800">
                <a:solidFill>
                  <a:schemeClr val="tx2"/>
                </a:solidFill>
              </a:rPr>
              <a:t> for </a:t>
            </a:r>
            <a:r>
              <a:rPr lang="de-DE" sz="800" err="1">
                <a:solidFill>
                  <a:schemeClr val="tx2"/>
                </a:solidFill>
              </a:rPr>
              <a:t>further</a:t>
            </a:r>
            <a:r>
              <a:rPr lang="de-DE" sz="800">
                <a:solidFill>
                  <a:schemeClr val="tx2"/>
                </a:solidFill>
              </a:rPr>
              <a:t> </a:t>
            </a:r>
            <a:r>
              <a:rPr lang="de-DE" sz="800" err="1">
                <a:solidFill>
                  <a:schemeClr val="tx2"/>
                </a:solidFill>
              </a:rPr>
              <a:t>investigations</a:t>
            </a:r>
            <a:r>
              <a:rPr lang="de-DE" sz="800">
                <a:solidFill>
                  <a:schemeClr val="tx2"/>
                </a:solidFill>
              </a:rPr>
              <a:t>? – Next </a:t>
            </a:r>
            <a:r>
              <a:rPr lang="de-DE" sz="800" err="1">
                <a:solidFill>
                  <a:schemeClr val="tx2"/>
                </a:solidFill>
              </a:rPr>
              <a:t>slide</a:t>
            </a:r>
            <a:endParaRPr lang="de-DE" sz="800">
              <a:solidFill>
                <a:schemeClr val="tx2"/>
              </a:solidFill>
            </a:endParaRPr>
          </a:p>
          <a:p>
            <a:pPr algn="l">
              <a:spcAft>
                <a:spcPts val="300"/>
              </a:spcAft>
              <a:buSzPct val="100000"/>
            </a:pPr>
            <a:endParaRPr lang="de-DE" sz="1200">
              <a:solidFill>
                <a:schemeClr val="tx2"/>
              </a:solidFill>
            </a:endParaRPr>
          </a:p>
        </p:txBody>
      </p:sp>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36D678C9-DF0A-41BD-981F-0DBF8D5ABBD9}"/>
                  </a:ext>
                </a:extLst>
              </p14:cNvPr>
              <p14:cNvContentPartPr/>
              <p14:nvPr/>
            </p14:nvContentPartPr>
            <p14:xfrm>
              <a:off x="2077026" y="1134798"/>
              <a:ext cx="1112400" cy="16200"/>
            </p14:xfrm>
          </p:contentPart>
        </mc:Choice>
        <mc:Fallback>
          <p:pic>
            <p:nvPicPr>
              <p:cNvPr id="9" name="Ink 8">
                <a:extLst>
                  <a:ext uri="{FF2B5EF4-FFF2-40B4-BE49-F238E27FC236}">
                    <a16:creationId xmlns:a16="http://schemas.microsoft.com/office/drawing/2014/main" id="{36D678C9-DF0A-41BD-981F-0DBF8D5ABBD9}"/>
                  </a:ext>
                </a:extLst>
              </p:cNvPr>
              <p:cNvPicPr/>
              <p:nvPr/>
            </p:nvPicPr>
            <p:blipFill>
              <a:blip r:embed="rId5"/>
              <a:stretch>
                <a:fillRect/>
              </a:stretch>
            </p:blipFill>
            <p:spPr>
              <a:xfrm>
                <a:off x="2059026" y="1098798"/>
                <a:ext cx="114804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169BDB18-79CE-4017-B860-DACD68EB23C1}"/>
                  </a:ext>
                </a:extLst>
              </p14:cNvPr>
              <p14:cNvContentPartPr/>
              <p14:nvPr/>
            </p14:nvContentPartPr>
            <p14:xfrm>
              <a:off x="1283946" y="1366998"/>
              <a:ext cx="1929240" cy="44640"/>
            </p14:xfrm>
          </p:contentPart>
        </mc:Choice>
        <mc:Fallback>
          <p:pic>
            <p:nvPicPr>
              <p:cNvPr id="10" name="Ink 9">
                <a:extLst>
                  <a:ext uri="{FF2B5EF4-FFF2-40B4-BE49-F238E27FC236}">
                    <a16:creationId xmlns:a16="http://schemas.microsoft.com/office/drawing/2014/main" id="{169BDB18-79CE-4017-B860-DACD68EB23C1}"/>
                  </a:ext>
                </a:extLst>
              </p:cNvPr>
              <p:cNvPicPr/>
              <p:nvPr/>
            </p:nvPicPr>
            <p:blipFill>
              <a:blip r:embed="rId7"/>
              <a:stretch>
                <a:fillRect/>
              </a:stretch>
            </p:blipFill>
            <p:spPr>
              <a:xfrm>
                <a:off x="1265946" y="1330998"/>
                <a:ext cx="196488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6FAC054A-C889-4F0A-9684-EB35A88E8C81}"/>
                  </a:ext>
                </a:extLst>
              </p14:cNvPr>
              <p14:cNvContentPartPr/>
              <p14:nvPr/>
            </p14:nvContentPartPr>
            <p14:xfrm>
              <a:off x="1112586" y="1973598"/>
              <a:ext cx="1157760" cy="36360"/>
            </p14:xfrm>
          </p:contentPart>
        </mc:Choice>
        <mc:Fallback>
          <p:pic>
            <p:nvPicPr>
              <p:cNvPr id="13" name="Ink 12">
                <a:extLst>
                  <a:ext uri="{FF2B5EF4-FFF2-40B4-BE49-F238E27FC236}">
                    <a16:creationId xmlns:a16="http://schemas.microsoft.com/office/drawing/2014/main" id="{6FAC054A-C889-4F0A-9684-EB35A88E8C81}"/>
                  </a:ext>
                </a:extLst>
              </p:cNvPr>
              <p:cNvPicPr/>
              <p:nvPr/>
            </p:nvPicPr>
            <p:blipFill>
              <a:blip r:embed="rId9"/>
              <a:stretch>
                <a:fillRect/>
              </a:stretch>
            </p:blipFill>
            <p:spPr>
              <a:xfrm>
                <a:off x="1094586" y="1937598"/>
                <a:ext cx="11934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2" name="Ink 21">
                <a:extLst>
                  <a:ext uri="{FF2B5EF4-FFF2-40B4-BE49-F238E27FC236}">
                    <a16:creationId xmlns:a16="http://schemas.microsoft.com/office/drawing/2014/main" id="{04F44E1C-5219-4B2B-92FA-4D0779E4C3E2}"/>
                  </a:ext>
                </a:extLst>
              </p14:cNvPr>
              <p14:cNvContentPartPr/>
              <p14:nvPr/>
            </p14:nvContentPartPr>
            <p14:xfrm>
              <a:off x="1079826" y="2967918"/>
              <a:ext cx="12960" cy="1436760"/>
            </p14:xfrm>
          </p:contentPart>
        </mc:Choice>
        <mc:Fallback>
          <p:pic>
            <p:nvPicPr>
              <p:cNvPr id="22" name="Ink 21">
                <a:extLst>
                  <a:ext uri="{FF2B5EF4-FFF2-40B4-BE49-F238E27FC236}">
                    <a16:creationId xmlns:a16="http://schemas.microsoft.com/office/drawing/2014/main" id="{04F44E1C-5219-4B2B-92FA-4D0779E4C3E2}"/>
                  </a:ext>
                </a:extLst>
              </p:cNvPr>
              <p:cNvPicPr/>
              <p:nvPr/>
            </p:nvPicPr>
            <p:blipFill>
              <a:blip r:embed="rId11"/>
              <a:stretch>
                <a:fillRect/>
              </a:stretch>
            </p:blipFill>
            <p:spPr>
              <a:xfrm>
                <a:off x="1061826" y="2931918"/>
                <a:ext cx="48600" cy="1508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3" name="Ink 22">
                <a:extLst>
                  <a:ext uri="{FF2B5EF4-FFF2-40B4-BE49-F238E27FC236}">
                    <a16:creationId xmlns:a16="http://schemas.microsoft.com/office/drawing/2014/main" id="{980270CF-3287-4716-9421-94559FCFA550}"/>
                  </a:ext>
                </a:extLst>
              </p14:cNvPr>
              <p14:cNvContentPartPr/>
              <p14:nvPr/>
            </p14:nvContentPartPr>
            <p14:xfrm>
              <a:off x="1071186" y="2715918"/>
              <a:ext cx="1654200" cy="30240"/>
            </p14:xfrm>
          </p:contentPart>
        </mc:Choice>
        <mc:Fallback>
          <p:pic>
            <p:nvPicPr>
              <p:cNvPr id="23" name="Ink 22">
                <a:extLst>
                  <a:ext uri="{FF2B5EF4-FFF2-40B4-BE49-F238E27FC236}">
                    <a16:creationId xmlns:a16="http://schemas.microsoft.com/office/drawing/2014/main" id="{980270CF-3287-4716-9421-94559FCFA550}"/>
                  </a:ext>
                </a:extLst>
              </p:cNvPr>
              <p:cNvPicPr/>
              <p:nvPr/>
            </p:nvPicPr>
            <p:blipFill>
              <a:blip r:embed="rId13"/>
              <a:stretch>
                <a:fillRect/>
              </a:stretch>
            </p:blipFill>
            <p:spPr>
              <a:xfrm>
                <a:off x="1053186" y="2679918"/>
                <a:ext cx="1689840" cy="101880"/>
              </a:xfrm>
              <a:prstGeom prst="rect">
                <a:avLst/>
              </a:prstGeom>
            </p:spPr>
          </p:pic>
        </mc:Fallback>
      </mc:AlternateContent>
    </p:spTree>
    <p:extLst>
      <p:ext uri="{BB962C8B-B14F-4D97-AF65-F5344CB8AC3E}">
        <p14:creationId xmlns:p14="http://schemas.microsoft.com/office/powerpoint/2010/main" val="1206047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System</a:t>
            </a:r>
            <a:r>
              <a:rPr lang="de-DE" sz="1800" b="1"/>
              <a:t> </a:t>
            </a:r>
            <a:r>
              <a:rPr lang="de-DE" sz="1600" b="1"/>
              <a:t>Hang – RCU stall </a:t>
            </a:r>
            <a:r>
              <a:rPr lang="de-DE" sz="1600" b="1" err="1"/>
              <a:t>debugging</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68174" y="870409"/>
            <a:ext cx="3088200" cy="3038726"/>
          </a:xfrm>
          <a:prstGeom prst="rect">
            <a:avLst/>
          </a:prstGeom>
          <a:noFill/>
        </p:spPr>
        <p:txBody>
          <a:bodyPr wrap="none" lIns="72000" tIns="72000" rIns="72000" bIns="72000" rtlCol="0">
            <a:noAutofit/>
          </a:bodyPr>
          <a:lstStyle/>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sp>
        <p:nvSpPr>
          <p:cNvPr id="8" name="TextBox 7">
            <a:extLst>
              <a:ext uri="{FF2B5EF4-FFF2-40B4-BE49-F238E27FC236}">
                <a16:creationId xmlns:a16="http://schemas.microsoft.com/office/drawing/2014/main" id="{12622ECB-0CF9-4D4C-B8A1-10E8FD8FA478}"/>
              </a:ext>
            </a:extLst>
          </p:cNvPr>
          <p:cNvSpPr txBox="1"/>
          <p:nvPr/>
        </p:nvSpPr>
        <p:spPr>
          <a:xfrm>
            <a:off x="368173" y="900000"/>
            <a:ext cx="7524075" cy="3349445"/>
          </a:xfrm>
          <a:prstGeom prst="rect">
            <a:avLst/>
          </a:prstGeom>
          <a:noFill/>
        </p:spPr>
        <p:txBody>
          <a:bodyPr wrap="none" lIns="72000" tIns="72000" rIns="72000" bIns="72000" rtlCol="0">
            <a:noAutofit/>
          </a:bodyPr>
          <a:lstStyle/>
          <a:p>
            <a:pPr algn="l">
              <a:spcAft>
                <a:spcPts val="300"/>
              </a:spcAft>
              <a:buSzPct val="100000"/>
            </a:pPr>
            <a:r>
              <a:rPr lang="de-DE" sz="1000" err="1">
                <a:solidFill>
                  <a:schemeClr val="tx2"/>
                </a:solidFill>
              </a:rPr>
              <a:t>Besides</a:t>
            </a:r>
            <a:r>
              <a:rPr lang="de-DE" sz="1000">
                <a:solidFill>
                  <a:schemeClr val="tx2"/>
                </a:solidFill>
              </a:rPr>
              <a:t> </a:t>
            </a:r>
            <a:r>
              <a:rPr lang="de-DE" sz="1000" err="1">
                <a:solidFill>
                  <a:schemeClr val="tx2"/>
                </a:solidFill>
              </a:rPr>
              <a:t>of</a:t>
            </a:r>
            <a:r>
              <a:rPr lang="de-DE" sz="1000">
                <a:solidFill>
                  <a:schemeClr val="tx2"/>
                </a:solidFill>
              </a:rPr>
              <a:t> </a:t>
            </a:r>
            <a:r>
              <a:rPr lang="de-DE" sz="1000" err="1">
                <a:solidFill>
                  <a:schemeClr val="tx2"/>
                </a:solidFill>
              </a:rPr>
              <a:t>kernel</a:t>
            </a:r>
            <a:r>
              <a:rPr lang="de-DE" sz="1000">
                <a:solidFill>
                  <a:schemeClr val="tx2"/>
                </a:solidFill>
              </a:rPr>
              <a:t> </a:t>
            </a:r>
            <a:r>
              <a:rPr lang="de-DE" sz="1000" err="1">
                <a:solidFill>
                  <a:schemeClr val="tx2"/>
                </a:solidFill>
              </a:rPr>
              <a:t>flags</a:t>
            </a:r>
            <a:r>
              <a:rPr lang="de-DE" sz="1000">
                <a:solidFill>
                  <a:schemeClr val="tx2"/>
                </a:solidFill>
              </a:rPr>
              <a:t> </a:t>
            </a:r>
            <a:r>
              <a:rPr lang="de-DE" sz="1000" err="1">
                <a:solidFill>
                  <a:schemeClr val="tx2"/>
                </a:solidFill>
              </a:rPr>
              <a:t>mentioned</a:t>
            </a:r>
            <a:r>
              <a:rPr lang="de-DE" sz="1000">
                <a:solidFill>
                  <a:schemeClr val="tx2"/>
                </a:solidFill>
              </a:rPr>
              <a:t> in </a:t>
            </a:r>
            <a:r>
              <a:rPr lang="de-DE" sz="1000" err="1">
                <a:solidFill>
                  <a:schemeClr val="tx2"/>
                </a:solidFill>
              </a:rPr>
              <a:t>topic</a:t>
            </a:r>
            <a:r>
              <a:rPr lang="de-DE" sz="1000">
                <a:solidFill>
                  <a:schemeClr val="tx2"/>
                </a:solidFill>
              </a:rPr>
              <a:t> „Dead lock – </a:t>
            </a:r>
            <a:r>
              <a:rPr lang="de-DE" sz="1000" err="1">
                <a:solidFill>
                  <a:schemeClr val="tx2"/>
                </a:solidFill>
              </a:rPr>
              <a:t>debugging</a:t>
            </a:r>
            <a:r>
              <a:rPr lang="de-DE" sz="1000">
                <a:solidFill>
                  <a:schemeClr val="tx2"/>
                </a:solidFill>
              </a:rPr>
              <a:t> </a:t>
            </a:r>
            <a:r>
              <a:rPr lang="de-DE" sz="1000" err="1">
                <a:solidFill>
                  <a:schemeClr val="tx2"/>
                </a:solidFill>
              </a:rPr>
              <a:t>slide</a:t>
            </a:r>
            <a:r>
              <a:rPr lang="de-DE" sz="1000">
                <a:solidFill>
                  <a:schemeClr val="tx2"/>
                </a:solidFill>
              </a:rPr>
              <a:t>“, additional </a:t>
            </a:r>
            <a:r>
              <a:rPr lang="de-DE" sz="1000" err="1">
                <a:solidFill>
                  <a:schemeClr val="tx2"/>
                </a:solidFill>
              </a:rPr>
              <a:t>things</a:t>
            </a:r>
            <a:r>
              <a:rPr lang="de-DE" sz="1000">
                <a:solidFill>
                  <a:schemeClr val="tx2"/>
                </a:solidFill>
              </a:rPr>
              <a:t> in </a:t>
            </a:r>
            <a:r>
              <a:rPr lang="de-DE" sz="1000" err="1">
                <a:solidFill>
                  <a:schemeClr val="tx2"/>
                </a:solidFill>
              </a:rPr>
              <a:t>case</a:t>
            </a:r>
            <a:r>
              <a:rPr lang="de-DE" sz="1000">
                <a:solidFill>
                  <a:schemeClr val="tx2"/>
                </a:solidFill>
              </a:rPr>
              <a:t> </a:t>
            </a:r>
            <a:r>
              <a:rPr lang="de-DE" sz="1000" err="1">
                <a:solidFill>
                  <a:schemeClr val="tx2"/>
                </a:solidFill>
              </a:rPr>
              <a:t>of</a:t>
            </a:r>
            <a:r>
              <a:rPr lang="de-DE" sz="1000">
                <a:solidFill>
                  <a:schemeClr val="tx2"/>
                </a:solidFill>
              </a:rPr>
              <a:t> RCU stall </a:t>
            </a:r>
            <a:r>
              <a:rPr lang="de-DE" sz="1000" err="1">
                <a:solidFill>
                  <a:schemeClr val="tx2"/>
                </a:solidFill>
              </a:rPr>
              <a:t>can</a:t>
            </a:r>
            <a:r>
              <a:rPr lang="de-DE" sz="1000">
                <a:solidFill>
                  <a:schemeClr val="tx2"/>
                </a:solidFill>
              </a:rPr>
              <a:t> </a:t>
            </a:r>
            <a:r>
              <a:rPr lang="de-DE" sz="1000" err="1">
                <a:solidFill>
                  <a:schemeClr val="tx2"/>
                </a:solidFill>
              </a:rPr>
              <a:t>be</a:t>
            </a:r>
            <a:r>
              <a:rPr lang="de-DE" sz="1000">
                <a:solidFill>
                  <a:schemeClr val="tx2"/>
                </a:solidFill>
              </a:rPr>
              <a:t> </a:t>
            </a:r>
            <a:r>
              <a:rPr lang="de-DE" sz="1000" err="1">
                <a:solidFill>
                  <a:schemeClr val="tx2"/>
                </a:solidFill>
              </a:rPr>
              <a:t>evaluated</a:t>
            </a:r>
            <a:endParaRPr lang="de-DE" sz="1000">
              <a:solidFill>
                <a:schemeClr val="tx2"/>
              </a:solidFill>
            </a:endParaRPr>
          </a:p>
          <a:p>
            <a:pPr algn="l">
              <a:spcAft>
                <a:spcPts val="300"/>
              </a:spcAft>
              <a:buSzPct val="100000"/>
            </a:pPr>
            <a:endParaRPr lang="de-DE" sz="900">
              <a:solidFill>
                <a:schemeClr val="tx2"/>
              </a:solidFill>
            </a:endParaRPr>
          </a:p>
          <a:p>
            <a:pPr algn="l">
              <a:spcAft>
                <a:spcPts val="300"/>
              </a:spcAft>
              <a:buSzPct val="100000"/>
            </a:pPr>
            <a:r>
              <a:rPr lang="de-DE" sz="900">
                <a:solidFill>
                  <a:schemeClr val="tx2"/>
                </a:solidFill>
              </a:rPr>
              <a:t>In </a:t>
            </a:r>
            <a:r>
              <a:rPr lang="de-DE" sz="900" err="1">
                <a:solidFill>
                  <a:schemeClr val="tx2"/>
                </a:solidFill>
              </a:rPr>
              <a:t>case</a:t>
            </a:r>
            <a:r>
              <a:rPr lang="de-DE" sz="900">
                <a:solidFill>
                  <a:schemeClr val="tx2"/>
                </a:solidFill>
              </a:rPr>
              <a:t> </a:t>
            </a:r>
            <a:r>
              <a:rPr lang="de-DE" sz="900" err="1">
                <a:solidFill>
                  <a:schemeClr val="tx2"/>
                </a:solidFill>
              </a:rPr>
              <a:t>of</a:t>
            </a:r>
            <a:r>
              <a:rPr lang="de-DE" sz="900">
                <a:solidFill>
                  <a:schemeClr val="tx2"/>
                </a:solidFill>
              </a:rPr>
              <a:t> RCU stall </a:t>
            </a:r>
            <a:r>
              <a:rPr lang="de-DE" sz="900" err="1">
                <a:solidFill>
                  <a:schemeClr val="tx2"/>
                </a:solidFill>
              </a:rPr>
              <a:t>timeout</a:t>
            </a:r>
            <a:r>
              <a:rPr lang="de-DE" sz="900">
                <a:solidFill>
                  <a:schemeClr val="tx2"/>
                </a:solidFill>
              </a:rPr>
              <a:t> </a:t>
            </a:r>
            <a:r>
              <a:rPr lang="de-DE" sz="900" err="1">
                <a:solidFill>
                  <a:schemeClr val="tx2"/>
                </a:solidFill>
              </a:rPr>
              <a:t>and</a:t>
            </a:r>
            <a:r>
              <a:rPr lang="de-DE" sz="900">
                <a:solidFill>
                  <a:schemeClr val="tx2"/>
                </a:solidFill>
              </a:rPr>
              <a:t> </a:t>
            </a:r>
            <a:r>
              <a:rPr lang="de-DE" sz="900" err="1">
                <a:solidFill>
                  <a:schemeClr val="tx2"/>
                </a:solidFill>
              </a:rPr>
              <a:t>combination</a:t>
            </a:r>
            <a:r>
              <a:rPr lang="de-DE" sz="900">
                <a:solidFill>
                  <a:schemeClr val="tx2"/>
                </a:solidFill>
              </a:rPr>
              <a:t> </a:t>
            </a:r>
            <a:r>
              <a:rPr lang="de-DE" sz="900" err="1">
                <a:solidFill>
                  <a:schemeClr val="tx2"/>
                </a:solidFill>
              </a:rPr>
              <a:t>of</a:t>
            </a:r>
            <a:r>
              <a:rPr lang="de-DE" sz="900">
                <a:solidFill>
                  <a:schemeClr val="tx2"/>
                </a:solidFill>
              </a:rPr>
              <a:t> </a:t>
            </a:r>
            <a:r>
              <a:rPr lang="de-DE" sz="900" err="1">
                <a:solidFill>
                  <a:schemeClr val="tx2"/>
                </a:solidFill>
              </a:rPr>
              <a:t>Watchdog</a:t>
            </a:r>
            <a:r>
              <a:rPr lang="de-DE" sz="900">
                <a:solidFill>
                  <a:schemeClr val="tx2"/>
                </a:solidFill>
              </a:rPr>
              <a:t> </a:t>
            </a:r>
            <a:r>
              <a:rPr lang="de-DE" sz="900" err="1">
                <a:solidFill>
                  <a:schemeClr val="tx2"/>
                </a:solidFill>
              </a:rPr>
              <a:t>trigger</a:t>
            </a:r>
            <a:endParaRPr lang="de-DE" sz="900">
              <a:solidFill>
                <a:schemeClr val="tx2"/>
              </a:solidFill>
            </a:endParaRPr>
          </a:p>
          <a:p>
            <a:pPr marL="171450" indent="-171450" algn="l">
              <a:spcAft>
                <a:spcPts val="300"/>
              </a:spcAft>
              <a:buSzPct val="100000"/>
              <a:buFont typeface="Arial" panose="020B0604020202020204" pitchFamily="34" charset="0"/>
              <a:buChar char="•"/>
            </a:pPr>
            <a:r>
              <a:rPr lang="de-DE" sz="900" err="1">
                <a:solidFill>
                  <a:schemeClr val="tx2"/>
                </a:solidFill>
              </a:rPr>
              <a:t>Enabling</a:t>
            </a:r>
            <a:r>
              <a:rPr lang="de-DE" sz="900">
                <a:solidFill>
                  <a:schemeClr val="tx2"/>
                </a:solidFill>
              </a:rPr>
              <a:t> </a:t>
            </a:r>
            <a:r>
              <a:rPr lang="de-DE" sz="900" err="1">
                <a:solidFill>
                  <a:schemeClr val="tx2"/>
                </a:solidFill>
              </a:rPr>
              <a:t>panic</a:t>
            </a:r>
            <a:r>
              <a:rPr lang="de-DE" sz="900">
                <a:solidFill>
                  <a:schemeClr val="tx2"/>
                </a:solidFill>
              </a:rPr>
              <a:t> on RCU stall:</a:t>
            </a:r>
            <a:br>
              <a:rPr lang="de-DE" sz="900">
                <a:solidFill>
                  <a:schemeClr val="tx2"/>
                </a:solidFill>
              </a:rPr>
            </a:br>
            <a:br>
              <a:rPr lang="de-DE" sz="900">
                <a:solidFill>
                  <a:schemeClr val="tx2"/>
                </a:solidFill>
              </a:rPr>
            </a:br>
            <a:r>
              <a:rPr lang="de-DE" sz="800">
                <a:solidFill>
                  <a:schemeClr val="tx2"/>
                </a:solidFill>
                <a:latin typeface="Consolas" panose="020B0609020204030204" pitchFamily="49" charset="0"/>
              </a:rPr>
              <a:t>$ </a:t>
            </a:r>
            <a:r>
              <a:rPr lang="de-DE" sz="800" err="1">
                <a:solidFill>
                  <a:schemeClr val="tx2"/>
                </a:solidFill>
                <a:latin typeface="Consolas" panose="020B0609020204030204" pitchFamily="49" charset="0"/>
              </a:rPr>
              <a:t>sysctl</a:t>
            </a:r>
            <a:r>
              <a:rPr lang="de-DE" sz="800">
                <a:solidFill>
                  <a:schemeClr val="tx2"/>
                </a:solidFill>
                <a:latin typeface="Consolas" panose="020B0609020204030204" pitchFamily="49" charset="0"/>
              </a:rPr>
              <a:t> -w </a:t>
            </a:r>
            <a:r>
              <a:rPr lang="de-DE" sz="800" err="1">
                <a:solidFill>
                  <a:schemeClr val="tx2"/>
                </a:solidFill>
                <a:latin typeface="Consolas" panose="020B0609020204030204" pitchFamily="49" charset="0"/>
              </a:rPr>
              <a:t>kernel.panic_on_rcu_stall</a:t>
            </a:r>
            <a:r>
              <a:rPr lang="de-DE" sz="800">
                <a:solidFill>
                  <a:schemeClr val="tx2"/>
                </a:solidFill>
                <a:latin typeface="Consolas" panose="020B0609020204030204" pitchFamily="49" charset="0"/>
              </a:rPr>
              <a:t>=1</a:t>
            </a:r>
            <a:br>
              <a:rPr lang="de-DE" sz="900">
                <a:solidFill>
                  <a:schemeClr val="tx2"/>
                </a:solidFill>
              </a:rPr>
            </a:br>
            <a:br>
              <a:rPr lang="de-DE" sz="900">
                <a:solidFill>
                  <a:schemeClr val="tx2"/>
                </a:solidFill>
              </a:rPr>
            </a:br>
            <a:r>
              <a:rPr lang="de-DE" sz="900">
                <a:solidFill>
                  <a:schemeClr val="tx2"/>
                </a:solidFill>
              </a:rPr>
              <a:t>This will </a:t>
            </a:r>
            <a:r>
              <a:rPr lang="de-DE" sz="900" err="1">
                <a:solidFill>
                  <a:schemeClr val="tx2"/>
                </a:solidFill>
              </a:rPr>
              <a:t>prevent</a:t>
            </a:r>
            <a:r>
              <a:rPr lang="de-DE" sz="900">
                <a:solidFill>
                  <a:schemeClr val="tx2"/>
                </a:solidFill>
              </a:rPr>
              <a:t> </a:t>
            </a:r>
            <a:r>
              <a:rPr lang="de-DE" sz="900" err="1">
                <a:solidFill>
                  <a:schemeClr val="tx2"/>
                </a:solidFill>
              </a:rPr>
              <a:t>further</a:t>
            </a:r>
            <a:r>
              <a:rPr lang="de-DE" sz="900">
                <a:solidFill>
                  <a:schemeClr val="tx2"/>
                </a:solidFill>
              </a:rPr>
              <a:t> RCU </a:t>
            </a:r>
            <a:r>
              <a:rPr lang="de-DE" sz="900" err="1">
                <a:solidFill>
                  <a:schemeClr val="tx2"/>
                </a:solidFill>
              </a:rPr>
              <a:t>stalls</a:t>
            </a:r>
            <a:r>
              <a:rPr lang="de-DE" sz="900">
                <a:solidFill>
                  <a:schemeClr val="tx2"/>
                </a:solidFill>
              </a:rPr>
              <a:t> </a:t>
            </a:r>
            <a:r>
              <a:rPr lang="de-DE" sz="900" err="1">
                <a:solidFill>
                  <a:schemeClr val="tx2"/>
                </a:solidFill>
              </a:rPr>
              <a:t>and</a:t>
            </a:r>
            <a:r>
              <a:rPr lang="de-DE" sz="900">
                <a:solidFill>
                  <a:schemeClr val="tx2"/>
                </a:solidFill>
              </a:rPr>
              <a:t> </a:t>
            </a:r>
            <a:r>
              <a:rPr lang="de-DE" sz="900" err="1">
                <a:solidFill>
                  <a:schemeClr val="tx2"/>
                </a:solidFill>
              </a:rPr>
              <a:t>immediately</a:t>
            </a:r>
            <a:r>
              <a:rPr lang="de-DE" sz="900">
                <a:solidFill>
                  <a:schemeClr val="tx2"/>
                </a:solidFill>
              </a:rPr>
              <a:t> </a:t>
            </a:r>
            <a:r>
              <a:rPr lang="de-DE" sz="900" err="1">
                <a:solidFill>
                  <a:schemeClr val="tx2"/>
                </a:solidFill>
              </a:rPr>
              <a:t>panic</a:t>
            </a:r>
            <a:r>
              <a:rPr lang="de-DE" sz="900">
                <a:solidFill>
                  <a:schemeClr val="tx2"/>
                </a:solidFill>
              </a:rPr>
              <a:t> </a:t>
            </a:r>
            <a:r>
              <a:rPr lang="de-DE" sz="900" err="1">
                <a:solidFill>
                  <a:schemeClr val="tx2"/>
                </a:solidFill>
              </a:rPr>
              <a:t>the</a:t>
            </a:r>
            <a:r>
              <a:rPr lang="de-DE" sz="900">
                <a:solidFill>
                  <a:schemeClr val="tx2"/>
                </a:solidFill>
              </a:rPr>
              <a:t> </a:t>
            </a:r>
            <a:r>
              <a:rPr lang="de-DE" sz="900" err="1">
                <a:solidFill>
                  <a:schemeClr val="tx2"/>
                </a:solidFill>
              </a:rPr>
              <a:t>board</a:t>
            </a:r>
            <a:r>
              <a:rPr lang="de-DE" sz="900">
                <a:solidFill>
                  <a:schemeClr val="tx2"/>
                </a:solidFill>
              </a:rPr>
              <a:t> </a:t>
            </a:r>
            <a:r>
              <a:rPr lang="de-DE" sz="900" err="1">
                <a:solidFill>
                  <a:schemeClr val="tx2"/>
                </a:solidFill>
              </a:rPr>
              <a:t>which</a:t>
            </a:r>
            <a:r>
              <a:rPr lang="de-DE" sz="900">
                <a:solidFill>
                  <a:schemeClr val="tx2"/>
                </a:solidFill>
              </a:rPr>
              <a:t> </a:t>
            </a:r>
            <a:r>
              <a:rPr lang="de-DE" sz="900" err="1">
                <a:solidFill>
                  <a:schemeClr val="tx2"/>
                </a:solidFill>
              </a:rPr>
              <a:t>gives</a:t>
            </a:r>
            <a:br>
              <a:rPr lang="de-DE" sz="900">
                <a:solidFill>
                  <a:schemeClr val="tx2"/>
                </a:solidFill>
              </a:rPr>
            </a:br>
            <a:r>
              <a:rPr lang="de-DE" sz="900">
                <a:solidFill>
                  <a:schemeClr val="tx2"/>
                </a:solidFill>
              </a:rPr>
              <a:t>a </a:t>
            </a:r>
            <a:r>
              <a:rPr lang="de-DE" sz="900" err="1">
                <a:solidFill>
                  <a:schemeClr val="tx2"/>
                </a:solidFill>
              </a:rPr>
              <a:t>chance</a:t>
            </a:r>
            <a:r>
              <a:rPr lang="de-DE" sz="900">
                <a:solidFill>
                  <a:schemeClr val="tx2"/>
                </a:solidFill>
              </a:rPr>
              <a:t> </a:t>
            </a:r>
            <a:r>
              <a:rPr lang="de-DE" sz="900" err="1">
                <a:solidFill>
                  <a:schemeClr val="tx2"/>
                </a:solidFill>
              </a:rPr>
              <a:t>to</a:t>
            </a:r>
            <a:r>
              <a:rPr lang="de-DE" sz="900">
                <a:solidFill>
                  <a:schemeClr val="tx2"/>
                </a:solidFill>
              </a:rPr>
              <a:t> </a:t>
            </a:r>
            <a:r>
              <a:rPr lang="de-DE" sz="900" err="1">
                <a:solidFill>
                  <a:schemeClr val="tx2"/>
                </a:solidFill>
              </a:rPr>
              <a:t>gather</a:t>
            </a:r>
            <a:r>
              <a:rPr lang="de-DE" sz="900">
                <a:solidFill>
                  <a:schemeClr val="tx2"/>
                </a:solidFill>
              </a:rPr>
              <a:t> </a:t>
            </a:r>
            <a:r>
              <a:rPr lang="de-DE" sz="900" err="1">
                <a:solidFill>
                  <a:schemeClr val="tx2"/>
                </a:solidFill>
              </a:rPr>
              <a:t>logs</a:t>
            </a:r>
            <a:r>
              <a:rPr lang="de-DE" sz="900">
                <a:solidFill>
                  <a:schemeClr val="tx2"/>
                </a:solidFill>
              </a:rPr>
              <a:t> </a:t>
            </a:r>
            <a:r>
              <a:rPr lang="de-DE" sz="900" err="1">
                <a:solidFill>
                  <a:schemeClr val="tx2"/>
                </a:solidFill>
              </a:rPr>
              <a:t>as</a:t>
            </a:r>
            <a:r>
              <a:rPr lang="de-DE" sz="900">
                <a:solidFill>
                  <a:schemeClr val="tx2"/>
                </a:solidFill>
              </a:rPr>
              <a:t> </a:t>
            </a:r>
            <a:r>
              <a:rPr lang="de-DE" sz="900" err="1">
                <a:solidFill>
                  <a:schemeClr val="tx2"/>
                </a:solidFill>
              </a:rPr>
              <a:t>it</a:t>
            </a:r>
            <a:r>
              <a:rPr lang="de-DE" sz="900">
                <a:solidFill>
                  <a:schemeClr val="tx2"/>
                </a:solidFill>
              </a:rPr>
              <a:t> will </a:t>
            </a:r>
            <a:r>
              <a:rPr lang="de-DE" sz="900" err="1">
                <a:solidFill>
                  <a:schemeClr val="tx2"/>
                </a:solidFill>
              </a:rPr>
              <a:t>be</a:t>
            </a:r>
            <a:r>
              <a:rPr lang="de-DE" sz="900">
                <a:solidFill>
                  <a:schemeClr val="tx2"/>
                </a:solidFill>
              </a:rPr>
              <a:t> a soft </a:t>
            </a:r>
            <a:r>
              <a:rPr lang="de-DE" sz="900" err="1">
                <a:solidFill>
                  <a:schemeClr val="tx2"/>
                </a:solidFill>
              </a:rPr>
              <a:t>reset</a:t>
            </a:r>
            <a:r>
              <a:rPr lang="de-DE" sz="900">
                <a:solidFill>
                  <a:schemeClr val="tx2"/>
                </a:solidFill>
              </a:rPr>
              <a:t> </a:t>
            </a:r>
            <a:r>
              <a:rPr lang="de-DE" sz="900" err="1">
                <a:solidFill>
                  <a:schemeClr val="tx2"/>
                </a:solidFill>
              </a:rPr>
              <a:t>which</a:t>
            </a:r>
            <a:r>
              <a:rPr lang="de-DE" sz="900">
                <a:solidFill>
                  <a:schemeClr val="tx2"/>
                </a:solidFill>
              </a:rPr>
              <a:t> </a:t>
            </a:r>
            <a:r>
              <a:rPr lang="de-DE" sz="900" err="1">
                <a:solidFill>
                  <a:schemeClr val="tx2"/>
                </a:solidFill>
              </a:rPr>
              <a:t>preserves</a:t>
            </a:r>
            <a:r>
              <a:rPr lang="de-DE" sz="900">
                <a:solidFill>
                  <a:schemeClr val="tx2"/>
                </a:solidFill>
              </a:rPr>
              <a:t> </a:t>
            </a:r>
            <a:r>
              <a:rPr lang="de-DE" sz="900" err="1">
                <a:solidFill>
                  <a:schemeClr val="tx2"/>
                </a:solidFill>
              </a:rPr>
              <a:t>logs</a:t>
            </a:r>
            <a:r>
              <a:rPr lang="de-DE" sz="900">
                <a:solidFill>
                  <a:schemeClr val="tx2"/>
                </a:solidFill>
              </a:rPr>
              <a:t>.</a:t>
            </a:r>
            <a:br>
              <a:rPr lang="de-DE" sz="900">
                <a:solidFill>
                  <a:schemeClr val="tx2"/>
                </a:solidFill>
              </a:rPr>
            </a:br>
            <a:r>
              <a:rPr lang="de-DE" sz="900">
                <a:solidFill>
                  <a:schemeClr val="tx2"/>
                </a:solidFill>
              </a:rPr>
              <a:t>In </a:t>
            </a:r>
            <a:r>
              <a:rPr lang="de-DE" sz="900" err="1">
                <a:solidFill>
                  <a:schemeClr val="tx2"/>
                </a:solidFill>
              </a:rPr>
              <a:t>case</a:t>
            </a:r>
            <a:r>
              <a:rPr lang="de-DE" sz="900">
                <a:solidFill>
                  <a:schemeClr val="tx2"/>
                </a:solidFill>
              </a:rPr>
              <a:t> </a:t>
            </a:r>
            <a:r>
              <a:rPr lang="de-DE" sz="900" err="1">
                <a:solidFill>
                  <a:schemeClr val="tx2"/>
                </a:solidFill>
              </a:rPr>
              <a:t>of</a:t>
            </a:r>
            <a:r>
              <a:rPr lang="de-DE" sz="900">
                <a:solidFill>
                  <a:schemeClr val="tx2"/>
                </a:solidFill>
              </a:rPr>
              <a:t> HW </a:t>
            </a:r>
            <a:r>
              <a:rPr lang="de-DE" sz="900" err="1">
                <a:solidFill>
                  <a:schemeClr val="tx2"/>
                </a:solidFill>
              </a:rPr>
              <a:t>Watchdog</a:t>
            </a:r>
            <a:r>
              <a:rPr lang="de-DE" sz="900">
                <a:solidFill>
                  <a:schemeClr val="tx2"/>
                </a:solidFill>
              </a:rPr>
              <a:t>, </a:t>
            </a:r>
            <a:r>
              <a:rPr lang="de-DE" sz="900" err="1">
                <a:solidFill>
                  <a:schemeClr val="tx2"/>
                </a:solidFill>
              </a:rPr>
              <a:t>it</a:t>
            </a:r>
            <a:r>
              <a:rPr lang="de-DE" sz="900">
                <a:solidFill>
                  <a:schemeClr val="tx2"/>
                </a:solidFill>
              </a:rPr>
              <a:t> </a:t>
            </a:r>
            <a:r>
              <a:rPr lang="de-DE" sz="900" err="1">
                <a:solidFill>
                  <a:schemeClr val="tx2"/>
                </a:solidFill>
              </a:rPr>
              <a:t>happens</a:t>
            </a:r>
            <a:r>
              <a:rPr lang="de-DE" sz="900">
                <a:solidFill>
                  <a:schemeClr val="tx2"/>
                </a:solidFill>
              </a:rPr>
              <a:t> </a:t>
            </a:r>
            <a:r>
              <a:rPr lang="de-DE" sz="900" err="1">
                <a:solidFill>
                  <a:schemeClr val="tx2"/>
                </a:solidFill>
              </a:rPr>
              <a:t>to</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that</a:t>
            </a:r>
            <a:r>
              <a:rPr lang="de-DE" sz="900">
                <a:solidFill>
                  <a:schemeClr val="tx2"/>
                </a:solidFill>
              </a:rPr>
              <a:t> </a:t>
            </a:r>
            <a:r>
              <a:rPr lang="de-DE" sz="900" err="1">
                <a:solidFill>
                  <a:schemeClr val="tx2"/>
                </a:solidFill>
              </a:rPr>
              <a:t>logs</a:t>
            </a:r>
            <a:r>
              <a:rPr lang="de-DE" sz="900">
                <a:solidFill>
                  <a:schemeClr val="tx2"/>
                </a:solidFill>
              </a:rPr>
              <a:t> </a:t>
            </a:r>
            <a:r>
              <a:rPr lang="de-DE" sz="900" err="1">
                <a:solidFill>
                  <a:schemeClr val="tx2"/>
                </a:solidFill>
              </a:rPr>
              <a:t>are</a:t>
            </a:r>
            <a:r>
              <a:rPr lang="de-DE" sz="900">
                <a:solidFill>
                  <a:schemeClr val="tx2"/>
                </a:solidFill>
              </a:rPr>
              <a:t> lost.</a:t>
            </a:r>
            <a:br>
              <a:rPr lang="de-DE" sz="900">
                <a:solidFill>
                  <a:schemeClr val="tx2"/>
                </a:solidFill>
              </a:rPr>
            </a:br>
            <a:br>
              <a:rPr lang="de-DE" sz="900">
                <a:solidFill>
                  <a:schemeClr val="tx2"/>
                </a:solidFill>
              </a:rPr>
            </a:br>
            <a:r>
              <a:rPr lang="de-DE" sz="900" err="1">
                <a:solidFill>
                  <a:schemeClr val="tx2"/>
                </a:solidFill>
              </a:rPr>
              <a:t>Additionally</a:t>
            </a:r>
            <a:r>
              <a:rPr lang="de-DE" sz="900">
                <a:solidFill>
                  <a:schemeClr val="tx2"/>
                </a:solidFill>
              </a:rPr>
              <a:t>, </a:t>
            </a:r>
            <a:r>
              <a:rPr lang="de-DE" sz="900" err="1">
                <a:solidFill>
                  <a:schemeClr val="tx2"/>
                </a:solidFill>
              </a:rPr>
              <a:t>it</a:t>
            </a:r>
            <a:r>
              <a:rPr lang="de-DE" sz="900">
                <a:solidFill>
                  <a:schemeClr val="tx2"/>
                </a:solidFill>
              </a:rPr>
              <a:t> </a:t>
            </a:r>
            <a:r>
              <a:rPr lang="de-DE" sz="900" err="1">
                <a:solidFill>
                  <a:schemeClr val="tx2"/>
                </a:solidFill>
              </a:rPr>
              <a:t>can</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useful</a:t>
            </a:r>
            <a:r>
              <a:rPr lang="de-DE" sz="900">
                <a:solidFill>
                  <a:schemeClr val="tx2"/>
                </a:solidFill>
              </a:rPr>
              <a:t> </a:t>
            </a:r>
            <a:r>
              <a:rPr lang="de-DE" sz="900" err="1">
                <a:solidFill>
                  <a:schemeClr val="tx2"/>
                </a:solidFill>
              </a:rPr>
              <a:t>to</a:t>
            </a:r>
            <a:r>
              <a:rPr lang="de-DE" sz="900">
                <a:solidFill>
                  <a:schemeClr val="tx2"/>
                </a:solidFill>
              </a:rPr>
              <a:t> </a:t>
            </a:r>
            <a:r>
              <a:rPr lang="de-DE" sz="900" err="1">
                <a:solidFill>
                  <a:schemeClr val="tx2"/>
                </a:solidFill>
              </a:rPr>
              <a:t>delay</a:t>
            </a:r>
            <a:r>
              <a:rPr lang="de-DE" sz="900">
                <a:solidFill>
                  <a:schemeClr val="tx2"/>
                </a:solidFill>
              </a:rPr>
              <a:t> </a:t>
            </a:r>
            <a:r>
              <a:rPr lang="de-DE" sz="900" err="1">
                <a:solidFill>
                  <a:schemeClr val="tx2"/>
                </a:solidFill>
              </a:rPr>
              <a:t>panic</a:t>
            </a:r>
            <a:r>
              <a:rPr lang="de-DE" sz="900">
                <a:solidFill>
                  <a:schemeClr val="tx2"/>
                </a:solidFill>
              </a:rPr>
              <a:t> on stall </a:t>
            </a:r>
            <a:r>
              <a:rPr lang="de-DE" sz="900" err="1">
                <a:solidFill>
                  <a:schemeClr val="tx2"/>
                </a:solidFill>
              </a:rPr>
              <a:t>and</a:t>
            </a:r>
            <a:r>
              <a:rPr lang="de-DE" sz="900">
                <a:solidFill>
                  <a:schemeClr val="tx2"/>
                </a:solidFill>
              </a:rPr>
              <a:t> kill </a:t>
            </a:r>
            <a:r>
              <a:rPr lang="de-DE" sz="900" err="1">
                <a:solidFill>
                  <a:schemeClr val="tx2"/>
                </a:solidFill>
              </a:rPr>
              <a:t>the</a:t>
            </a:r>
            <a:r>
              <a:rPr lang="de-DE" sz="900">
                <a:solidFill>
                  <a:schemeClr val="tx2"/>
                </a:solidFill>
              </a:rPr>
              <a:t> offending </a:t>
            </a:r>
            <a:r>
              <a:rPr lang="de-DE" sz="900" err="1">
                <a:solidFill>
                  <a:schemeClr val="tx2"/>
                </a:solidFill>
              </a:rPr>
              <a:t>application</a:t>
            </a:r>
            <a:r>
              <a:rPr lang="de-DE" sz="900">
                <a:solidFill>
                  <a:schemeClr val="tx2"/>
                </a:solidFill>
              </a:rPr>
              <a:t> for </a:t>
            </a:r>
            <a:r>
              <a:rPr lang="de-DE" sz="900" err="1">
                <a:solidFill>
                  <a:schemeClr val="tx2"/>
                </a:solidFill>
              </a:rPr>
              <a:t>having</a:t>
            </a:r>
            <a:r>
              <a:rPr lang="de-DE" sz="900">
                <a:solidFill>
                  <a:schemeClr val="tx2"/>
                </a:solidFill>
              </a:rPr>
              <a:t> a </a:t>
            </a:r>
            <a:r>
              <a:rPr lang="de-DE" sz="900" err="1">
                <a:solidFill>
                  <a:schemeClr val="tx2"/>
                </a:solidFill>
              </a:rPr>
              <a:t>coredump</a:t>
            </a:r>
            <a:br>
              <a:rPr lang="de-DE" sz="900">
                <a:solidFill>
                  <a:schemeClr val="tx2"/>
                </a:solidFill>
              </a:rPr>
            </a:br>
            <a:r>
              <a:rPr lang="de-DE" sz="900" err="1">
                <a:solidFill>
                  <a:schemeClr val="tx2"/>
                </a:solidFill>
              </a:rPr>
              <a:t>which</a:t>
            </a:r>
            <a:r>
              <a:rPr lang="de-DE" sz="900">
                <a:solidFill>
                  <a:schemeClr val="tx2"/>
                </a:solidFill>
              </a:rPr>
              <a:t> </a:t>
            </a:r>
            <a:r>
              <a:rPr lang="de-DE" sz="900" err="1">
                <a:solidFill>
                  <a:schemeClr val="tx2"/>
                </a:solidFill>
              </a:rPr>
              <a:t>might</a:t>
            </a:r>
            <a:r>
              <a:rPr lang="de-DE" sz="900">
                <a:solidFill>
                  <a:schemeClr val="tx2"/>
                </a:solidFill>
              </a:rPr>
              <a:t> </a:t>
            </a:r>
            <a:r>
              <a:rPr lang="de-DE" sz="900" err="1">
                <a:solidFill>
                  <a:schemeClr val="tx2"/>
                </a:solidFill>
              </a:rPr>
              <a:t>cause</a:t>
            </a:r>
            <a:r>
              <a:rPr lang="de-DE" sz="900">
                <a:solidFill>
                  <a:schemeClr val="tx2"/>
                </a:solidFill>
              </a:rPr>
              <a:t> </a:t>
            </a:r>
            <a:r>
              <a:rPr lang="de-DE" sz="900" err="1">
                <a:solidFill>
                  <a:schemeClr val="tx2"/>
                </a:solidFill>
              </a:rPr>
              <a:t>the</a:t>
            </a:r>
            <a:r>
              <a:rPr lang="de-DE" sz="900">
                <a:solidFill>
                  <a:schemeClr val="tx2"/>
                </a:solidFill>
              </a:rPr>
              <a:t> </a:t>
            </a:r>
            <a:r>
              <a:rPr lang="de-DE" sz="900" err="1">
                <a:solidFill>
                  <a:schemeClr val="tx2"/>
                </a:solidFill>
              </a:rPr>
              <a:t>problem</a:t>
            </a:r>
            <a:r>
              <a:rPr lang="de-DE" sz="900">
                <a:solidFill>
                  <a:schemeClr val="tx2"/>
                </a:solidFill>
              </a:rPr>
              <a:t>. This </a:t>
            </a:r>
            <a:r>
              <a:rPr lang="de-DE" sz="900" err="1">
                <a:solidFill>
                  <a:schemeClr val="tx2"/>
                </a:solidFill>
              </a:rPr>
              <a:t>can</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achieved</a:t>
            </a:r>
            <a:r>
              <a:rPr lang="de-DE" sz="900">
                <a:solidFill>
                  <a:schemeClr val="tx2"/>
                </a:solidFill>
              </a:rPr>
              <a:t> via </a:t>
            </a:r>
            <a:r>
              <a:rPr lang="de-DE" sz="900" err="1">
                <a:solidFill>
                  <a:schemeClr val="tx2"/>
                </a:solidFill>
              </a:rPr>
              <a:t>this</a:t>
            </a:r>
            <a:r>
              <a:rPr lang="de-DE" sz="900">
                <a:solidFill>
                  <a:schemeClr val="tx2"/>
                </a:solidFill>
              </a:rPr>
              <a:t> </a:t>
            </a:r>
            <a:r>
              <a:rPr lang="de-DE" sz="900">
                <a:solidFill>
                  <a:schemeClr val="tx2"/>
                </a:solidFill>
                <a:hlinkClick r:id="rId2"/>
              </a:rPr>
              <a:t>@patch</a:t>
            </a:r>
            <a:endParaRPr lang="de-DE" sz="900">
              <a:solidFill>
                <a:schemeClr val="tx2"/>
              </a:solidFill>
            </a:endParaRPr>
          </a:p>
          <a:p>
            <a:pPr algn="l">
              <a:spcAft>
                <a:spcPts val="300"/>
              </a:spcAft>
              <a:buSzPct val="100000"/>
            </a:pPr>
            <a:endParaRPr lang="de-DE" sz="900">
              <a:solidFill>
                <a:schemeClr val="tx2"/>
              </a:solidFill>
            </a:endParaRPr>
          </a:p>
          <a:p>
            <a:pPr marL="171450" indent="-171450" algn="l">
              <a:spcAft>
                <a:spcPts val="300"/>
              </a:spcAft>
              <a:buSzPct val="100000"/>
              <a:buFont typeface="Arial" panose="020B0604020202020204" pitchFamily="34" charset="0"/>
              <a:buChar char="•"/>
            </a:pPr>
            <a:r>
              <a:rPr lang="de-DE" sz="900">
                <a:solidFill>
                  <a:schemeClr val="tx2"/>
                </a:solidFill>
              </a:rPr>
              <a:t>Alternative </a:t>
            </a:r>
            <a:r>
              <a:rPr lang="de-DE" sz="900" err="1">
                <a:solidFill>
                  <a:schemeClr val="tx2"/>
                </a:solidFill>
              </a:rPr>
              <a:t>can</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the</a:t>
            </a:r>
            <a:r>
              <a:rPr lang="de-DE" sz="900">
                <a:solidFill>
                  <a:schemeClr val="tx2"/>
                </a:solidFill>
              </a:rPr>
              <a:t> </a:t>
            </a:r>
            <a:r>
              <a:rPr lang="de-DE" sz="900" err="1">
                <a:solidFill>
                  <a:schemeClr val="tx2"/>
                </a:solidFill>
              </a:rPr>
              <a:t>usage</a:t>
            </a:r>
            <a:r>
              <a:rPr lang="de-DE" sz="900">
                <a:solidFill>
                  <a:schemeClr val="tx2"/>
                </a:solidFill>
              </a:rPr>
              <a:t> </a:t>
            </a:r>
            <a:r>
              <a:rPr lang="de-DE" sz="900" err="1">
                <a:solidFill>
                  <a:schemeClr val="tx2"/>
                </a:solidFill>
              </a:rPr>
              <a:t>of</a:t>
            </a:r>
            <a:r>
              <a:rPr lang="de-DE" sz="900">
                <a:solidFill>
                  <a:schemeClr val="tx2"/>
                </a:solidFill>
              </a:rPr>
              <a:t> </a:t>
            </a:r>
            <a:r>
              <a:rPr lang="de-DE" sz="900" err="1">
                <a:solidFill>
                  <a:schemeClr val="tx2"/>
                </a:solidFill>
              </a:rPr>
              <a:t>the</a:t>
            </a:r>
            <a:r>
              <a:rPr lang="de-DE" sz="900">
                <a:solidFill>
                  <a:schemeClr val="tx2"/>
                </a:solidFill>
              </a:rPr>
              <a:t> </a:t>
            </a:r>
            <a:r>
              <a:rPr lang="de-DE" sz="900">
                <a:solidFill>
                  <a:schemeClr val="tx2"/>
                </a:solidFill>
                <a:hlinkClick r:id="rId3"/>
              </a:rPr>
              <a:t>@hogger</a:t>
            </a:r>
            <a:r>
              <a:rPr lang="de-DE" sz="900">
                <a:solidFill>
                  <a:schemeClr val="tx2"/>
                </a:solidFill>
              </a:rPr>
              <a:t> </a:t>
            </a:r>
            <a:r>
              <a:rPr lang="de-DE" sz="900" err="1">
                <a:solidFill>
                  <a:schemeClr val="tx2"/>
                </a:solidFill>
              </a:rPr>
              <a:t>kernel</a:t>
            </a:r>
            <a:r>
              <a:rPr lang="de-DE" sz="900">
                <a:solidFill>
                  <a:schemeClr val="tx2"/>
                </a:solidFill>
              </a:rPr>
              <a:t> </a:t>
            </a:r>
            <a:r>
              <a:rPr lang="de-DE" sz="900" err="1">
                <a:solidFill>
                  <a:schemeClr val="tx2"/>
                </a:solidFill>
              </a:rPr>
              <a:t>module</a:t>
            </a:r>
            <a:r>
              <a:rPr lang="de-DE" sz="900">
                <a:solidFill>
                  <a:schemeClr val="tx2"/>
                </a:solidFill>
              </a:rPr>
              <a:t>.</a:t>
            </a:r>
            <a:br>
              <a:rPr lang="de-DE" sz="900">
                <a:solidFill>
                  <a:schemeClr val="tx2"/>
                </a:solidFill>
              </a:rPr>
            </a:br>
            <a:r>
              <a:rPr lang="de-DE" sz="900">
                <a:solidFill>
                  <a:schemeClr val="tx2"/>
                </a:solidFill>
              </a:rPr>
              <a:t>The </a:t>
            </a:r>
            <a:r>
              <a:rPr lang="de-DE" sz="900" err="1">
                <a:solidFill>
                  <a:schemeClr val="tx2"/>
                </a:solidFill>
              </a:rPr>
              <a:t>hogger</a:t>
            </a:r>
            <a:r>
              <a:rPr lang="de-DE" sz="900">
                <a:solidFill>
                  <a:schemeClr val="tx2"/>
                </a:solidFill>
              </a:rPr>
              <a:t> </a:t>
            </a:r>
            <a:r>
              <a:rPr lang="de-DE" sz="900" err="1">
                <a:solidFill>
                  <a:schemeClr val="tx2"/>
                </a:solidFill>
              </a:rPr>
              <a:t>modules</a:t>
            </a:r>
            <a:r>
              <a:rPr lang="de-DE" sz="900">
                <a:solidFill>
                  <a:schemeClr val="tx2"/>
                </a:solidFill>
              </a:rPr>
              <a:t> </a:t>
            </a:r>
            <a:r>
              <a:rPr lang="de-DE" sz="900" err="1">
                <a:solidFill>
                  <a:schemeClr val="tx2"/>
                </a:solidFill>
              </a:rPr>
              <a:t>monitors</a:t>
            </a:r>
            <a:r>
              <a:rPr lang="de-DE" sz="900">
                <a:solidFill>
                  <a:schemeClr val="tx2"/>
                </a:solidFill>
              </a:rPr>
              <a:t> </a:t>
            </a:r>
            <a:r>
              <a:rPr lang="de-DE" sz="900" err="1">
                <a:solidFill>
                  <a:schemeClr val="tx2"/>
                </a:solidFill>
              </a:rPr>
              <a:t>hogging</a:t>
            </a:r>
            <a:r>
              <a:rPr lang="de-DE" sz="900">
                <a:solidFill>
                  <a:schemeClr val="tx2"/>
                </a:solidFill>
              </a:rPr>
              <a:t> RT </a:t>
            </a:r>
            <a:r>
              <a:rPr lang="de-DE" sz="900" err="1">
                <a:solidFill>
                  <a:schemeClr val="tx2"/>
                </a:solidFill>
              </a:rPr>
              <a:t>Applications</a:t>
            </a:r>
            <a:r>
              <a:rPr lang="de-DE" sz="900">
                <a:solidFill>
                  <a:schemeClr val="tx2"/>
                </a:solidFill>
              </a:rPr>
              <a:t> on NON-RT CPU </a:t>
            </a:r>
            <a:r>
              <a:rPr lang="de-DE" sz="900" err="1">
                <a:solidFill>
                  <a:schemeClr val="tx2"/>
                </a:solidFill>
              </a:rPr>
              <a:t>cores</a:t>
            </a:r>
            <a:r>
              <a:rPr lang="de-DE" sz="900">
                <a:solidFill>
                  <a:schemeClr val="tx2"/>
                </a:solidFill>
              </a:rPr>
              <a:t>.</a:t>
            </a:r>
            <a:br>
              <a:rPr lang="de-DE" sz="900">
                <a:solidFill>
                  <a:schemeClr val="tx2"/>
                </a:solidFill>
              </a:rPr>
            </a:br>
            <a:r>
              <a:rPr lang="de-DE" sz="900">
                <a:solidFill>
                  <a:schemeClr val="tx2"/>
                </a:solidFill>
              </a:rPr>
              <a:t>In </a:t>
            </a:r>
            <a:r>
              <a:rPr lang="de-DE" sz="900" err="1">
                <a:solidFill>
                  <a:schemeClr val="tx2"/>
                </a:solidFill>
              </a:rPr>
              <a:t>case</a:t>
            </a:r>
            <a:r>
              <a:rPr lang="de-DE" sz="900">
                <a:solidFill>
                  <a:schemeClr val="tx2"/>
                </a:solidFill>
              </a:rPr>
              <a:t> </a:t>
            </a:r>
            <a:r>
              <a:rPr lang="de-DE" sz="900" err="1">
                <a:solidFill>
                  <a:schemeClr val="tx2"/>
                </a:solidFill>
              </a:rPr>
              <a:t>hogging</a:t>
            </a:r>
            <a:r>
              <a:rPr lang="de-DE" sz="900">
                <a:solidFill>
                  <a:schemeClr val="tx2"/>
                </a:solidFill>
              </a:rPr>
              <a:t> RT </a:t>
            </a:r>
            <a:r>
              <a:rPr lang="de-DE" sz="900" err="1">
                <a:solidFill>
                  <a:schemeClr val="tx2"/>
                </a:solidFill>
              </a:rPr>
              <a:t>Application</a:t>
            </a:r>
            <a:r>
              <a:rPr lang="de-DE" sz="900">
                <a:solidFill>
                  <a:schemeClr val="tx2"/>
                </a:solidFill>
              </a:rPr>
              <a:t> will </a:t>
            </a:r>
            <a:r>
              <a:rPr lang="de-DE" sz="900" err="1">
                <a:solidFill>
                  <a:schemeClr val="tx2"/>
                </a:solidFill>
              </a:rPr>
              <a:t>detected</a:t>
            </a:r>
            <a:r>
              <a:rPr lang="de-DE" sz="900">
                <a:solidFill>
                  <a:schemeClr val="tx2"/>
                </a:solidFill>
              </a:rPr>
              <a:t> (</a:t>
            </a:r>
            <a:r>
              <a:rPr lang="de-DE" sz="900" err="1">
                <a:solidFill>
                  <a:schemeClr val="tx2"/>
                </a:solidFill>
              </a:rPr>
              <a:t>blocking</a:t>
            </a:r>
            <a:r>
              <a:rPr lang="de-DE" sz="900">
                <a:solidFill>
                  <a:schemeClr val="tx2"/>
                </a:solidFill>
              </a:rPr>
              <a:t> CPU for </a:t>
            </a:r>
            <a:r>
              <a:rPr lang="de-DE" sz="900" err="1">
                <a:solidFill>
                  <a:schemeClr val="tx2"/>
                </a:solidFill>
              </a:rPr>
              <a:t>more</a:t>
            </a:r>
            <a:r>
              <a:rPr lang="de-DE" sz="900">
                <a:solidFill>
                  <a:schemeClr val="tx2"/>
                </a:solidFill>
              </a:rPr>
              <a:t> </a:t>
            </a:r>
            <a:r>
              <a:rPr lang="de-DE" sz="900" err="1">
                <a:solidFill>
                  <a:schemeClr val="tx2"/>
                </a:solidFill>
              </a:rPr>
              <a:t>than</a:t>
            </a:r>
            <a:r>
              <a:rPr lang="de-DE" sz="900">
                <a:solidFill>
                  <a:schemeClr val="tx2"/>
                </a:solidFill>
              </a:rPr>
              <a:t> 4 sec), </a:t>
            </a:r>
            <a:r>
              <a:rPr lang="de-DE" sz="900" err="1">
                <a:solidFill>
                  <a:schemeClr val="tx2"/>
                </a:solidFill>
              </a:rPr>
              <a:t>application</a:t>
            </a:r>
            <a:br>
              <a:rPr lang="de-DE" sz="900">
                <a:solidFill>
                  <a:schemeClr val="tx2"/>
                </a:solidFill>
              </a:rPr>
            </a:br>
            <a:r>
              <a:rPr lang="de-DE" sz="900">
                <a:solidFill>
                  <a:schemeClr val="tx2"/>
                </a:solidFill>
              </a:rPr>
              <a:t>will </a:t>
            </a:r>
            <a:r>
              <a:rPr lang="de-DE" sz="900" err="1">
                <a:solidFill>
                  <a:schemeClr val="tx2"/>
                </a:solidFill>
              </a:rPr>
              <a:t>be</a:t>
            </a:r>
            <a:r>
              <a:rPr lang="de-DE" sz="900">
                <a:solidFill>
                  <a:schemeClr val="tx2"/>
                </a:solidFill>
              </a:rPr>
              <a:t> </a:t>
            </a:r>
            <a:r>
              <a:rPr lang="de-DE" sz="900" err="1">
                <a:solidFill>
                  <a:schemeClr val="tx2"/>
                </a:solidFill>
              </a:rPr>
              <a:t>killed</a:t>
            </a:r>
            <a:r>
              <a:rPr lang="de-DE" sz="900">
                <a:solidFill>
                  <a:schemeClr val="tx2"/>
                </a:solidFill>
              </a:rPr>
              <a:t>. This </a:t>
            </a:r>
            <a:r>
              <a:rPr lang="de-DE" sz="900" err="1">
                <a:solidFill>
                  <a:schemeClr val="tx2"/>
                </a:solidFill>
              </a:rPr>
              <a:t>leads</a:t>
            </a:r>
            <a:r>
              <a:rPr lang="de-DE" sz="900">
                <a:solidFill>
                  <a:schemeClr val="tx2"/>
                </a:solidFill>
              </a:rPr>
              <a:t> </a:t>
            </a:r>
            <a:r>
              <a:rPr lang="de-DE" sz="900" err="1">
                <a:solidFill>
                  <a:schemeClr val="tx2"/>
                </a:solidFill>
              </a:rPr>
              <a:t>to</a:t>
            </a:r>
            <a:r>
              <a:rPr lang="de-DE" sz="900">
                <a:solidFill>
                  <a:schemeClr val="tx2"/>
                </a:solidFill>
              </a:rPr>
              <a:t> </a:t>
            </a:r>
            <a:r>
              <a:rPr lang="de-DE" sz="900" err="1">
                <a:solidFill>
                  <a:schemeClr val="tx2"/>
                </a:solidFill>
              </a:rPr>
              <a:t>the</a:t>
            </a:r>
            <a:r>
              <a:rPr lang="de-DE" sz="900">
                <a:solidFill>
                  <a:schemeClr val="tx2"/>
                </a:solidFill>
              </a:rPr>
              <a:t> </a:t>
            </a:r>
            <a:r>
              <a:rPr lang="de-DE" sz="900" err="1">
                <a:solidFill>
                  <a:schemeClr val="tx2"/>
                </a:solidFill>
              </a:rPr>
              <a:t>situation</a:t>
            </a:r>
            <a:r>
              <a:rPr lang="de-DE" sz="900">
                <a:solidFill>
                  <a:schemeClr val="tx2"/>
                </a:solidFill>
              </a:rPr>
              <a:t> </a:t>
            </a:r>
            <a:r>
              <a:rPr lang="de-DE" sz="900" err="1">
                <a:solidFill>
                  <a:schemeClr val="tx2"/>
                </a:solidFill>
              </a:rPr>
              <a:t>that</a:t>
            </a:r>
            <a:r>
              <a:rPr lang="de-DE" sz="900">
                <a:solidFill>
                  <a:schemeClr val="tx2"/>
                </a:solidFill>
              </a:rPr>
              <a:t> </a:t>
            </a:r>
            <a:r>
              <a:rPr lang="de-DE" sz="900" err="1">
                <a:solidFill>
                  <a:schemeClr val="tx2"/>
                </a:solidFill>
              </a:rPr>
              <a:t>coredump</a:t>
            </a:r>
            <a:r>
              <a:rPr lang="de-DE" sz="900">
                <a:solidFill>
                  <a:schemeClr val="tx2"/>
                </a:solidFill>
              </a:rPr>
              <a:t> </a:t>
            </a:r>
            <a:r>
              <a:rPr lang="de-DE" sz="900" err="1">
                <a:solidFill>
                  <a:schemeClr val="tx2"/>
                </a:solidFill>
              </a:rPr>
              <a:t>is</a:t>
            </a:r>
            <a:r>
              <a:rPr lang="de-DE" sz="900">
                <a:solidFill>
                  <a:schemeClr val="tx2"/>
                </a:solidFill>
              </a:rPr>
              <a:t> </a:t>
            </a:r>
            <a:r>
              <a:rPr lang="de-DE" sz="900" err="1">
                <a:solidFill>
                  <a:schemeClr val="tx2"/>
                </a:solidFill>
              </a:rPr>
              <a:t>generated</a:t>
            </a:r>
            <a:r>
              <a:rPr lang="de-DE" sz="900">
                <a:solidFill>
                  <a:schemeClr val="tx2"/>
                </a:solidFill>
              </a:rPr>
              <a:t> </a:t>
            </a:r>
            <a:r>
              <a:rPr lang="de-DE" sz="900" err="1">
                <a:solidFill>
                  <a:schemeClr val="tx2"/>
                </a:solidFill>
              </a:rPr>
              <a:t>and</a:t>
            </a:r>
            <a:r>
              <a:rPr lang="de-DE" sz="900">
                <a:solidFill>
                  <a:schemeClr val="tx2"/>
                </a:solidFill>
              </a:rPr>
              <a:t> O&amp;M will </a:t>
            </a:r>
            <a:r>
              <a:rPr lang="de-DE" sz="900" err="1">
                <a:solidFill>
                  <a:schemeClr val="tx2"/>
                </a:solidFill>
              </a:rPr>
              <a:t>cause</a:t>
            </a:r>
            <a:r>
              <a:rPr lang="de-DE" sz="900">
                <a:solidFill>
                  <a:schemeClr val="tx2"/>
                </a:solidFill>
              </a:rPr>
              <a:t> </a:t>
            </a:r>
            <a:r>
              <a:rPr lang="de-DE" sz="900" err="1">
                <a:solidFill>
                  <a:schemeClr val="tx2"/>
                </a:solidFill>
              </a:rPr>
              <a:t>alarm</a:t>
            </a:r>
            <a:r>
              <a:rPr lang="de-DE" sz="900">
                <a:solidFill>
                  <a:schemeClr val="tx2"/>
                </a:solidFill>
              </a:rPr>
              <a:t>/SW </a:t>
            </a:r>
            <a:r>
              <a:rPr lang="de-DE" sz="900" err="1">
                <a:solidFill>
                  <a:schemeClr val="tx2"/>
                </a:solidFill>
              </a:rPr>
              <a:t>reset</a:t>
            </a:r>
            <a:br>
              <a:rPr lang="de-DE" sz="900">
                <a:solidFill>
                  <a:schemeClr val="tx2"/>
                </a:solidFill>
              </a:rPr>
            </a:br>
            <a:r>
              <a:rPr lang="de-DE" sz="900">
                <a:solidFill>
                  <a:schemeClr val="tx2"/>
                </a:solidFill>
              </a:rPr>
              <a:t>in </a:t>
            </a:r>
            <a:r>
              <a:rPr lang="de-DE" sz="900" err="1">
                <a:solidFill>
                  <a:schemeClr val="tx2"/>
                </a:solidFill>
              </a:rPr>
              <a:t>case</a:t>
            </a:r>
            <a:r>
              <a:rPr lang="de-DE" sz="900">
                <a:solidFill>
                  <a:schemeClr val="tx2"/>
                </a:solidFill>
              </a:rPr>
              <a:t> </a:t>
            </a:r>
            <a:r>
              <a:rPr lang="de-DE" sz="900" err="1">
                <a:solidFill>
                  <a:schemeClr val="tx2"/>
                </a:solidFill>
              </a:rPr>
              <a:t>it</a:t>
            </a:r>
            <a:r>
              <a:rPr lang="de-DE" sz="900">
                <a:solidFill>
                  <a:schemeClr val="tx2"/>
                </a:solidFill>
              </a:rPr>
              <a:t> was a </a:t>
            </a:r>
            <a:r>
              <a:rPr lang="de-DE" sz="900" err="1">
                <a:solidFill>
                  <a:schemeClr val="tx2"/>
                </a:solidFill>
              </a:rPr>
              <a:t>critical</a:t>
            </a:r>
            <a:r>
              <a:rPr lang="de-DE" sz="900">
                <a:solidFill>
                  <a:schemeClr val="tx2"/>
                </a:solidFill>
              </a:rPr>
              <a:t> </a:t>
            </a:r>
            <a:r>
              <a:rPr lang="de-DE" sz="900" err="1">
                <a:solidFill>
                  <a:schemeClr val="tx2"/>
                </a:solidFill>
              </a:rPr>
              <a:t>application</a:t>
            </a:r>
            <a:r>
              <a:rPr lang="de-DE" sz="900">
                <a:solidFill>
                  <a:schemeClr val="tx2"/>
                </a:solidFill>
              </a:rPr>
              <a:t>. So HW </a:t>
            </a:r>
            <a:r>
              <a:rPr lang="de-DE" sz="900" err="1">
                <a:solidFill>
                  <a:schemeClr val="tx2"/>
                </a:solidFill>
              </a:rPr>
              <a:t>watchdog</a:t>
            </a:r>
            <a:r>
              <a:rPr lang="de-DE" sz="900">
                <a:solidFill>
                  <a:schemeClr val="tx2"/>
                </a:solidFill>
              </a:rPr>
              <a:t> </a:t>
            </a:r>
            <a:r>
              <a:rPr lang="de-DE" sz="900" err="1">
                <a:solidFill>
                  <a:schemeClr val="tx2"/>
                </a:solidFill>
              </a:rPr>
              <a:t>might</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prevented</a:t>
            </a:r>
            <a:r>
              <a:rPr lang="de-DE" sz="900">
                <a:solidFill>
                  <a:schemeClr val="tx2"/>
                </a:solidFill>
              </a:rPr>
              <a:t>.</a:t>
            </a:r>
          </a:p>
          <a:p>
            <a:pPr algn="l">
              <a:spcAft>
                <a:spcPts val="300"/>
              </a:spcAft>
              <a:buSzPct val="100000"/>
            </a:pPr>
            <a:r>
              <a:rPr lang="de-DE" sz="900">
                <a:solidFill>
                  <a:schemeClr val="tx2"/>
                </a:solidFill>
                <a:latin typeface="Consolas" panose="020B0609020204030204" pitchFamily="49" charset="0"/>
              </a:rPr>
              <a:t>   $ </a:t>
            </a:r>
            <a:r>
              <a:rPr lang="de-DE" sz="900" err="1">
                <a:solidFill>
                  <a:schemeClr val="tx2"/>
                </a:solidFill>
                <a:latin typeface="Consolas" panose="020B0609020204030204" pitchFamily="49" charset="0"/>
              </a:rPr>
              <a:t>modprobe</a:t>
            </a:r>
            <a:r>
              <a:rPr lang="de-DE" sz="900">
                <a:solidFill>
                  <a:schemeClr val="tx2"/>
                </a:solidFill>
                <a:latin typeface="Consolas" panose="020B0609020204030204" pitchFamily="49" charset="0"/>
              </a:rPr>
              <a:t> </a:t>
            </a:r>
            <a:r>
              <a:rPr lang="de-DE" sz="900" err="1">
                <a:solidFill>
                  <a:schemeClr val="tx2"/>
                </a:solidFill>
                <a:latin typeface="Consolas" panose="020B0609020204030204" pitchFamily="49" charset="0"/>
              </a:rPr>
              <a:t>hogger</a:t>
            </a:r>
            <a:br>
              <a:rPr lang="de-DE" sz="900">
                <a:solidFill>
                  <a:schemeClr val="tx2"/>
                </a:solidFill>
                <a:latin typeface="Consolas" panose="020B0609020204030204" pitchFamily="49" charset="0"/>
              </a:rPr>
            </a:br>
            <a:r>
              <a:rPr lang="de-DE" sz="900">
                <a:solidFill>
                  <a:schemeClr val="tx2"/>
                </a:solidFill>
                <a:latin typeface="Consolas" panose="020B0609020204030204" pitchFamily="49" charset="0"/>
              </a:rPr>
              <a:t>   $ </a:t>
            </a:r>
            <a:r>
              <a:rPr lang="de-DE" sz="900" err="1">
                <a:solidFill>
                  <a:schemeClr val="tx2"/>
                </a:solidFill>
                <a:latin typeface="Consolas" panose="020B0609020204030204" pitchFamily="49" charset="0"/>
              </a:rPr>
              <a:t>modinfo</a:t>
            </a:r>
            <a:r>
              <a:rPr lang="de-DE" sz="900">
                <a:solidFill>
                  <a:schemeClr val="tx2"/>
                </a:solidFill>
                <a:latin typeface="Consolas" panose="020B0609020204030204" pitchFamily="49" charset="0"/>
              </a:rPr>
              <a:t> </a:t>
            </a:r>
            <a:r>
              <a:rPr lang="de-DE" sz="900" err="1">
                <a:solidFill>
                  <a:schemeClr val="tx2"/>
                </a:solidFill>
                <a:latin typeface="Consolas" panose="020B0609020204030204" pitchFamily="49" charset="0"/>
              </a:rPr>
              <a:t>hogger</a:t>
            </a:r>
            <a:r>
              <a:rPr lang="de-DE" sz="900">
                <a:solidFill>
                  <a:schemeClr val="tx2"/>
                </a:solidFill>
                <a:latin typeface="Consolas" panose="020B0609020204030204" pitchFamily="49" charset="0"/>
              </a:rPr>
              <a:t>    (for </a:t>
            </a:r>
            <a:r>
              <a:rPr lang="de-DE" sz="900" err="1">
                <a:solidFill>
                  <a:schemeClr val="tx2"/>
                </a:solidFill>
                <a:latin typeface="Consolas" panose="020B0609020204030204" pitchFamily="49" charset="0"/>
              </a:rPr>
              <a:t>help</a:t>
            </a:r>
            <a:r>
              <a:rPr lang="de-DE" sz="900">
                <a:solidFill>
                  <a:schemeClr val="tx2"/>
                </a:solidFill>
                <a:latin typeface="Consolas" panose="020B0609020204030204" pitchFamily="49" charset="0"/>
              </a:rPr>
              <a:t>)</a:t>
            </a:r>
            <a:endParaRPr lang="de-DE" sz="900">
              <a:solidFill>
                <a:schemeClr val="tx2"/>
              </a:solidFill>
            </a:endParaRPr>
          </a:p>
          <a:p>
            <a:pPr algn="l">
              <a:spcAft>
                <a:spcPts val="300"/>
              </a:spcAft>
              <a:buSzPct val="100000"/>
            </a:pPr>
            <a:br>
              <a:rPr lang="de-DE" sz="900">
                <a:solidFill>
                  <a:schemeClr val="tx2"/>
                </a:solidFill>
              </a:rPr>
            </a:br>
            <a:br>
              <a:rPr lang="de-DE" sz="800">
                <a:solidFill>
                  <a:schemeClr val="tx2"/>
                </a:solidFill>
              </a:rPr>
            </a:br>
            <a:br>
              <a:rPr lang="de-DE" sz="800">
                <a:solidFill>
                  <a:schemeClr val="tx2"/>
                </a:solidFill>
              </a:rPr>
            </a:br>
            <a:endParaRPr lang="de-DE" sz="800">
              <a:solidFill>
                <a:schemeClr val="tx2"/>
              </a:solidFill>
            </a:endParaRPr>
          </a:p>
        </p:txBody>
      </p:sp>
    </p:spTree>
    <p:extLst>
      <p:ext uri="{BB962C8B-B14F-4D97-AF65-F5344CB8AC3E}">
        <p14:creationId xmlns:p14="http://schemas.microsoft.com/office/powerpoint/2010/main" val="1160375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502909-0A88-4098-97E9-3C4DFDEBA5F5}"/>
              </a:ext>
            </a:extLst>
          </p:cNvPr>
          <p:cNvSpPr>
            <a:spLocks noGrp="1"/>
          </p:cNvSpPr>
          <p:nvPr>
            <p:ph type="body" sz="quarter" idx="11"/>
          </p:nvPr>
        </p:nvSpPr>
        <p:spPr>
          <a:xfrm>
            <a:off x="2498586" y="2026745"/>
            <a:ext cx="4187880" cy="643989"/>
          </a:xfrm>
        </p:spPr>
        <p:txBody>
          <a:bodyPr lIns="0" tIns="0" rIns="0" bIns="0" anchor="t"/>
          <a:lstStyle/>
          <a:p>
            <a:r>
              <a:rPr lang="de-DE" sz="3200"/>
              <a:t>System Out </a:t>
            </a:r>
            <a:r>
              <a:rPr lang="de-DE" sz="3200" err="1"/>
              <a:t>of</a:t>
            </a:r>
            <a:r>
              <a:rPr lang="de-DE" sz="3200"/>
              <a:t> Memory</a:t>
            </a:r>
          </a:p>
        </p:txBody>
      </p:sp>
      <p:sp>
        <p:nvSpPr>
          <p:cNvPr id="6" name="Footer Placeholder 5">
            <a:extLst>
              <a:ext uri="{FF2B5EF4-FFF2-40B4-BE49-F238E27FC236}">
                <a16:creationId xmlns:a16="http://schemas.microsoft.com/office/drawing/2014/main" id="{7CED980E-F64A-46E6-B3E4-D58E03CBFD2E}"/>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3776608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Out </a:t>
            </a:r>
            <a:r>
              <a:rPr lang="de-DE" sz="1600" b="1" err="1"/>
              <a:t>of</a:t>
            </a:r>
            <a:r>
              <a:rPr lang="de-DE" sz="1600" b="1"/>
              <a:t> Memory – </a:t>
            </a:r>
            <a:r>
              <a:rPr lang="de-DE" sz="1400" b="1"/>
              <a:t>simple </a:t>
            </a:r>
            <a:r>
              <a:rPr lang="de-DE" sz="1400" b="1" err="1"/>
              <a:t>case</a:t>
            </a:r>
            <a:r>
              <a:rPr lang="de-DE" sz="1400" b="1"/>
              <a:t>: an </a:t>
            </a:r>
            <a:r>
              <a:rPr lang="de-DE" sz="1400" b="1" err="1"/>
              <a:t>application</a:t>
            </a:r>
            <a:r>
              <a:rPr lang="de-DE" sz="1400" b="1"/>
              <a:t> „</a:t>
            </a:r>
            <a:r>
              <a:rPr lang="de-DE" sz="1400" b="1" err="1"/>
              <a:t>tail</a:t>
            </a:r>
            <a:r>
              <a:rPr lang="de-DE" sz="1400" b="1"/>
              <a:t>“ </a:t>
            </a:r>
            <a:r>
              <a:rPr lang="de-DE" sz="1400" b="1" err="1"/>
              <a:t>uses</a:t>
            </a:r>
            <a:r>
              <a:rPr lang="de-DE" sz="1400" b="1"/>
              <a:t> </a:t>
            </a:r>
            <a:r>
              <a:rPr lang="de-DE" sz="1400" b="1" err="1"/>
              <a:t>too</a:t>
            </a:r>
            <a:r>
              <a:rPr lang="de-DE" sz="1400" b="1"/>
              <a:t> </a:t>
            </a:r>
            <a:r>
              <a:rPr lang="de-DE" sz="1400" b="1" err="1"/>
              <a:t>much</a:t>
            </a:r>
            <a:r>
              <a:rPr lang="de-DE" sz="1400" b="1"/>
              <a:t> </a:t>
            </a:r>
            <a:r>
              <a:rPr lang="de-DE" sz="1400" b="1" err="1"/>
              <a:t>memory</a:t>
            </a:r>
            <a:r>
              <a:rPr lang="de-DE" sz="1400" b="1"/>
              <a:t> </a:t>
            </a:r>
            <a:r>
              <a:rPr lang="de-DE" sz="1400" b="1" err="1"/>
              <a:t>and</a:t>
            </a:r>
            <a:r>
              <a:rPr lang="de-DE" sz="1400" b="1"/>
              <a:t> </a:t>
            </a:r>
            <a:r>
              <a:rPr lang="de-DE" sz="1400" b="1" err="1"/>
              <a:t>gets</a:t>
            </a:r>
            <a:r>
              <a:rPr lang="de-DE" sz="1400" b="1"/>
              <a:t> </a:t>
            </a:r>
            <a:r>
              <a:rPr lang="de-DE" sz="1400" b="1" err="1"/>
              <a:t>killed</a:t>
            </a:r>
            <a:r>
              <a:rPr lang="de-DE" sz="1400" b="1"/>
              <a:t> </a:t>
            </a:r>
            <a:r>
              <a:rPr lang="de-DE" sz="1400" b="1" err="1"/>
              <a:t>by</a:t>
            </a:r>
            <a:r>
              <a:rPr lang="de-DE" sz="1400" b="1"/>
              <a:t> </a:t>
            </a:r>
            <a:r>
              <a:rPr lang="de-DE" sz="1400" b="1" err="1"/>
              <a:t>the</a:t>
            </a:r>
            <a:r>
              <a:rPr lang="de-DE" sz="1400" b="1"/>
              <a:t> </a:t>
            </a:r>
            <a:r>
              <a:rPr lang="de-DE" sz="1400" b="1" err="1"/>
              <a:t>oom</a:t>
            </a:r>
            <a:r>
              <a:rPr lang="de-DE" sz="1400" b="1"/>
              <a:t> </a:t>
            </a:r>
            <a:r>
              <a:rPr lang="de-DE" sz="1400" b="1" err="1"/>
              <a:t>handler</a:t>
            </a:r>
            <a:endParaRPr lang="de-DE" sz="16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68174" y="870409"/>
            <a:ext cx="3088200" cy="3038726"/>
          </a:xfrm>
          <a:prstGeom prst="rect">
            <a:avLst/>
          </a:prstGeom>
          <a:noFill/>
        </p:spPr>
        <p:txBody>
          <a:bodyPr wrap="none" lIns="72000" tIns="72000" rIns="72000" bIns="72000" rtlCol="0">
            <a:noAutofit/>
          </a:bodyPr>
          <a:lstStyle/>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sp>
        <p:nvSpPr>
          <p:cNvPr id="8" name="TextBox 7">
            <a:extLst>
              <a:ext uri="{FF2B5EF4-FFF2-40B4-BE49-F238E27FC236}">
                <a16:creationId xmlns:a16="http://schemas.microsoft.com/office/drawing/2014/main" id="{12622ECB-0CF9-4D4C-B8A1-10E8FD8FA478}"/>
              </a:ext>
            </a:extLst>
          </p:cNvPr>
          <p:cNvSpPr txBox="1"/>
          <p:nvPr/>
        </p:nvSpPr>
        <p:spPr>
          <a:xfrm>
            <a:off x="368173" y="900000"/>
            <a:ext cx="7524075" cy="3349445"/>
          </a:xfrm>
          <a:prstGeom prst="rect">
            <a:avLst/>
          </a:prstGeom>
          <a:noFill/>
        </p:spPr>
        <p:txBody>
          <a:bodyPr wrap="none" lIns="72000" tIns="72000" rIns="72000" bIns="72000" rtlCol="0">
            <a:noAutofit/>
          </a:bodyPr>
          <a:lstStyle/>
          <a:p>
            <a:pPr algn="l">
              <a:spcAft>
                <a:spcPts val="300"/>
              </a:spcAft>
              <a:buSzPct val="100000"/>
            </a:pPr>
            <a:br>
              <a:rPr lang="de-DE" sz="900">
                <a:solidFill>
                  <a:schemeClr val="tx2"/>
                </a:solidFill>
              </a:rPr>
            </a:br>
            <a:br>
              <a:rPr lang="de-DE" sz="800">
                <a:solidFill>
                  <a:schemeClr val="tx2"/>
                </a:solidFill>
              </a:rPr>
            </a:br>
            <a:br>
              <a:rPr lang="de-DE" sz="800">
                <a:solidFill>
                  <a:schemeClr val="tx2"/>
                </a:solidFill>
              </a:rPr>
            </a:br>
            <a:endParaRPr lang="de-DE" sz="800">
              <a:solidFill>
                <a:schemeClr val="tx2"/>
              </a:solidFill>
            </a:endParaRPr>
          </a:p>
        </p:txBody>
      </p:sp>
      <p:pic>
        <p:nvPicPr>
          <p:cNvPr id="7" name="Picture 6">
            <a:extLst>
              <a:ext uri="{FF2B5EF4-FFF2-40B4-BE49-F238E27FC236}">
                <a16:creationId xmlns:a16="http://schemas.microsoft.com/office/drawing/2014/main" id="{0115E08D-CB95-42C5-AD35-DE827B82B7B1}"/>
              </a:ext>
            </a:extLst>
          </p:cNvPr>
          <p:cNvPicPr>
            <a:picLocks noChangeAspect="1"/>
          </p:cNvPicPr>
          <p:nvPr/>
        </p:nvPicPr>
        <p:blipFill>
          <a:blip r:embed="rId2"/>
          <a:stretch>
            <a:fillRect/>
          </a:stretch>
        </p:blipFill>
        <p:spPr>
          <a:xfrm>
            <a:off x="0" y="873482"/>
            <a:ext cx="4190041" cy="3345254"/>
          </a:xfrm>
          <a:prstGeom prst="rect">
            <a:avLst/>
          </a:prstGeom>
        </p:spPr>
      </p:pic>
      <p:pic>
        <p:nvPicPr>
          <p:cNvPr id="10" name="Picture 9">
            <a:extLst>
              <a:ext uri="{FF2B5EF4-FFF2-40B4-BE49-F238E27FC236}">
                <a16:creationId xmlns:a16="http://schemas.microsoft.com/office/drawing/2014/main" id="{2D22BE77-7927-4B88-9B6C-47B5CE969484}"/>
              </a:ext>
            </a:extLst>
          </p:cNvPr>
          <p:cNvPicPr>
            <a:picLocks noChangeAspect="1"/>
          </p:cNvPicPr>
          <p:nvPr/>
        </p:nvPicPr>
        <p:blipFill>
          <a:blip r:embed="rId3"/>
          <a:stretch>
            <a:fillRect/>
          </a:stretch>
        </p:blipFill>
        <p:spPr>
          <a:xfrm>
            <a:off x="3329297" y="874720"/>
            <a:ext cx="5814703" cy="2756304"/>
          </a:xfrm>
          <a:prstGeom prst="rect">
            <a:avLst/>
          </a:prstGeom>
        </p:spPr>
      </p:pic>
      <p:pic>
        <p:nvPicPr>
          <p:cNvPr id="12" name="Picture 11">
            <a:extLst>
              <a:ext uri="{FF2B5EF4-FFF2-40B4-BE49-F238E27FC236}">
                <a16:creationId xmlns:a16="http://schemas.microsoft.com/office/drawing/2014/main" id="{8B1D7469-E79C-44EA-B64C-3A0CF74FA8E1}"/>
              </a:ext>
            </a:extLst>
          </p:cNvPr>
          <p:cNvPicPr>
            <a:picLocks noChangeAspect="1"/>
          </p:cNvPicPr>
          <p:nvPr/>
        </p:nvPicPr>
        <p:blipFill>
          <a:blip r:embed="rId4"/>
          <a:stretch>
            <a:fillRect/>
          </a:stretch>
        </p:blipFill>
        <p:spPr>
          <a:xfrm>
            <a:off x="3329297" y="3657112"/>
            <a:ext cx="3944474" cy="661099"/>
          </a:xfrm>
          <a:prstGeom prst="rect">
            <a:avLst/>
          </a:prstGeom>
        </p:spPr>
      </p:pic>
      <p:sp>
        <p:nvSpPr>
          <p:cNvPr id="13" name="Rectangle: Rounded Corners 12">
            <a:extLst>
              <a:ext uri="{FF2B5EF4-FFF2-40B4-BE49-F238E27FC236}">
                <a16:creationId xmlns:a16="http://schemas.microsoft.com/office/drawing/2014/main" id="{D71E8845-3D27-4418-9FB2-B5FB224B7D97}"/>
              </a:ext>
            </a:extLst>
          </p:cNvPr>
          <p:cNvSpPr/>
          <p:nvPr/>
        </p:nvSpPr>
        <p:spPr>
          <a:xfrm>
            <a:off x="3222595" y="3656304"/>
            <a:ext cx="3166644" cy="986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4" name="Rectangle: Rounded Corners 13">
            <a:extLst>
              <a:ext uri="{FF2B5EF4-FFF2-40B4-BE49-F238E27FC236}">
                <a16:creationId xmlns:a16="http://schemas.microsoft.com/office/drawing/2014/main" id="{12A75421-7AD0-4A7E-AB45-358F65B26A2C}"/>
              </a:ext>
            </a:extLst>
          </p:cNvPr>
          <p:cNvSpPr/>
          <p:nvPr/>
        </p:nvSpPr>
        <p:spPr>
          <a:xfrm>
            <a:off x="0" y="1328690"/>
            <a:ext cx="1349405" cy="12256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5" name="Rectangle: Rounded Corners 14">
            <a:extLst>
              <a:ext uri="{FF2B5EF4-FFF2-40B4-BE49-F238E27FC236}">
                <a16:creationId xmlns:a16="http://schemas.microsoft.com/office/drawing/2014/main" id="{1564A946-DE8A-4C43-AE4B-3E14356A70C6}"/>
              </a:ext>
            </a:extLst>
          </p:cNvPr>
          <p:cNvSpPr/>
          <p:nvPr/>
        </p:nvSpPr>
        <p:spPr>
          <a:xfrm>
            <a:off x="0" y="1180008"/>
            <a:ext cx="3298224" cy="7991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6" name="TextBox 15">
            <a:extLst>
              <a:ext uri="{FF2B5EF4-FFF2-40B4-BE49-F238E27FC236}">
                <a16:creationId xmlns:a16="http://schemas.microsoft.com/office/drawing/2014/main" id="{EF269AB9-F22A-4062-A329-A40FE2092B0B}"/>
              </a:ext>
            </a:extLst>
          </p:cNvPr>
          <p:cNvSpPr txBox="1"/>
          <p:nvPr/>
        </p:nvSpPr>
        <p:spPr>
          <a:xfrm>
            <a:off x="1278384" y="4440772"/>
            <a:ext cx="6735193" cy="286441"/>
          </a:xfrm>
          <a:prstGeom prst="rect">
            <a:avLst/>
          </a:prstGeom>
          <a:noFill/>
          <a:ln>
            <a:solidFill>
              <a:srgbClr val="FF0000"/>
            </a:solidFill>
          </a:ln>
        </p:spPr>
        <p:txBody>
          <a:bodyPr wrap="none" lIns="72000" tIns="72000" rIns="72000" bIns="72000" rtlCol="0">
            <a:noAutofit/>
          </a:bodyPr>
          <a:lstStyle/>
          <a:p>
            <a:pPr algn="l">
              <a:spcAft>
                <a:spcPts val="300"/>
              </a:spcAft>
              <a:buSzPct val="100000"/>
            </a:pPr>
            <a:r>
              <a:rPr lang="de-DE" sz="1100">
                <a:solidFill>
                  <a:schemeClr val="tx2"/>
                </a:solidFill>
                <a:highlight>
                  <a:srgbClr val="FFFF00"/>
                </a:highlight>
              </a:rPr>
              <a:t>NOTE</a:t>
            </a:r>
            <a:r>
              <a:rPr lang="de-DE" sz="1100">
                <a:solidFill>
                  <a:schemeClr val="tx2"/>
                </a:solidFill>
              </a:rPr>
              <a:t>: </a:t>
            </a:r>
            <a:r>
              <a:rPr lang="de-DE" sz="1100" err="1">
                <a:solidFill>
                  <a:schemeClr val="tx2"/>
                </a:solidFill>
              </a:rPr>
              <a:t>if</a:t>
            </a:r>
            <a:r>
              <a:rPr lang="de-DE" sz="1100">
                <a:solidFill>
                  <a:schemeClr val="tx2"/>
                </a:solidFill>
              </a:rPr>
              <a:t> </a:t>
            </a:r>
            <a:r>
              <a:rPr lang="de-DE" sz="1100" i="1">
                <a:solidFill>
                  <a:schemeClr val="tx2"/>
                </a:solidFill>
              </a:rPr>
              <a:t>/</a:t>
            </a:r>
            <a:r>
              <a:rPr lang="de-DE" sz="1100" i="1" err="1">
                <a:solidFill>
                  <a:schemeClr val="tx2"/>
                </a:solidFill>
              </a:rPr>
              <a:t>var</a:t>
            </a:r>
            <a:r>
              <a:rPr lang="de-DE" sz="1100" i="1">
                <a:solidFill>
                  <a:schemeClr val="tx2"/>
                </a:solidFill>
              </a:rPr>
              <a:t>/log/</a:t>
            </a:r>
            <a:r>
              <a:rPr lang="de-DE" sz="1100" i="1" err="1">
                <a:solidFill>
                  <a:schemeClr val="tx2"/>
                </a:solidFill>
              </a:rPr>
              <a:t>procdump.X.on_demand.xz</a:t>
            </a:r>
            <a:r>
              <a:rPr lang="de-DE" sz="1100" i="1">
                <a:solidFill>
                  <a:schemeClr val="tx2"/>
                </a:solidFill>
              </a:rPr>
              <a:t> </a:t>
            </a:r>
            <a:r>
              <a:rPr lang="de-DE" sz="1100" err="1">
                <a:solidFill>
                  <a:schemeClr val="tx2"/>
                </a:solidFill>
              </a:rPr>
              <a:t>doesn‘t</a:t>
            </a:r>
            <a:r>
              <a:rPr lang="de-DE" sz="1100">
                <a:solidFill>
                  <a:schemeClr val="tx2"/>
                </a:solidFill>
              </a:rPr>
              <a:t> </a:t>
            </a:r>
            <a:r>
              <a:rPr lang="de-DE" sz="1100" err="1">
                <a:solidFill>
                  <a:schemeClr val="tx2"/>
                </a:solidFill>
              </a:rPr>
              <a:t>contain</a:t>
            </a:r>
            <a:r>
              <a:rPr lang="de-DE" sz="1100">
                <a:solidFill>
                  <a:schemeClr val="tx2"/>
                </a:solidFill>
              </a:rPr>
              <a:t> </a:t>
            </a:r>
            <a:r>
              <a:rPr lang="de-DE" sz="1100" err="1">
                <a:solidFill>
                  <a:schemeClr val="tx2"/>
                </a:solidFill>
              </a:rPr>
              <a:t>meminfo</a:t>
            </a:r>
            <a:r>
              <a:rPr lang="de-DE" sz="1100">
                <a:solidFill>
                  <a:schemeClr val="tx2"/>
                </a:solidFill>
              </a:rPr>
              <a:t>, check for </a:t>
            </a:r>
            <a:r>
              <a:rPr lang="de-DE" sz="1100" err="1">
                <a:solidFill>
                  <a:schemeClr val="tx2"/>
                </a:solidFill>
              </a:rPr>
              <a:t>memory</a:t>
            </a:r>
            <a:r>
              <a:rPr lang="de-DE" sz="1100">
                <a:solidFill>
                  <a:schemeClr val="tx2"/>
                </a:solidFill>
              </a:rPr>
              <a:t> </a:t>
            </a:r>
            <a:r>
              <a:rPr lang="de-DE" sz="1100" err="1">
                <a:solidFill>
                  <a:schemeClr val="tx2"/>
                </a:solidFill>
              </a:rPr>
              <a:t>info</a:t>
            </a:r>
            <a:r>
              <a:rPr lang="de-DE" sz="1100">
                <a:solidFill>
                  <a:schemeClr val="tx2"/>
                </a:solidFill>
              </a:rPr>
              <a:t> in oom*.log </a:t>
            </a:r>
          </a:p>
        </p:txBody>
      </p:sp>
      <p:cxnSp>
        <p:nvCxnSpPr>
          <p:cNvPr id="20" name="Straight Arrow Connector 19">
            <a:extLst>
              <a:ext uri="{FF2B5EF4-FFF2-40B4-BE49-F238E27FC236}">
                <a16:creationId xmlns:a16="http://schemas.microsoft.com/office/drawing/2014/main" id="{CCB9CFD9-4835-4CA8-B9B9-6BFE6598B28B}"/>
              </a:ext>
            </a:extLst>
          </p:cNvPr>
          <p:cNvCxnSpPr/>
          <p:nvPr/>
        </p:nvCxnSpPr>
        <p:spPr>
          <a:xfrm>
            <a:off x="3113103" y="1259925"/>
            <a:ext cx="0" cy="3180847"/>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890914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Out </a:t>
            </a:r>
            <a:r>
              <a:rPr lang="de-DE" sz="1600" b="1" err="1"/>
              <a:t>of</a:t>
            </a:r>
            <a:r>
              <a:rPr lang="de-DE" sz="1600" b="1"/>
              <a:t> Memory – </a:t>
            </a:r>
            <a:r>
              <a:rPr lang="de-DE" sz="1600" b="1" err="1"/>
              <a:t>analyzing</a:t>
            </a:r>
            <a:r>
              <a:rPr lang="de-DE" sz="1600" b="1"/>
              <a:t> /</a:t>
            </a:r>
            <a:r>
              <a:rPr lang="de-DE" sz="1600" b="1" err="1"/>
              <a:t>proc</a:t>
            </a:r>
            <a:r>
              <a:rPr lang="de-DE" sz="1600" b="1"/>
              <a:t>/</a:t>
            </a:r>
            <a:r>
              <a:rPr lang="de-DE" sz="1600" b="1" err="1"/>
              <a:t>meminfo</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68174" y="870409"/>
            <a:ext cx="3088200" cy="3038726"/>
          </a:xfrm>
          <a:prstGeom prst="rect">
            <a:avLst/>
          </a:prstGeom>
          <a:noFill/>
        </p:spPr>
        <p:txBody>
          <a:bodyPr wrap="none" lIns="72000" tIns="72000" rIns="72000" bIns="72000" rtlCol="0">
            <a:noAutofit/>
          </a:bodyPr>
          <a:lstStyle/>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sp>
        <p:nvSpPr>
          <p:cNvPr id="8" name="TextBox 7">
            <a:extLst>
              <a:ext uri="{FF2B5EF4-FFF2-40B4-BE49-F238E27FC236}">
                <a16:creationId xmlns:a16="http://schemas.microsoft.com/office/drawing/2014/main" id="{12622ECB-0CF9-4D4C-B8A1-10E8FD8FA478}"/>
              </a:ext>
            </a:extLst>
          </p:cNvPr>
          <p:cNvSpPr txBox="1"/>
          <p:nvPr/>
        </p:nvSpPr>
        <p:spPr>
          <a:xfrm>
            <a:off x="341399" y="870409"/>
            <a:ext cx="5153879" cy="2473513"/>
          </a:xfrm>
          <a:prstGeom prst="rect">
            <a:avLst/>
          </a:prstGeom>
          <a:noFill/>
        </p:spPr>
        <p:txBody>
          <a:bodyPr wrap="none" lIns="72000" tIns="72000" rIns="72000" bIns="72000" rtlCol="0">
            <a:noAutofit/>
          </a:bodyPr>
          <a:lstStyle/>
          <a:p>
            <a:pPr algn="l">
              <a:spcAft>
                <a:spcPts val="300"/>
              </a:spcAft>
              <a:buSzPct val="100000"/>
            </a:pPr>
            <a:r>
              <a:rPr lang="de-DE" sz="900" err="1">
                <a:solidFill>
                  <a:schemeClr val="tx2"/>
                </a:solidFill>
              </a:rPr>
              <a:t>To</a:t>
            </a:r>
            <a:r>
              <a:rPr lang="de-DE" sz="900">
                <a:solidFill>
                  <a:schemeClr val="tx2"/>
                </a:solidFill>
              </a:rPr>
              <a:t> </a:t>
            </a:r>
            <a:r>
              <a:rPr lang="de-DE" sz="900" err="1">
                <a:solidFill>
                  <a:schemeClr val="tx2"/>
                </a:solidFill>
              </a:rPr>
              <a:t>understand</a:t>
            </a:r>
            <a:r>
              <a:rPr lang="de-DE" sz="900">
                <a:solidFill>
                  <a:schemeClr val="tx2"/>
                </a:solidFill>
              </a:rPr>
              <a:t> </a:t>
            </a:r>
            <a:r>
              <a:rPr lang="de-DE" sz="900" err="1">
                <a:solidFill>
                  <a:schemeClr val="tx2"/>
                </a:solidFill>
              </a:rPr>
              <a:t>what</a:t>
            </a:r>
            <a:r>
              <a:rPr lang="de-DE" sz="900">
                <a:solidFill>
                  <a:schemeClr val="tx2"/>
                </a:solidFill>
              </a:rPr>
              <a:t> </a:t>
            </a:r>
            <a:r>
              <a:rPr lang="de-DE" sz="900" err="1">
                <a:solidFill>
                  <a:schemeClr val="tx2"/>
                </a:solidFill>
              </a:rPr>
              <a:t>could</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the</a:t>
            </a:r>
            <a:r>
              <a:rPr lang="de-DE" sz="900">
                <a:solidFill>
                  <a:schemeClr val="tx2"/>
                </a:solidFill>
              </a:rPr>
              <a:t> </a:t>
            </a:r>
            <a:r>
              <a:rPr lang="de-DE" sz="900" err="1">
                <a:solidFill>
                  <a:schemeClr val="tx2"/>
                </a:solidFill>
              </a:rPr>
              <a:t>root</a:t>
            </a:r>
            <a:r>
              <a:rPr lang="de-DE" sz="900">
                <a:solidFill>
                  <a:schemeClr val="tx2"/>
                </a:solidFill>
              </a:rPr>
              <a:t> </a:t>
            </a:r>
            <a:r>
              <a:rPr lang="de-DE" sz="900" err="1">
                <a:solidFill>
                  <a:schemeClr val="tx2"/>
                </a:solidFill>
              </a:rPr>
              <a:t>cause</a:t>
            </a:r>
            <a:r>
              <a:rPr lang="de-DE" sz="900">
                <a:solidFill>
                  <a:schemeClr val="tx2"/>
                </a:solidFill>
              </a:rPr>
              <a:t> </a:t>
            </a:r>
            <a:r>
              <a:rPr lang="de-DE" sz="900" err="1">
                <a:solidFill>
                  <a:schemeClr val="tx2"/>
                </a:solidFill>
              </a:rPr>
              <a:t>of</a:t>
            </a:r>
            <a:r>
              <a:rPr lang="de-DE" sz="900">
                <a:solidFill>
                  <a:schemeClr val="tx2"/>
                </a:solidFill>
              </a:rPr>
              <a:t> an OOM </a:t>
            </a:r>
            <a:r>
              <a:rPr lang="de-DE" sz="900" err="1">
                <a:solidFill>
                  <a:schemeClr val="tx2"/>
                </a:solidFill>
              </a:rPr>
              <a:t>situation</a:t>
            </a:r>
            <a:r>
              <a:rPr lang="de-DE" sz="900">
                <a:solidFill>
                  <a:schemeClr val="tx2"/>
                </a:solidFill>
              </a:rPr>
              <a:t>, /</a:t>
            </a:r>
            <a:r>
              <a:rPr lang="de-DE" sz="900" err="1">
                <a:solidFill>
                  <a:schemeClr val="tx2"/>
                </a:solidFill>
              </a:rPr>
              <a:t>proc</a:t>
            </a:r>
            <a:r>
              <a:rPr lang="de-DE" sz="900">
                <a:solidFill>
                  <a:schemeClr val="tx2"/>
                </a:solidFill>
              </a:rPr>
              <a:t>/</a:t>
            </a:r>
            <a:r>
              <a:rPr lang="de-DE" sz="900" err="1">
                <a:solidFill>
                  <a:schemeClr val="tx2"/>
                </a:solidFill>
              </a:rPr>
              <a:t>meminfo</a:t>
            </a:r>
            <a:r>
              <a:rPr lang="de-DE" sz="900">
                <a:solidFill>
                  <a:schemeClr val="tx2"/>
                </a:solidFill>
              </a:rPr>
              <a:t> </a:t>
            </a:r>
            <a:r>
              <a:rPr lang="de-DE" sz="900" err="1">
                <a:solidFill>
                  <a:schemeClr val="tx2"/>
                </a:solidFill>
              </a:rPr>
              <a:t>should</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analyzed</a:t>
            </a:r>
            <a:r>
              <a:rPr lang="de-DE" sz="900">
                <a:solidFill>
                  <a:schemeClr val="tx2"/>
                </a:solidFill>
              </a:rPr>
              <a:t>.</a:t>
            </a:r>
            <a:br>
              <a:rPr lang="de-DE" sz="900">
                <a:solidFill>
                  <a:schemeClr val="tx2"/>
                </a:solidFill>
              </a:rPr>
            </a:br>
            <a:r>
              <a:rPr lang="de-DE" sz="900">
                <a:solidFill>
                  <a:schemeClr val="tx2"/>
                </a:solidFill>
              </a:rPr>
              <a:t>                                                        </a:t>
            </a:r>
            <a:r>
              <a:rPr lang="de-DE" sz="800">
                <a:solidFill>
                  <a:schemeClr val="tx2"/>
                </a:solidFill>
              </a:rPr>
              <a:t>- </a:t>
            </a:r>
            <a:r>
              <a:rPr lang="de-DE" sz="800" err="1">
                <a:solidFill>
                  <a:schemeClr val="tx2"/>
                </a:solidFill>
              </a:rPr>
              <a:t>Important</a:t>
            </a:r>
            <a:r>
              <a:rPr lang="de-DE" sz="800">
                <a:solidFill>
                  <a:schemeClr val="tx2"/>
                </a:solidFill>
              </a:rPr>
              <a:t> </a:t>
            </a:r>
            <a:r>
              <a:rPr lang="de-DE" sz="800" err="1">
                <a:solidFill>
                  <a:schemeClr val="tx2"/>
                </a:solidFill>
              </a:rPr>
              <a:t>sections</a:t>
            </a:r>
            <a:r>
              <a:rPr lang="de-DE" sz="800">
                <a:solidFill>
                  <a:schemeClr val="tx2"/>
                </a:solidFill>
              </a:rPr>
              <a:t> </a:t>
            </a:r>
            <a:r>
              <a:rPr lang="de-DE" sz="800" err="1">
                <a:solidFill>
                  <a:schemeClr val="tx2"/>
                </a:solidFill>
              </a:rPr>
              <a:t>highlighted</a:t>
            </a:r>
            <a:r>
              <a:rPr lang="de-DE" sz="800">
                <a:solidFill>
                  <a:schemeClr val="tx2"/>
                </a:solidFill>
              </a:rPr>
              <a:t> -</a:t>
            </a:r>
          </a:p>
          <a:p>
            <a:pPr algn="l">
              <a:spcAft>
                <a:spcPts val="300"/>
              </a:spcAft>
              <a:buSzPct val="100000"/>
            </a:pPr>
            <a:r>
              <a:rPr lang="de-DE" sz="900">
                <a:solidFill>
                  <a:schemeClr val="tx2"/>
                </a:solidFill>
                <a:hlinkClick r:id="rId2"/>
              </a:rPr>
              <a:t>@Decoding Details</a:t>
            </a:r>
            <a:endParaRPr lang="de-DE" sz="900">
              <a:solidFill>
                <a:schemeClr val="tx2"/>
              </a:solidFill>
            </a:endParaRPr>
          </a:p>
          <a:p>
            <a:pPr algn="l">
              <a:spcAft>
                <a:spcPts val="300"/>
              </a:spcAft>
              <a:buSzPct val="100000"/>
            </a:pPr>
            <a:endParaRPr lang="de-DE" sz="900">
              <a:solidFill>
                <a:schemeClr val="tx2"/>
              </a:solidFill>
            </a:endParaRPr>
          </a:p>
          <a:p>
            <a:pPr algn="l">
              <a:spcAft>
                <a:spcPts val="300"/>
              </a:spcAft>
              <a:buSzPct val="100000"/>
            </a:pPr>
            <a:r>
              <a:rPr lang="en-US" sz="800">
                <a:solidFill>
                  <a:schemeClr val="tx2"/>
                </a:solidFill>
              </a:rPr>
              <a:t>      </a:t>
            </a:r>
            <a:r>
              <a:rPr lang="en-US" sz="800" b="1" err="1">
                <a:solidFill>
                  <a:schemeClr val="tx2"/>
                </a:solidFill>
              </a:rPr>
              <a:t>MemTotal</a:t>
            </a:r>
            <a:r>
              <a:rPr lang="en-US" sz="800">
                <a:solidFill>
                  <a:schemeClr val="tx2"/>
                </a:solidFill>
              </a:rPr>
              <a:t>:   Total usable ram (i.e. physical ram minus a few reserved bits and the kernel binary code)</a:t>
            </a:r>
          </a:p>
          <a:p>
            <a:pPr algn="l">
              <a:spcAft>
                <a:spcPts val="300"/>
              </a:spcAft>
              <a:buSzPct val="100000"/>
            </a:pPr>
            <a:r>
              <a:rPr lang="en-US" sz="800">
                <a:solidFill>
                  <a:schemeClr val="tx2"/>
                </a:solidFill>
              </a:rPr>
              <a:t>       </a:t>
            </a:r>
            <a:r>
              <a:rPr lang="en-US" sz="800" b="1" err="1">
                <a:solidFill>
                  <a:schemeClr val="tx2"/>
                </a:solidFill>
              </a:rPr>
              <a:t>MemFree</a:t>
            </a:r>
            <a:r>
              <a:rPr lang="en-US" sz="800">
                <a:solidFill>
                  <a:schemeClr val="tx2"/>
                </a:solidFill>
              </a:rPr>
              <a:t>:    Amount of physical RAM left unused by the system</a:t>
            </a:r>
          </a:p>
          <a:p>
            <a:pPr algn="l">
              <a:spcAft>
                <a:spcPts val="300"/>
              </a:spcAft>
              <a:buSzPct val="100000"/>
            </a:pPr>
            <a:r>
              <a:rPr lang="en-US" sz="800" b="1" err="1">
                <a:solidFill>
                  <a:schemeClr val="tx2"/>
                </a:solidFill>
              </a:rPr>
              <a:t>MemAvailable</a:t>
            </a:r>
            <a:r>
              <a:rPr lang="en-US" sz="800">
                <a:solidFill>
                  <a:schemeClr val="tx2"/>
                </a:solidFill>
              </a:rPr>
              <a:t>:  An estimate of how much memory is available for starting new applications</a:t>
            </a:r>
          </a:p>
          <a:p>
            <a:pPr algn="l">
              <a:spcAft>
                <a:spcPts val="300"/>
              </a:spcAft>
              <a:buSzPct val="100000"/>
            </a:pPr>
            <a:r>
              <a:rPr lang="en-US" sz="800">
                <a:solidFill>
                  <a:schemeClr val="tx2"/>
                </a:solidFill>
              </a:rPr>
              <a:t>          </a:t>
            </a:r>
            <a:r>
              <a:rPr lang="en-US" sz="800" b="1" err="1">
                <a:solidFill>
                  <a:schemeClr val="tx2"/>
                </a:solidFill>
              </a:rPr>
              <a:t>Mlocked</a:t>
            </a:r>
            <a:r>
              <a:rPr lang="en-US" sz="800">
                <a:solidFill>
                  <a:schemeClr val="tx2"/>
                </a:solidFill>
              </a:rPr>
              <a:t>:  locks process's virtual address space into RAM, preventing that memory from being paged </a:t>
            </a:r>
            <a:br>
              <a:rPr lang="en-US" sz="800">
                <a:solidFill>
                  <a:schemeClr val="tx2"/>
                </a:solidFill>
              </a:rPr>
            </a:br>
            <a:r>
              <a:rPr lang="en-US" sz="800">
                <a:solidFill>
                  <a:schemeClr val="tx2"/>
                </a:solidFill>
              </a:rPr>
              <a:t>                            to the swap area. Often used by Real-Time applications.</a:t>
            </a:r>
          </a:p>
          <a:p>
            <a:pPr algn="l">
              <a:spcAft>
                <a:spcPts val="300"/>
              </a:spcAft>
              <a:buSzPct val="100000"/>
            </a:pPr>
            <a:r>
              <a:rPr lang="en-US" sz="800">
                <a:solidFill>
                  <a:schemeClr val="tx2"/>
                </a:solidFill>
              </a:rPr>
              <a:t>          </a:t>
            </a:r>
            <a:r>
              <a:rPr lang="en-US" sz="800" b="1" err="1">
                <a:solidFill>
                  <a:schemeClr val="tx2"/>
                </a:solidFill>
              </a:rPr>
              <a:t>Shmem</a:t>
            </a:r>
            <a:r>
              <a:rPr lang="en-US" sz="800">
                <a:solidFill>
                  <a:schemeClr val="tx2"/>
                </a:solidFill>
              </a:rPr>
              <a:t>:   Total memory used by shared memory (</a:t>
            </a:r>
            <a:r>
              <a:rPr lang="en-US" sz="800" err="1">
                <a:solidFill>
                  <a:schemeClr val="tx2"/>
                </a:solidFill>
              </a:rPr>
              <a:t>shmem</a:t>
            </a:r>
            <a:r>
              <a:rPr lang="en-US" sz="800">
                <a:solidFill>
                  <a:schemeClr val="tx2"/>
                </a:solidFill>
              </a:rPr>
              <a:t>) and </a:t>
            </a:r>
            <a:r>
              <a:rPr lang="en-US" sz="800" err="1">
                <a:solidFill>
                  <a:schemeClr val="tx2"/>
                </a:solidFill>
              </a:rPr>
              <a:t>tmpfs</a:t>
            </a:r>
            <a:endParaRPr lang="en-US" sz="800">
              <a:solidFill>
                <a:schemeClr val="tx2"/>
              </a:solidFill>
            </a:endParaRPr>
          </a:p>
          <a:p>
            <a:pPr algn="l">
              <a:spcAft>
                <a:spcPts val="300"/>
              </a:spcAft>
              <a:buSzPct val="100000"/>
            </a:pPr>
            <a:r>
              <a:rPr lang="en-US" sz="800">
                <a:solidFill>
                  <a:schemeClr val="tx2"/>
                </a:solidFill>
              </a:rPr>
              <a:t>                </a:t>
            </a:r>
            <a:r>
              <a:rPr lang="en-US" sz="800" b="1">
                <a:solidFill>
                  <a:schemeClr val="tx2"/>
                </a:solidFill>
              </a:rPr>
              <a:t>Slab</a:t>
            </a:r>
            <a:r>
              <a:rPr lang="en-US" sz="800">
                <a:solidFill>
                  <a:schemeClr val="tx2"/>
                </a:solidFill>
              </a:rPr>
              <a:t>:   in-kernel data structures cache (buffer heads, </a:t>
            </a:r>
            <a:r>
              <a:rPr lang="en-US" sz="800" err="1">
                <a:solidFill>
                  <a:schemeClr val="tx2"/>
                </a:solidFill>
              </a:rPr>
              <a:t>inodes</a:t>
            </a:r>
            <a:r>
              <a:rPr lang="en-US" sz="800">
                <a:solidFill>
                  <a:schemeClr val="tx2"/>
                </a:solidFill>
              </a:rPr>
              <a:t>, </a:t>
            </a:r>
            <a:r>
              <a:rPr lang="en-US" sz="800" err="1">
                <a:solidFill>
                  <a:schemeClr val="tx2"/>
                </a:solidFill>
              </a:rPr>
              <a:t>dentries</a:t>
            </a:r>
            <a:r>
              <a:rPr lang="en-US" sz="800">
                <a:solidFill>
                  <a:schemeClr val="tx2"/>
                </a:solidFill>
              </a:rPr>
              <a:t>, etc.) mainly allocated by</a:t>
            </a:r>
            <a:br>
              <a:rPr lang="en-US" sz="800">
                <a:solidFill>
                  <a:schemeClr val="tx2"/>
                </a:solidFill>
              </a:rPr>
            </a:br>
            <a:r>
              <a:rPr lang="en-US" sz="800">
                <a:solidFill>
                  <a:schemeClr val="tx2"/>
                </a:solidFill>
              </a:rPr>
              <a:t>                            </a:t>
            </a:r>
            <a:r>
              <a:rPr lang="en-US" sz="800" i="1" err="1">
                <a:solidFill>
                  <a:schemeClr val="tx2"/>
                </a:solidFill>
              </a:rPr>
              <a:t>kmalloc</a:t>
            </a:r>
            <a:r>
              <a:rPr lang="en-US" sz="800" i="1">
                <a:solidFill>
                  <a:schemeClr val="tx2"/>
                </a:solidFill>
              </a:rPr>
              <a:t>()</a:t>
            </a:r>
            <a:r>
              <a:rPr lang="en-US" sz="800">
                <a:solidFill>
                  <a:schemeClr val="tx2"/>
                </a:solidFill>
              </a:rPr>
              <a:t>, </a:t>
            </a:r>
            <a:r>
              <a:rPr lang="en-US" sz="800" i="1" err="1">
                <a:solidFill>
                  <a:schemeClr val="tx2"/>
                </a:solidFill>
              </a:rPr>
              <a:t>kmem_cache_alloc</a:t>
            </a:r>
            <a:r>
              <a:rPr lang="en-US" sz="800" i="1">
                <a:solidFill>
                  <a:schemeClr val="tx2"/>
                </a:solidFill>
              </a:rPr>
              <a:t>()</a:t>
            </a:r>
            <a:endParaRPr lang="en-US" sz="800">
              <a:solidFill>
                <a:schemeClr val="tx2"/>
              </a:solidFill>
            </a:endParaRPr>
          </a:p>
          <a:p>
            <a:pPr algn="l">
              <a:spcAft>
                <a:spcPts val="300"/>
              </a:spcAft>
              <a:buSzPct val="100000"/>
            </a:pPr>
            <a:r>
              <a:rPr lang="en-US" sz="800">
                <a:solidFill>
                  <a:schemeClr val="tx2"/>
                </a:solidFill>
              </a:rPr>
              <a:t> </a:t>
            </a:r>
            <a:r>
              <a:rPr lang="en-US" sz="800" b="1" err="1">
                <a:solidFill>
                  <a:schemeClr val="tx2"/>
                </a:solidFill>
              </a:rPr>
              <a:t>VmallocUsed</a:t>
            </a:r>
            <a:r>
              <a:rPr lang="en-US" sz="800">
                <a:solidFill>
                  <a:schemeClr val="tx2"/>
                </a:solidFill>
              </a:rPr>
              <a:t>:  amount of </a:t>
            </a:r>
            <a:r>
              <a:rPr lang="en-US" sz="800" err="1">
                <a:solidFill>
                  <a:schemeClr val="tx2"/>
                </a:solidFill>
              </a:rPr>
              <a:t>vmalloc</a:t>
            </a:r>
            <a:r>
              <a:rPr lang="en-US" sz="800">
                <a:solidFill>
                  <a:schemeClr val="tx2"/>
                </a:solidFill>
              </a:rPr>
              <a:t> area which is used</a:t>
            </a:r>
            <a:br>
              <a:rPr lang="en-US" sz="800">
                <a:solidFill>
                  <a:schemeClr val="tx2"/>
                </a:solidFill>
              </a:rPr>
            </a:br>
            <a:r>
              <a:rPr lang="en-US" sz="800">
                <a:solidFill>
                  <a:schemeClr val="tx2"/>
                </a:solidFill>
              </a:rPr>
              <a:t>                           (</a:t>
            </a:r>
            <a:r>
              <a:rPr lang="en-US" sz="800" i="1" err="1">
                <a:solidFill>
                  <a:schemeClr val="tx2"/>
                </a:solidFill>
              </a:rPr>
              <a:t>vmalloc</a:t>
            </a:r>
            <a:r>
              <a:rPr lang="en-US" sz="800" i="1">
                <a:solidFill>
                  <a:schemeClr val="tx2"/>
                </a:solidFill>
              </a:rPr>
              <a:t>() </a:t>
            </a:r>
            <a:r>
              <a:rPr lang="en-US" sz="800" err="1">
                <a:solidFill>
                  <a:schemeClr val="tx2"/>
                </a:solidFill>
              </a:rPr>
              <a:t>memroy</a:t>
            </a:r>
            <a:r>
              <a:rPr lang="en-US" sz="800">
                <a:solidFill>
                  <a:schemeClr val="tx2"/>
                </a:solidFill>
              </a:rPr>
              <a:t> is an explicit memory allocator for the kernel/drivers)</a:t>
            </a:r>
          </a:p>
          <a:p>
            <a:pPr algn="l">
              <a:spcAft>
                <a:spcPts val="300"/>
              </a:spcAft>
              <a:buSzPct val="100000"/>
            </a:pPr>
            <a:r>
              <a:rPr lang="en-US" sz="800">
                <a:solidFill>
                  <a:schemeClr val="tx2"/>
                </a:solidFill>
              </a:rPr>
              <a:t>          </a:t>
            </a:r>
            <a:r>
              <a:rPr lang="en-US" sz="800" b="1" err="1">
                <a:solidFill>
                  <a:schemeClr val="tx2"/>
                </a:solidFill>
              </a:rPr>
              <a:t>Hugetlb</a:t>
            </a:r>
            <a:r>
              <a:rPr lang="en-US" sz="800">
                <a:solidFill>
                  <a:schemeClr val="tx2"/>
                </a:solidFill>
              </a:rPr>
              <a:t>:  is the total amount of memory (in kB), consumed by huge pages of all sizes</a:t>
            </a:r>
            <a:endParaRPr lang="de-DE" sz="800">
              <a:solidFill>
                <a:schemeClr val="tx2"/>
              </a:solidFill>
            </a:endParaRPr>
          </a:p>
          <a:p>
            <a:pPr algn="l">
              <a:spcAft>
                <a:spcPts val="300"/>
              </a:spcAft>
              <a:buSzPct val="100000"/>
            </a:pPr>
            <a:endParaRPr lang="de-DE" sz="900">
              <a:solidFill>
                <a:schemeClr val="tx2"/>
              </a:solidFill>
            </a:endParaRPr>
          </a:p>
          <a:p>
            <a:pPr algn="l">
              <a:spcAft>
                <a:spcPts val="300"/>
              </a:spcAft>
              <a:buSzPct val="100000"/>
            </a:pPr>
            <a:br>
              <a:rPr lang="de-DE" sz="900">
                <a:solidFill>
                  <a:schemeClr val="tx2"/>
                </a:solidFill>
              </a:rPr>
            </a:br>
            <a:br>
              <a:rPr lang="de-DE" sz="800">
                <a:solidFill>
                  <a:schemeClr val="tx2"/>
                </a:solidFill>
              </a:rPr>
            </a:br>
            <a:br>
              <a:rPr lang="de-DE" sz="800">
                <a:solidFill>
                  <a:schemeClr val="tx2"/>
                </a:solidFill>
              </a:rPr>
            </a:br>
            <a:endParaRPr lang="de-DE" sz="800">
              <a:solidFill>
                <a:schemeClr val="tx2"/>
              </a:solidFill>
            </a:endParaRPr>
          </a:p>
        </p:txBody>
      </p:sp>
      <p:pic>
        <p:nvPicPr>
          <p:cNvPr id="7" name="Picture 6">
            <a:extLst>
              <a:ext uri="{FF2B5EF4-FFF2-40B4-BE49-F238E27FC236}">
                <a16:creationId xmlns:a16="http://schemas.microsoft.com/office/drawing/2014/main" id="{86BE95A3-7DA2-436E-9455-A25745AE7310}"/>
              </a:ext>
            </a:extLst>
          </p:cNvPr>
          <p:cNvPicPr>
            <a:picLocks noChangeAspect="1"/>
          </p:cNvPicPr>
          <p:nvPr/>
        </p:nvPicPr>
        <p:blipFill>
          <a:blip r:embed="rId3"/>
          <a:stretch>
            <a:fillRect/>
          </a:stretch>
        </p:blipFill>
        <p:spPr>
          <a:xfrm>
            <a:off x="5848856" y="0"/>
            <a:ext cx="1408220" cy="5143500"/>
          </a:xfrm>
          <a:prstGeom prst="rect">
            <a:avLst/>
          </a:prstGeom>
        </p:spPr>
      </p:pic>
      <p:sp>
        <p:nvSpPr>
          <p:cNvPr id="9" name="Rectangle: Rounded Corners 8">
            <a:extLst>
              <a:ext uri="{FF2B5EF4-FFF2-40B4-BE49-F238E27FC236}">
                <a16:creationId xmlns:a16="http://schemas.microsoft.com/office/drawing/2014/main" id="{36A92DBB-3B62-4CAA-A7F1-8398153589C6}"/>
              </a:ext>
            </a:extLst>
          </p:cNvPr>
          <p:cNvSpPr/>
          <p:nvPr/>
        </p:nvSpPr>
        <p:spPr>
          <a:xfrm>
            <a:off x="5848856" y="183472"/>
            <a:ext cx="1208892" cy="3096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0" name="Rectangle: Rounded Corners 9">
            <a:extLst>
              <a:ext uri="{FF2B5EF4-FFF2-40B4-BE49-F238E27FC236}">
                <a16:creationId xmlns:a16="http://schemas.microsoft.com/office/drawing/2014/main" id="{9B005081-40C6-4FF8-8FC4-24AB2DE77533}"/>
              </a:ext>
            </a:extLst>
          </p:cNvPr>
          <p:cNvSpPr/>
          <p:nvPr/>
        </p:nvSpPr>
        <p:spPr>
          <a:xfrm>
            <a:off x="5848856" y="2151422"/>
            <a:ext cx="1228401" cy="122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1" name="Rectangle: Rounded Corners 10">
            <a:extLst>
              <a:ext uri="{FF2B5EF4-FFF2-40B4-BE49-F238E27FC236}">
                <a16:creationId xmlns:a16="http://schemas.microsoft.com/office/drawing/2014/main" id="{70B1FCEB-18F2-4771-B9B0-BB4FAF9C8E38}"/>
              </a:ext>
            </a:extLst>
          </p:cNvPr>
          <p:cNvSpPr/>
          <p:nvPr/>
        </p:nvSpPr>
        <p:spPr>
          <a:xfrm>
            <a:off x="5848856" y="5042517"/>
            <a:ext cx="1208892" cy="10098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3" name="Rectangle: Rounded Corners 12">
            <a:extLst>
              <a:ext uri="{FF2B5EF4-FFF2-40B4-BE49-F238E27FC236}">
                <a16:creationId xmlns:a16="http://schemas.microsoft.com/office/drawing/2014/main" id="{F404B5E9-FCCC-4A4B-97B0-45AE8E10DA71}"/>
              </a:ext>
            </a:extLst>
          </p:cNvPr>
          <p:cNvSpPr/>
          <p:nvPr/>
        </p:nvSpPr>
        <p:spPr>
          <a:xfrm>
            <a:off x="5848856" y="2358182"/>
            <a:ext cx="1228401" cy="122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5" name="Rectangle: Rounded Corners 14">
            <a:extLst>
              <a:ext uri="{FF2B5EF4-FFF2-40B4-BE49-F238E27FC236}">
                <a16:creationId xmlns:a16="http://schemas.microsoft.com/office/drawing/2014/main" id="{DEA5D0FC-62A5-42B7-A273-8620EDB87A5A}"/>
              </a:ext>
            </a:extLst>
          </p:cNvPr>
          <p:cNvSpPr/>
          <p:nvPr/>
        </p:nvSpPr>
        <p:spPr>
          <a:xfrm>
            <a:off x="5839101" y="3442978"/>
            <a:ext cx="1228401" cy="122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
        <p:nvSpPr>
          <p:cNvPr id="16" name="TextBox 15">
            <a:extLst>
              <a:ext uri="{FF2B5EF4-FFF2-40B4-BE49-F238E27FC236}">
                <a16:creationId xmlns:a16="http://schemas.microsoft.com/office/drawing/2014/main" id="{83377199-E71F-4AC8-94F1-C840B2ECABAD}"/>
              </a:ext>
            </a:extLst>
          </p:cNvPr>
          <p:cNvSpPr txBox="1"/>
          <p:nvPr/>
        </p:nvSpPr>
        <p:spPr>
          <a:xfrm>
            <a:off x="526742" y="3479972"/>
            <a:ext cx="4731798" cy="1007258"/>
          </a:xfrm>
          <a:prstGeom prst="rect">
            <a:avLst/>
          </a:prstGeom>
          <a:solidFill>
            <a:schemeClr val="bg1"/>
          </a:solidFill>
          <a:ln>
            <a:solidFill>
              <a:schemeClr val="accent4"/>
            </a:solidFill>
          </a:ln>
        </p:spPr>
        <p:txBody>
          <a:bodyPr wrap="none" lIns="72000" tIns="72000" rIns="72000" bIns="72000" rtlCol="0">
            <a:noAutofit/>
          </a:bodyPr>
          <a:lstStyle/>
          <a:p>
            <a:pPr algn="l">
              <a:spcAft>
                <a:spcPts val="300"/>
              </a:spcAft>
              <a:buSzPct val="100000"/>
            </a:pPr>
            <a:r>
              <a:rPr lang="de-DE" sz="800">
                <a:solidFill>
                  <a:schemeClr val="tx2"/>
                </a:solidFill>
                <a:highlight>
                  <a:srgbClr val="FFFF00"/>
                </a:highlight>
              </a:rPr>
              <a:t>NOTE:</a:t>
            </a:r>
          </a:p>
          <a:p>
            <a:pPr marL="171450" indent="-171450" algn="l">
              <a:spcAft>
                <a:spcPts val="300"/>
              </a:spcAft>
              <a:buSzPct val="100000"/>
              <a:buFont typeface="Arial" panose="020B0604020202020204" pitchFamily="34" charset="0"/>
              <a:buChar char="•"/>
            </a:pPr>
            <a:r>
              <a:rPr lang="de-DE" sz="800" err="1">
                <a:solidFill>
                  <a:schemeClr val="tx2"/>
                </a:solidFill>
              </a:rPr>
              <a:t>Meminfo</a:t>
            </a:r>
            <a:r>
              <a:rPr lang="de-DE" sz="800">
                <a:solidFill>
                  <a:schemeClr val="tx2"/>
                </a:solidFill>
              </a:rPr>
              <a:t> </a:t>
            </a:r>
            <a:r>
              <a:rPr lang="de-DE" sz="800" err="1">
                <a:solidFill>
                  <a:schemeClr val="tx2"/>
                </a:solidFill>
              </a:rPr>
              <a:t>output</a:t>
            </a:r>
            <a:r>
              <a:rPr lang="de-DE" sz="800">
                <a:solidFill>
                  <a:schemeClr val="tx2"/>
                </a:solidFill>
              </a:rPr>
              <a:t> </a:t>
            </a:r>
            <a:r>
              <a:rPr lang="de-DE" sz="800" err="1">
                <a:solidFill>
                  <a:schemeClr val="tx2"/>
                </a:solidFill>
              </a:rPr>
              <a:t>is</a:t>
            </a:r>
            <a:r>
              <a:rPr lang="de-DE" sz="800">
                <a:solidFill>
                  <a:schemeClr val="tx2"/>
                </a:solidFill>
              </a:rPr>
              <a:t> </a:t>
            </a:r>
            <a:r>
              <a:rPr lang="de-DE" sz="800" err="1">
                <a:solidFill>
                  <a:schemeClr val="tx2"/>
                </a:solidFill>
              </a:rPr>
              <a:t>available</a:t>
            </a:r>
            <a:r>
              <a:rPr lang="de-DE" sz="800">
                <a:solidFill>
                  <a:schemeClr val="tx2"/>
                </a:solidFill>
              </a:rPr>
              <a:t> in </a:t>
            </a:r>
            <a:r>
              <a:rPr lang="de-DE" sz="800" err="1">
                <a:solidFill>
                  <a:schemeClr val="tx2"/>
                </a:solidFill>
              </a:rPr>
              <a:t>the</a:t>
            </a:r>
            <a:r>
              <a:rPr lang="de-DE" sz="800">
                <a:solidFill>
                  <a:schemeClr val="tx2"/>
                </a:solidFill>
              </a:rPr>
              <a:t> </a:t>
            </a:r>
            <a:r>
              <a:rPr lang="de-DE" sz="800" err="1">
                <a:solidFill>
                  <a:schemeClr val="tx2"/>
                </a:solidFill>
              </a:rPr>
              <a:t>snapshot</a:t>
            </a:r>
            <a:r>
              <a:rPr lang="de-DE" sz="800">
                <a:solidFill>
                  <a:schemeClr val="tx2"/>
                </a:solidFill>
              </a:rPr>
              <a:t> /</a:t>
            </a:r>
            <a:r>
              <a:rPr lang="de-DE" sz="800" err="1">
                <a:solidFill>
                  <a:schemeClr val="tx2"/>
                </a:solidFill>
              </a:rPr>
              <a:t>var</a:t>
            </a:r>
            <a:r>
              <a:rPr lang="de-DE" sz="800">
                <a:solidFill>
                  <a:schemeClr val="tx2"/>
                </a:solidFill>
              </a:rPr>
              <a:t>/log/</a:t>
            </a:r>
            <a:r>
              <a:rPr lang="de-DE" sz="800" err="1">
                <a:solidFill>
                  <a:schemeClr val="tx2"/>
                </a:solidFill>
              </a:rPr>
              <a:t>procdump.XXX</a:t>
            </a:r>
            <a:r>
              <a:rPr lang="de-DE" sz="800">
                <a:solidFill>
                  <a:schemeClr val="tx2"/>
                </a:solidFill>
              </a:rPr>
              <a:t> </a:t>
            </a:r>
          </a:p>
          <a:p>
            <a:pPr marL="171450" indent="-171450" algn="l">
              <a:spcAft>
                <a:spcPts val="300"/>
              </a:spcAft>
              <a:buSzPct val="100000"/>
              <a:buFont typeface="Arial" panose="020B0604020202020204" pitchFamily="34" charset="0"/>
              <a:buChar char="•"/>
            </a:pPr>
            <a:r>
              <a:rPr lang="de-DE" sz="800">
                <a:solidFill>
                  <a:schemeClr val="tx2"/>
                </a:solidFill>
              </a:rPr>
              <a:t>In </a:t>
            </a:r>
            <a:r>
              <a:rPr lang="de-DE" sz="800" err="1">
                <a:solidFill>
                  <a:schemeClr val="tx2"/>
                </a:solidFill>
              </a:rPr>
              <a:t>case</a:t>
            </a:r>
            <a:r>
              <a:rPr lang="de-DE" sz="800">
                <a:solidFill>
                  <a:schemeClr val="tx2"/>
                </a:solidFill>
              </a:rPr>
              <a:t> </a:t>
            </a:r>
            <a:r>
              <a:rPr lang="de-DE" sz="800" err="1">
                <a:solidFill>
                  <a:schemeClr val="tx2"/>
                </a:solidFill>
              </a:rPr>
              <a:t>of</a:t>
            </a:r>
            <a:r>
              <a:rPr lang="de-DE" sz="800">
                <a:solidFill>
                  <a:schemeClr val="tx2"/>
                </a:solidFill>
              </a:rPr>
              <a:t> OOM </a:t>
            </a:r>
            <a:r>
              <a:rPr lang="de-DE" sz="800" err="1">
                <a:solidFill>
                  <a:schemeClr val="tx2"/>
                </a:solidFill>
              </a:rPr>
              <a:t>it</a:t>
            </a:r>
            <a:r>
              <a:rPr lang="de-DE" sz="800">
                <a:solidFill>
                  <a:schemeClr val="tx2"/>
                </a:solidFill>
              </a:rPr>
              <a:t> </a:t>
            </a:r>
            <a:r>
              <a:rPr lang="de-DE" sz="800" err="1">
                <a:solidFill>
                  <a:schemeClr val="tx2"/>
                </a:solidFill>
              </a:rPr>
              <a:t>is</a:t>
            </a:r>
            <a:r>
              <a:rPr lang="de-DE" sz="800">
                <a:solidFill>
                  <a:schemeClr val="tx2"/>
                </a:solidFill>
              </a:rPr>
              <a:t> </a:t>
            </a:r>
            <a:r>
              <a:rPr lang="de-DE" sz="800" err="1">
                <a:solidFill>
                  <a:schemeClr val="tx2"/>
                </a:solidFill>
              </a:rPr>
              <a:t>useful</a:t>
            </a:r>
            <a:r>
              <a:rPr lang="de-DE" sz="800">
                <a:solidFill>
                  <a:schemeClr val="tx2"/>
                </a:solidFill>
              </a:rPr>
              <a:t> </a:t>
            </a:r>
            <a:r>
              <a:rPr lang="de-DE" sz="800" err="1">
                <a:solidFill>
                  <a:schemeClr val="tx2"/>
                </a:solidFill>
              </a:rPr>
              <a:t>to</a:t>
            </a:r>
            <a:r>
              <a:rPr lang="de-DE" sz="800">
                <a:solidFill>
                  <a:schemeClr val="tx2"/>
                </a:solidFill>
              </a:rPr>
              <a:t> </a:t>
            </a:r>
            <a:r>
              <a:rPr lang="de-DE" sz="800" err="1">
                <a:solidFill>
                  <a:schemeClr val="tx2"/>
                </a:solidFill>
              </a:rPr>
              <a:t>analyze</a:t>
            </a:r>
            <a:r>
              <a:rPr lang="de-DE" sz="800">
                <a:solidFill>
                  <a:schemeClr val="tx2"/>
                </a:solidFill>
              </a:rPr>
              <a:t>/</a:t>
            </a:r>
            <a:r>
              <a:rPr lang="de-DE" sz="800" err="1">
                <a:solidFill>
                  <a:schemeClr val="tx2"/>
                </a:solidFill>
              </a:rPr>
              <a:t>statistic</a:t>
            </a:r>
            <a:r>
              <a:rPr lang="de-DE" sz="800">
                <a:solidFill>
                  <a:schemeClr val="tx2"/>
                </a:solidFill>
              </a:rPr>
              <a:t> all </a:t>
            </a:r>
            <a:r>
              <a:rPr lang="de-DE" sz="800" err="1">
                <a:solidFill>
                  <a:schemeClr val="tx2"/>
                </a:solidFill>
              </a:rPr>
              <a:t>procdump</a:t>
            </a:r>
            <a:r>
              <a:rPr lang="de-DE" sz="800">
                <a:solidFill>
                  <a:schemeClr val="tx2"/>
                </a:solidFill>
              </a:rPr>
              <a:t>/</a:t>
            </a:r>
            <a:r>
              <a:rPr lang="de-DE" sz="800" err="1">
                <a:solidFill>
                  <a:schemeClr val="tx2"/>
                </a:solidFill>
              </a:rPr>
              <a:t>meminfo</a:t>
            </a:r>
            <a:endParaRPr lang="de-DE" sz="800">
              <a:solidFill>
                <a:schemeClr val="tx2"/>
              </a:solidFill>
            </a:endParaRPr>
          </a:p>
          <a:p>
            <a:pPr marL="171450" indent="-171450" algn="l">
              <a:spcAft>
                <a:spcPts val="300"/>
              </a:spcAft>
              <a:buSzPct val="100000"/>
              <a:buFont typeface="Arial" panose="020B0604020202020204" pitchFamily="34" charset="0"/>
              <a:buChar char="•"/>
            </a:pPr>
            <a:r>
              <a:rPr lang="de-DE" sz="800">
                <a:solidFill>
                  <a:schemeClr val="tx2"/>
                </a:solidFill>
              </a:rPr>
              <a:t>in </a:t>
            </a:r>
            <a:r>
              <a:rPr lang="de-DE" sz="800" err="1">
                <a:solidFill>
                  <a:schemeClr val="tx2"/>
                </a:solidFill>
              </a:rPr>
              <a:t>case</a:t>
            </a:r>
            <a:r>
              <a:rPr lang="de-DE" sz="800">
                <a:solidFill>
                  <a:schemeClr val="tx2"/>
                </a:solidFill>
              </a:rPr>
              <a:t> </a:t>
            </a:r>
            <a:r>
              <a:rPr lang="de-DE" sz="800" err="1">
                <a:solidFill>
                  <a:schemeClr val="tx2"/>
                </a:solidFill>
              </a:rPr>
              <a:t>of</a:t>
            </a:r>
            <a:r>
              <a:rPr lang="de-DE" sz="800">
                <a:solidFill>
                  <a:schemeClr val="tx2"/>
                </a:solidFill>
              </a:rPr>
              <a:t> </a:t>
            </a:r>
            <a:r>
              <a:rPr lang="de-DE" sz="800" err="1">
                <a:solidFill>
                  <a:schemeClr val="tx2"/>
                </a:solidFill>
              </a:rPr>
              <a:t>full</a:t>
            </a:r>
            <a:r>
              <a:rPr lang="de-DE" sz="800">
                <a:solidFill>
                  <a:schemeClr val="tx2"/>
                </a:solidFill>
              </a:rPr>
              <a:t> </a:t>
            </a:r>
            <a:r>
              <a:rPr lang="de-DE" sz="800" err="1">
                <a:solidFill>
                  <a:schemeClr val="tx2"/>
                </a:solidFill>
              </a:rPr>
              <a:t>eNB</a:t>
            </a:r>
            <a:r>
              <a:rPr lang="de-DE" sz="800">
                <a:solidFill>
                  <a:schemeClr val="tx2"/>
                </a:solidFill>
              </a:rPr>
              <a:t> </a:t>
            </a:r>
            <a:r>
              <a:rPr lang="de-DE" sz="800" err="1">
                <a:solidFill>
                  <a:schemeClr val="tx2"/>
                </a:solidFill>
              </a:rPr>
              <a:t>software</a:t>
            </a:r>
            <a:r>
              <a:rPr lang="de-DE" sz="800">
                <a:solidFill>
                  <a:schemeClr val="tx2"/>
                </a:solidFill>
              </a:rPr>
              <a:t> </a:t>
            </a:r>
            <a:r>
              <a:rPr lang="de-DE" sz="800" err="1">
                <a:solidFill>
                  <a:schemeClr val="tx2"/>
                </a:solidFill>
              </a:rPr>
              <a:t>stack</a:t>
            </a:r>
            <a:r>
              <a:rPr lang="de-DE" sz="800">
                <a:solidFill>
                  <a:schemeClr val="tx2"/>
                </a:solidFill>
              </a:rPr>
              <a:t>, CC&amp;S </a:t>
            </a:r>
            <a:r>
              <a:rPr lang="de-DE" sz="800" err="1">
                <a:solidFill>
                  <a:schemeClr val="tx2"/>
                </a:solidFill>
              </a:rPr>
              <a:t>is</a:t>
            </a:r>
            <a:r>
              <a:rPr lang="de-DE" sz="800">
                <a:solidFill>
                  <a:schemeClr val="tx2"/>
                </a:solidFill>
              </a:rPr>
              <a:t> </a:t>
            </a:r>
            <a:r>
              <a:rPr lang="de-DE" sz="800" err="1">
                <a:solidFill>
                  <a:schemeClr val="tx2"/>
                </a:solidFill>
              </a:rPr>
              <a:t>responsible</a:t>
            </a:r>
            <a:r>
              <a:rPr lang="de-DE" sz="800">
                <a:solidFill>
                  <a:schemeClr val="tx2"/>
                </a:solidFill>
              </a:rPr>
              <a:t> for </a:t>
            </a:r>
            <a:r>
              <a:rPr lang="de-DE" sz="800" err="1">
                <a:solidFill>
                  <a:schemeClr val="tx2"/>
                </a:solidFill>
              </a:rPr>
              <a:t>monitoring</a:t>
            </a:r>
            <a:r>
              <a:rPr lang="de-DE" sz="800">
                <a:solidFill>
                  <a:schemeClr val="tx2"/>
                </a:solidFill>
              </a:rPr>
              <a:t> </a:t>
            </a:r>
            <a:r>
              <a:rPr lang="de-DE" sz="800" err="1">
                <a:solidFill>
                  <a:schemeClr val="tx2"/>
                </a:solidFill>
              </a:rPr>
              <a:t>statistics</a:t>
            </a:r>
            <a:r>
              <a:rPr lang="de-DE" sz="800">
                <a:solidFill>
                  <a:schemeClr val="tx2"/>
                </a:solidFill>
              </a:rPr>
              <a:t> </a:t>
            </a:r>
            <a:r>
              <a:rPr lang="de-DE" sz="800" err="1">
                <a:solidFill>
                  <a:schemeClr val="tx2"/>
                </a:solidFill>
              </a:rPr>
              <a:t>of</a:t>
            </a:r>
            <a:r>
              <a:rPr lang="de-DE" sz="800">
                <a:solidFill>
                  <a:schemeClr val="tx2"/>
                </a:solidFill>
              </a:rPr>
              <a:t> </a:t>
            </a:r>
            <a:br>
              <a:rPr lang="de-DE" sz="800">
                <a:solidFill>
                  <a:schemeClr val="tx2"/>
                </a:solidFill>
              </a:rPr>
            </a:br>
            <a:r>
              <a:rPr lang="de-DE" sz="800" err="1">
                <a:solidFill>
                  <a:schemeClr val="tx2"/>
                </a:solidFill>
              </a:rPr>
              <a:t>memory</a:t>
            </a:r>
            <a:r>
              <a:rPr lang="de-DE" sz="800">
                <a:solidFill>
                  <a:schemeClr val="tx2"/>
                </a:solidFill>
              </a:rPr>
              <a:t> </a:t>
            </a:r>
            <a:r>
              <a:rPr lang="de-DE" sz="800" err="1">
                <a:solidFill>
                  <a:schemeClr val="tx2"/>
                </a:solidFill>
              </a:rPr>
              <a:t>consumption</a:t>
            </a:r>
            <a:r>
              <a:rPr lang="de-DE" sz="800">
                <a:solidFill>
                  <a:schemeClr val="tx2"/>
                </a:solidFill>
              </a:rPr>
              <a:t>. </a:t>
            </a:r>
            <a:r>
              <a:rPr lang="de-DE" sz="800" err="1">
                <a:solidFill>
                  <a:schemeClr val="tx2"/>
                </a:solidFill>
              </a:rPr>
              <a:t>Statistics</a:t>
            </a:r>
            <a:r>
              <a:rPr lang="de-DE" sz="800">
                <a:solidFill>
                  <a:schemeClr val="tx2"/>
                </a:solidFill>
              </a:rPr>
              <a:t> </a:t>
            </a:r>
            <a:r>
              <a:rPr lang="de-DE" sz="800" err="1">
                <a:solidFill>
                  <a:schemeClr val="tx2"/>
                </a:solidFill>
              </a:rPr>
              <a:t>can</a:t>
            </a:r>
            <a:r>
              <a:rPr lang="de-DE" sz="800">
                <a:solidFill>
                  <a:schemeClr val="tx2"/>
                </a:solidFill>
              </a:rPr>
              <a:t> </a:t>
            </a:r>
            <a:r>
              <a:rPr lang="de-DE" sz="800" err="1">
                <a:solidFill>
                  <a:schemeClr val="tx2"/>
                </a:solidFill>
              </a:rPr>
              <a:t>be</a:t>
            </a:r>
            <a:r>
              <a:rPr lang="de-DE" sz="800">
                <a:solidFill>
                  <a:schemeClr val="tx2"/>
                </a:solidFill>
              </a:rPr>
              <a:t> </a:t>
            </a:r>
            <a:r>
              <a:rPr lang="de-DE" sz="800" err="1">
                <a:solidFill>
                  <a:schemeClr val="tx2"/>
                </a:solidFill>
              </a:rPr>
              <a:t>found</a:t>
            </a:r>
            <a:r>
              <a:rPr lang="de-DE" sz="800">
                <a:solidFill>
                  <a:schemeClr val="tx2"/>
                </a:solidFill>
              </a:rPr>
              <a:t> in </a:t>
            </a:r>
            <a:r>
              <a:rPr lang="de-DE" sz="800" err="1">
                <a:solidFill>
                  <a:schemeClr val="tx2"/>
                </a:solidFill>
              </a:rPr>
              <a:t>the</a:t>
            </a:r>
            <a:r>
              <a:rPr lang="de-DE" sz="800">
                <a:solidFill>
                  <a:schemeClr val="tx2"/>
                </a:solidFill>
              </a:rPr>
              <a:t> </a:t>
            </a:r>
            <a:r>
              <a:rPr lang="de-DE" sz="800" err="1">
                <a:solidFill>
                  <a:schemeClr val="tx2"/>
                </a:solidFill>
              </a:rPr>
              <a:t>snapshot</a:t>
            </a:r>
            <a:r>
              <a:rPr lang="de-DE" sz="800">
                <a:solidFill>
                  <a:schemeClr val="tx2"/>
                </a:solidFill>
              </a:rPr>
              <a:t> </a:t>
            </a:r>
            <a:r>
              <a:rPr lang="de-DE" sz="800" err="1">
                <a:solidFill>
                  <a:schemeClr val="tx2"/>
                </a:solidFill>
              </a:rPr>
              <a:t>or</a:t>
            </a:r>
            <a:r>
              <a:rPr lang="de-DE" sz="800">
                <a:solidFill>
                  <a:schemeClr val="tx2"/>
                </a:solidFill>
              </a:rPr>
              <a:t> </a:t>
            </a:r>
            <a:r>
              <a:rPr lang="de-DE" sz="800" err="1">
                <a:solidFill>
                  <a:schemeClr val="tx2"/>
                </a:solidFill>
              </a:rPr>
              <a:t>by</a:t>
            </a:r>
            <a:r>
              <a:rPr lang="de-DE" sz="800">
                <a:solidFill>
                  <a:schemeClr val="tx2"/>
                </a:solidFill>
              </a:rPr>
              <a:t> CC&amp;S </a:t>
            </a:r>
            <a:r>
              <a:rPr lang="de-DE" sz="800" err="1">
                <a:solidFill>
                  <a:schemeClr val="tx2"/>
                </a:solidFill>
              </a:rPr>
              <a:t>consolidation</a:t>
            </a:r>
            <a:r>
              <a:rPr lang="de-DE" sz="800">
                <a:solidFill>
                  <a:schemeClr val="tx2"/>
                </a:solidFill>
              </a:rPr>
              <a:t>.</a:t>
            </a:r>
          </a:p>
        </p:txBody>
      </p:sp>
      <p:sp>
        <p:nvSpPr>
          <p:cNvPr id="17" name="Rectangle: Rounded Corners 16">
            <a:extLst>
              <a:ext uri="{FF2B5EF4-FFF2-40B4-BE49-F238E27FC236}">
                <a16:creationId xmlns:a16="http://schemas.microsoft.com/office/drawing/2014/main" id="{0BEC77BB-5A90-4752-81B6-9AACD3C66BAA}"/>
              </a:ext>
            </a:extLst>
          </p:cNvPr>
          <p:cNvSpPr/>
          <p:nvPr/>
        </p:nvSpPr>
        <p:spPr>
          <a:xfrm>
            <a:off x="5839100" y="1464511"/>
            <a:ext cx="1228401" cy="122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de-DE" sz="1200">
              <a:noFill/>
            </a:endParaRPr>
          </a:p>
        </p:txBody>
      </p:sp>
    </p:spTree>
    <p:extLst>
      <p:ext uri="{BB962C8B-B14F-4D97-AF65-F5344CB8AC3E}">
        <p14:creationId xmlns:p14="http://schemas.microsoft.com/office/powerpoint/2010/main" val="4116995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DFAA85-59E1-409F-B82F-409CB062A065}"/>
              </a:ext>
            </a:extLst>
          </p:cNvPr>
          <p:cNvSpPr>
            <a:spLocks noGrp="1"/>
          </p:cNvSpPr>
          <p:nvPr>
            <p:ph type="body" sz="quarter" idx="10"/>
          </p:nvPr>
        </p:nvSpPr>
        <p:spPr/>
        <p:txBody>
          <a:bodyPr/>
          <a:lstStyle/>
          <a:p>
            <a:r>
              <a:rPr lang="de-DE" sz="1600" b="1"/>
              <a:t>Out </a:t>
            </a:r>
            <a:r>
              <a:rPr lang="de-DE" sz="1600" b="1" err="1"/>
              <a:t>of</a:t>
            </a:r>
            <a:r>
              <a:rPr lang="de-DE" sz="1600" b="1"/>
              <a:t> Memory – </a:t>
            </a:r>
            <a:r>
              <a:rPr lang="de-DE" sz="1600" b="1" err="1"/>
              <a:t>kernel</a:t>
            </a:r>
            <a:r>
              <a:rPr lang="de-DE" sz="1600" b="1"/>
              <a:t> </a:t>
            </a:r>
            <a:r>
              <a:rPr lang="de-DE" sz="1600" b="1" err="1"/>
              <a:t>memory</a:t>
            </a:r>
            <a:r>
              <a:rPr lang="de-DE" sz="1600" b="1"/>
              <a:t> </a:t>
            </a:r>
            <a:r>
              <a:rPr lang="de-DE" sz="1600" b="1" err="1"/>
              <a:t>goes</a:t>
            </a:r>
            <a:r>
              <a:rPr lang="de-DE" sz="1600" b="1"/>
              <a:t> out </a:t>
            </a:r>
            <a:r>
              <a:rPr lang="de-DE" sz="1800" b="1"/>
              <a:t>(SLAB, VMALLOC </a:t>
            </a:r>
            <a:r>
              <a:rPr lang="de-DE" sz="1800" b="1" err="1"/>
              <a:t>or</a:t>
            </a:r>
            <a:r>
              <a:rPr lang="de-DE" sz="1800" b="1"/>
              <a:t> </a:t>
            </a:r>
            <a:r>
              <a:rPr lang="de-DE" sz="1800" b="1" err="1"/>
              <a:t>alloc_pages</a:t>
            </a:r>
            <a:r>
              <a:rPr lang="de-DE" sz="1800" b="1"/>
              <a:t>()) </a:t>
            </a:r>
            <a:endParaRPr lang="de-DE" sz="1800"/>
          </a:p>
        </p:txBody>
      </p:sp>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p:txBody>
          <a:bodyPr/>
          <a:lstStyle/>
          <a:p>
            <a:r>
              <a:rPr lang="de-DE"/>
              <a:t>Troubleshooting</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68174" y="870409"/>
            <a:ext cx="7458972" cy="2914438"/>
          </a:xfrm>
          <a:prstGeom prst="rect">
            <a:avLst/>
          </a:prstGeom>
          <a:noFill/>
        </p:spPr>
        <p:txBody>
          <a:bodyPr wrap="none" lIns="72000" tIns="72000" rIns="72000" bIns="72000" rtlCol="0">
            <a:noAutofit/>
          </a:bodyPr>
          <a:lstStyle/>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sp>
        <p:nvSpPr>
          <p:cNvPr id="8" name="TextBox 7">
            <a:extLst>
              <a:ext uri="{FF2B5EF4-FFF2-40B4-BE49-F238E27FC236}">
                <a16:creationId xmlns:a16="http://schemas.microsoft.com/office/drawing/2014/main" id="{12622ECB-0CF9-4D4C-B8A1-10E8FD8FA478}"/>
              </a:ext>
            </a:extLst>
          </p:cNvPr>
          <p:cNvSpPr txBox="1"/>
          <p:nvPr/>
        </p:nvSpPr>
        <p:spPr>
          <a:xfrm>
            <a:off x="593074" y="1498065"/>
            <a:ext cx="7586219" cy="2970362"/>
          </a:xfrm>
          <a:prstGeom prst="rect">
            <a:avLst/>
          </a:prstGeom>
          <a:noFill/>
        </p:spPr>
        <p:txBody>
          <a:bodyPr wrap="none" lIns="72000" tIns="72000" rIns="72000" bIns="72000" rtlCol="0">
            <a:noAutofit/>
          </a:bodyPr>
          <a:lstStyle/>
          <a:p>
            <a:pPr marL="171450" indent="-171450" algn="l">
              <a:spcAft>
                <a:spcPts val="300"/>
              </a:spcAft>
              <a:buSzPct val="100000"/>
              <a:buFont typeface="Arial" panose="020B0604020202020204" pitchFamily="34" charset="0"/>
              <a:buChar char="•"/>
            </a:pPr>
            <a:r>
              <a:rPr lang="de-DE" sz="900">
                <a:solidFill>
                  <a:schemeClr val="tx2"/>
                </a:solidFill>
              </a:rPr>
              <a:t>In </a:t>
            </a:r>
            <a:r>
              <a:rPr lang="de-DE" sz="900" err="1">
                <a:solidFill>
                  <a:schemeClr val="tx2"/>
                </a:solidFill>
              </a:rPr>
              <a:t>meminfo</a:t>
            </a:r>
            <a:r>
              <a:rPr lang="de-DE" sz="900">
                <a:solidFill>
                  <a:schemeClr val="tx2"/>
                </a:solidFill>
              </a:rPr>
              <a:t> was </a:t>
            </a:r>
            <a:r>
              <a:rPr lang="de-DE" sz="900" err="1">
                <a:solidFill>
                  <a:schemeClr val="tx2"/>
                </a:solidFill>
              </a:rPr>
              <a:t>observed</a:t>
            </a:r>
            <a:r>
              <a:rPr lang="de-DE" sz="900">
                <a:solidFill>
                  <a:schemeClr val="tx2"/>
                </a:solidFill>
              </a:rPr>
              <a:t> „</a:t>
            </a:r>
            <a:r>
              <a:rPr lang="de-DE" sz="900" err="1">
                <a:solidFill>
                  <a:schemeClr val="tx2"/>
                </a:solidFill>
              </a:rPr>
              <a:t>Slab</a:t>
            </a:r>
            <a:r>
              <a:rPr lang="de-DE" sz="900">
                <a:solidFill>
                  <a:schemeClr val="tx2"/>
                </a:solidFill>
              </a:rPr>
              <a:t>“ </a:t>
            </a:r>
            <a:r>
              <a:rPr lang="de-DE" sz="900" err="1">
                <a:solidFill>
                  <a:schemeClr val="tx2"/>
                </a:solidFill>
              </a:rPr>
              <a:t>memory</a:t>
            </a:r>
            <a:r>
              <a:rPr lang="de-DE" sz="900">
                <a:solidFill>
                  <a:schemeClr val="tx2"/>
                </a:solidFill>
              </a:rPr>
              <a:t> </a:t>
            </a:r>
            <a:r>
              <a:rPr lang="de-DE" sz="900" err="1">
                <a:solidFill>
                  <a:schemeClr val="tx2"/>
                </a:solidFill>
              </a:rPr>
              <a:t>has</a:t>
            </a:r>
            <a:r>
              <a:rPr lang="de-DE" sz="900">
                <a:solidFill>
                  <a:schemeClr val="tx2"/>
                </a:solidFill>
              </a:rPr>
              <a:t> </a:t>
            </a:r>
            <a:r>
              <a:rPr lang="de-DE" sz="900" err="1">
                <a:solidFill>
                  <a:schemeClr val="tx2"/>
                </a:solidFill>
              </a:rPr>
              <a:t>been</a:t>
            </a:r>
            <a:r>
              <a:rPr lang="de-DE" sz="900">
                <a:solidFill>
                  <a:schemeClr val="tx2"/>
                </a:solidFill>
              </a:rPr>
              <a:t> </a:t>
            </a:r>
            <a:r>
              <a:rPr lang="de-DE" sz="900" err="1">
                <a:solidFill>
                  <a:schemeClr val="tx2"/>
                </a:solidFill>
              </a:rPr>
              <a:t>suspiciously</a:t>
            </a:r>
            <a:r>
              <a:rPr lang="de-DE" sz="900">
                <a:solidFill>
                  <a:schemeClr val="tx2"/>
                </a:solidFill>
              </a:rPr>
              <a:t> </a:t>
            </a:r>
            <a:r>
              <a:rPr lang="de-DE" sz="900" err="1">
                <a:solidFill>
                  <a:schemeClr val="tx2"/>
                </a:solidFill>
              </a:rPr>
              <a:t>increased</a:t>
            </a:r>
            <a:r>
              <a:rPr lang="de-DE" sz="900">
                <a:solidFill>
                  <a:schemeClr val="tx2"/>
                </a:solidFill>
              </a:rPr>
              <a:t>, check „</a:t>
            </a:r>
            <a:r>
              <a:rPr lang="de-DE" sz="900">
                <a:solidFill>
                  <a:schemeClr val="tx2"/>
                </a:solidFill>
                <a:hlinkClick r:id="rId2">
                  <a:extLst>
                    <a:ext uri="{A12FA001-AC4F-418D-AE19-62706E023703}">
                      <ahyp:hlinkClr xmlns:ahyp="http://schemas.microsoft.com/office/drawing/2018/hyperlinkcolor" val="tx"/>
                    </a:ext>
                  </a:extLst>
                </a:hlinkClick>
              </a:rPr>
              <a:t>@</a:t>
            </a:r>
            <a:r>
              <a:rPr lang="de-DE" sz="900" err="1">
                <a:solidFill>
                  <a:schemeClr val="tx2"/>
                </a:solidFill>
                <a:hlinkClick r:id="rId2">
                  <a:extLst>
                    <a:ext uri="{A12FA001-AC4F-418D-AE19-62706E023703}">
                      <ahyp:hlinkClr xmlns:ahyp="http://schemas.microsoft.com/office/drawing/2018/hyperlinkcolor" val="tx"/>
                    </a:ext>
                  </a:extLst>
                </a:hlinkClick>
              </a:rPr>
              <a:t>slabinfo</a:t>
            </a:r>
            <a:r>
              <a:rPr lang="de-DE" sz="900">
                <a:solidFill>
                  <a:schemeClr val="tx2"/>
                </a:solidFill>
              </a:rPr>
              <a:t>“ in </a:t>
            </a:r>
            <a:r>
              <a:rPr lang="de-DE" sz="900" err="1">
                <a:solidFill>
                  <a:schemeClr val="tx2"/>
                </a:solidFill>
              </a:rPr>
              <a:t>procdump</a:t>
            </a:r>
            <a:r>
              <a:rPr lang="de-DE" sz="900">
                <a:solidFill>
                  <a:schemeClr val="tx2"/>
                </a:solidFill>
              </a:rPr>
              <a:t> </a:t>
            </a:r>
            <a:r>
              <a:rPr lang="de-DE" sz="900" err="1">
                <a:solidFill>
                  <a:schemeClr val="tx2"/>
                </a:solidFill>
              </a:rPr>
              <a:t>or</a:t>
            </a:r>
            <a:r>
              <a:rPr lang="de-DE" sz="900">
                <a:solidFill>
                  <a:schemeClr val="tx2"/>
                </a:solidFill>
              </a:rPr>
              <a:t> oom.log </a:t>
            </a:r>
            <a:r>
              <a:rPr lang="de-DE" sz="900" err="1">
                <a:solidFill>
                  <a:schemeClr val="tx2"/>
                </a:solidFill>
              </a:rPr>
              <a:t>file</a:t>
            </a:r>
            <a:r>
              <a:rPr lang="de-DE" sz="900">
                <a:solidFill>
                  <a:schemeClr val="tx2"/>
                </a:solidFill>
              </a:rPr>
              <a:t>.</a:t>
            </a:r>
            <a:br>
              <a:rPr lang="de-DE" sz="900">
                <a:solidFill>
                  <a:schemeClr val="tx2"/>
                </a:solidFill>
              </a:rPr>
            </a:br>
            <a:r>
              <a:rPr lang="en-US" sz="900">
                <a:solidFill>
                  <a:schemeClr val="tx2"/>
                </a:solidFill>
              </a:rPr>
              <a:t>Frequently used objects in the Linux kernel (buffer heads, </a:t>
            </a:r>
            <a:r>
              <a:rPr lang="en-US" sz="900" err="1">
                <a:solidFill>
                  <a:schemeClr val="tx2"/>
                </a:solidFill>
              </a:rPr>
              <a:t>inodes</a:t>
            </a:r>
            <a:r>
              <a:rPr lang="en-US" sz="900">
                <a:solidFill>
                  <a:schemeClr val="tx2"/>
                </a:solidFill>
              </a:rPr>
              <a:t>, </a:t>
            </a:r>
            <a:r>
              <a:rPr lang="en-US" sz="900" err="1">
                <a:solidFill>
                  <a:schemeClr val="tx2"/>
                </a:solidFill>
              </a:rPr>
              <a:t>dentries</a:t>
            </a:r>
            <a:r>
              <a:rPr lang="en-US" sz="900">
                <a:solidFill>
                  <a:schemeClr val="tx2"/>
                </a:solidFill>
              </a:rPr>
              <a:t>, etc.) have their own cache.  The file </a:t>
            </a:r>
            <a:r>
              <a:rPr lang="en-US" sz="900" i="1">
                <a:solidFill>
                  <a:schemeClr val="tx2"/>
                </a:solidFill>
              </a:rPr>
              <a:t>/proc/</a:t>
            </a:r>
            <a:r>
              <a:rPr lang="en-US" sz="900" i="1" err="1">
                <a:solidFill>
                  <a:schemeClr val="tx2"/>
                </a:solidFill>
              </a:rPr>
              <a:t>slabinfo</a:t>
            </a:r>
            <a:r>
              <a:rPr lang="en-US" sz="900" i="1">
                <a:solidFill>
                  <a:schemeClr val="tx2"/>
                </a:solidFill>
              </a:rPr>
              <a:t> </a:t>
            </a:r>
            <a:br>
              <a:rPr lang="en-US" sz="900">
                <a:solidFill>
                  <a:schemeClr val="tx2"/>
                </a:solidFill>
              </a:rPr>
            </a:br>
            <a:r>
              <a:rPr lang="en-US" sz="900">
                <a:solidFill>
                  <a:schemeClr val="tx2"/>
                </a:solidFill>
              </a:rPr>
              <a:t>gives statistics on these caches.</a:t>
            </a:r>
            <a:br>
              <a:rPr lang="en-US" sz="1000">
                <a:solidFill>
                  <a:schemeClr val="tx2"/>
                </a:solidFill>
              </a:rPr>
            </a:br>
            <a:br>
              <a:rPr lang="en-US" sz="1000">
                <a:solidFill>
                  <a:schemeClr val="tx2"/>
                </a:solidFill>
              </a:rPr>
            </a:br>
            <a:endParaRPr lang="en-US" sz="1000">
              <a:solidFill>
                <a:schemeClr val="tx2"/>
              </a:solidFill>
            </a:endParaRPr>
          </a:p>
          <a:p>
            <a:pPr marL="171450" indent="-171450" algn="l">
              <a:spcAft>
                <a:spcPts val="300"/>
              </a:spcAft>
              <a:buSzPct val="100000"/>
              <a:buFont typeface="Arial" panose="020B0604020202020204" pitchFamily="34" charset="0"/>
              <a:buChar char="•"/>
            </a:pPr>
            <a:r>
              <a:rPr lang="de-DE" sz="900" err="1">
                <a:solidFill>
                  <a:schemeClr val="tx2"/>
                </a:solidFill>
              </a:rPr>
              <a:t>Enabling</a:t>
            </a:r>
            <a:r>
              <a:rPr lang="de-DE" sz="900">
                <a:solidFill>
                  <a:schemeClr val="tx2"/>
                </a:solidFill>
              </a:rPr>
              <a:t> </a:t>
            </a:r>
            <a:r>
              <a:rPr lang="de-DE" sz="900">
                <a:solidFill>
                  <a:schemeClr val="tx2"/>
                </a:solidFill>
                <a:hlinkClick r:id="rId3"/>
              </a:rPr>
              <a:t>@kernel </a:t>
            </a:r>
            <a:r>
              <a:rPr lang="de-DE" sz="900" err="1">
                <a:solidFill>
                  <a:schemeClr val="tx2"/>
                </a:solidFill>
                <a:hlinkClick r:id="rId3"/>
              </a:rPr>
              <a:t>memory</a:t>
            </a:r>
            <a:r>
              <a:rPr lang="de-DE" sz="900">
                <a:solidFill>
                  <a:schemeClr val="tx2"/>
                </a:solidFill>
                <a:hlinkClick r:id="rId3"/>
              </a:rPr>
              <a:t> </a:t>
            </a:r>
            <a:r>
              <a:rPr lang="de-DE" sz="900" err="1">
                <a:solidFill>
                  <a:schemeClr val="tx2"/>
                </a:solidFill>
                <a:hlinkClick r:id="rId3"/>
              </a:rPr>
              <a:t>leak</a:t>
            </a:r>
            <a:r>
              <a:rPr lang="de-DE" sz="900">
                <a:solidFill>
                  <a:schemeClr val="tx2"/>
                </a:solidFill>
                <a:hlinkClick r:id="rId3"/>
              </a:rPr>
              <a:t> </a:t>
            </a:r>
            <a:r>
              <a:rPr lang="de-DE" sz="900" err="1">
                <a:solidFill>
                  <a:schemeClr val="tx2"/>
                </a:solidFill>
                <a:hlinkClick r:id="rId3"/>
              </a:rPr>
              <a:t>detector</a:t>
            </a:r>
            <a:r>
              <a:rPr lang="de-DE" sz="900">
                <a:solidFill>
                  <a:schemeClr val="tx2"/>
                </a:solidFill>
              </a:rPr>
              <a:t> </a:t>
            </a:r>
            <a:r>
              <a:rPr lang="de-DE" sz="900" err="1">
                <a:solidFill>
                  <a:schemeClr val="tx2"/>
                </a:solidFill>
              </a:rPr>
              <a:t>by</a:t>
            </a:r>
            <a:r>
              <a:rPr lang="de-DE" sz="900">
                <a:solidFill>
                  <a:schemeClr val="tx2"/>
                </a:solidFill>
              </a:rPr>
              <a:t> </a:t>
            </a:r>
            <a:r>
              <a:rPr lang="de-DE" sz="900" err="1">
                <a:solidFill>
                  <a:schemeClr val="tx2"/>
                </a:solidFill>
              </a:rPr>
              <a:t>defconfig</a:t>
            </a:r>
            <a:r>
              <a:rPr lang="de-DE" sz="900">
                <a:solidFill>
                  <a:schemeClr val="tx2"/>
                </a:solidFill>
              </a:rPr>
              <a:t> </a:t>
            </a:r>
            <a:r>
              <a:rPr lang="de-DE" sz="900" err="1">
                <a:solidFill>
                  <a:schemeClr val="tx2"/>
                </a:solidFill>
              </a:rPr>
              <a:t>option</a:t>
            </a:r>
            <a:r>
              <a:rPr lang="de-DE" sz="900">
                <a:solidFill>
                  <a:schemeClr val="tx2"/>
                </a:solidFill>
              </a:rPr>
              <a:t> </a:t>
            </a:r>
            <a:r>
              <a:rPr lang="de-DE" sz="900" b="1">
                <a:solidFill>
                  <a:schemeClr val="tx2"/>
                </a:solidFill>
              </a:rPr>
              <a:t>CONFIG_DEBUG_KMEMLEAK</a:t>
            </a:r>
            <a:br>
              <a:rPr lang="de-DE" sz="900">
                <a:solidFill>
                  <a:schemeClr val="tx2"/>
                </a:solidFill>
              </a:rPr>
            </a:br>
            <a:r>
              <a:rPr lang="en-US" sz="900">
                <a:solidFill>
                  <a:schemeClr val="tx2"/>
                </a:solidFill>
              </a:rPr>
              <a:t>A kernel thread scans the memory every 10 minutes (by default) and prints the number of new unreferenced </a:t>
            </a:r>
            <a:br>
              <a:rPr lang="en-US" sz="900">
                <a:solidFill>
                  <a:schemeClr val="tx2"/>
                </a:solidFill>
              </a:rPr>
            </a:br>
            <a:r>
              <a:rPr lang="en-US" sz="900">
                <a:solidFill>
                  <a:schemeClr val="tx2"/>
                </a:solidFill>
              </a:rPr>
              <a:t>objects found allocated by allocations via </a:t>
            </a:r>
            <a:r>
              <a:rPr lang="en-US" sz="900" i="1" err="1">
                <a:solidFill>
                  <a:schemeClr val="tx2"/>
                </a:solidFill>
              </a:rPr>
              <a:t>kmalloc</a:t>
            </a:r>
            <a:r>
              <a:rPr lang="en-US" sz="900" i="1">
                <a:solidFill>
                  <a:schemeClr val="tx2"/>
                </a:solidFill>
              </a:rPr>
              <a:t>()</a:t>
            </a:r>
            <a:r>
              <a:rPr lang="en-US" sz="900">
                <a:solidFill>
                  <a:schemeClr val="tx2"/>
                </a:solidFill>
              </a:rPr>
              <a:t>, </a:t>
            </a:r>
            <a:r>
              <a:rPr lang="en-US" sz="900" i="1" err="1">
                <a:solidFill>
                  <a:schemeClr val="tx2"/>
                </a:solidFill>
              </a:rPr>
              <a:t>vmalloc</a:t>
            </a:r>
            <a:r>
              <a:rPr lang="en-US" sz="900" i="1">
                <a:solidFill>
                  <a:schemeClr val="tx2"/>
                </a:solidFill>
              </a:rPr>
              <a:t>(), </a:t>
            </a:r>
            <a:r>
              <a:rPr lang="en-US" sz="900" i="1" err="1">
                <a:solidFill>
                  <a:schemeClr val="tx2"/>
                </a:solidFill>
              </a:rPr>
              <a:t>kmem_cache_alloc</a:t>
            </a:r>
            <a:r>
              <a:rPr lang="en-US" sz="900" i="1">
                <a:solidFill>
                  <a:schemeClr val="tx2"/>
                </a:solidFill>
              </a:rPr>
              <a:t>() </a:t>
            </a:r>
            <a:r>
              <a:rPr lang="en-US" sz="900">
                <a:solidFill>
                  <a:schemeClr val="tx2"/>
                </a:solidFill>
              </a:rPr>
              <a:t>and friends.</a:t>
            </a:r>
            <a:br>
              <a:rPr lang="de-DE" sz="900">
                <a:solidFill>
                  <a:schemeClr val="tx2"/>
                </a:solidFill>
              </a:rPr>
            </a:br>
            <a:br>
              <a:rPr lang="de-DE" sz="900">
                <a:solidFill>
                  <a:schemeClr val="tx2"/>
                </a:solidFill>
              </a:rPr>
            </a:br>
            <a:endParaRPr lang="de-DE" sz="900">
              <a:solidFill>
                <a:schemeClr val="tx2"/>
              </a:solidFill>
            </a:endParaRPr>
          </a:p>
          <a:p>
            <a:pPr marL="171450" indent="-171450" algn="l">
              <a:spcAft>
                <a:spcPts val="300"/>
              </a:spcAft>
              <a:buSzPct val="100000"/>
              <a:buFont typeface="Arial" panose="020B0604020202020204" pitchFamily="34" charset="0"/>
              <a:buChar char="•"/>
            </a:pPr>
            <a:r>
              <a:rPr lang="de-DE" sz="900">
                <a:solidFill>
                  <a:schemeClr val="tx2"/>
                </a:solidFill>
              </a:rPr>
              <a:t>It </a:t>
            </a:r>
            <a:r>
              <a:rPr lang="de-DE" sz="900" err="1">
                <a:solidFill>
                  <a:schemeClr val="tx2"/>
                </a:solidFill>
              </a:rPr>
              <a:t>can</a:t>
            </a:r>
            <a:r>
              <a:rPr lang="de-DE" sz="900">
                <a:solidFill>
                  <a:schemeClr val="tx2"/>
                </a:solidFill>
              </a:rPr>
              <a:t> happen </a:t>
            </a:r>
            <a:r>
              <a:rPr lang="de-DE" sz="900" err="1">
                <a:solidFill>
                  <a:schemeClr val="tx2"/>
                </a:solidFill>
              </a:rPr>
              <a:t>there</a:t>
            </a:r>
            <a:r>
              <a:rPr lang="de-DE" sz="900">
                <a:solidFill>
                  <a:schemeClr val="tx2"/>
                </a:solidFill>
              </a:rPr>
              <a:t> </a:t>
            </a:r>
            <a:r>
              <a:rPr lang="de-DE" sz="900" err="1">
                <a:solidFill>
                  <a:schemeClr val="tx2"/>
                </a:solidFill>
              </a:rPr>
              <a:t>is</a:t>
            </a:r>
            <a:r>
              <a:rPr lang="de-DE" sz="900">
                <a:solidFill>
                  <a:schemeClr val="tx2"/>
                </a:solidFill>
              </a:rPr>
              <a:t> a </a:t>
            </a:r>
            <a:r>
              <a:rPr lang="de-DE" sz="900" err="1">
                <a:solidFill>
                  <a:schemeClr val="tx2"/>
                </a:solidFill>
              </a:rPr>
              <a:t>leak</a:t>
            </a:r>
            <a:r>
              <a:rPr lang="de-DE" sz="900">
                <a:solidFill>
                  <a:schemeClr val="tx2"/>
                </a:solidFill>
              </a:rPr>
              <a:t> </a:t>
            </a:r>
            <a:r>
              <a:rPr lang="de-DE" sz="900" err="1">
                <a:solidFill>
                  <a:schemeClr val="tx2"/>
                </a:solidFill>
              </a:rPr>
              <a:t>or</a:t>
            </a:r>
            <a:r>
              <a:rPr lang="de-DE" sz="900">
                <a:solidFill>
                  <a:schemeClr val="tx2"/>
                </a:solidFill>
              </a:rPr>
              <a:t> high </a:t>
            </a:r>
            <a:r>
              <a:rPr lang="de-DE" sz="900" err="1">
                <a:solidFill>
                  <a:schemeClr val="tx2"/>
                </a:solidFill>
              </a:rPr>
              <a:t>memory</a:t>
            </a:r>
            <a:r>
              <a:rPr lang="de-DE" sz="900">
                <a:solidFill>
                  <a:schemeClr val="tx2"/>
                </a:solidFill>
              </a:rPr>
              <a:t> </a:t>
            </a:r>
            <a:r>
              <a:rPr lang="de-DE" sz="900" err="1">
                <a:solidFill>
                  <a:schemeClr val="tx2"/>
                </a:solidFill>
              </a:rPr>
              <a:t>usage</a:t>
            </a:r>
            <a:r>
              <a:rPr lang="de-DE" sz="900">
                <a:solidFill>
                  <a:schemeClr val="tx2"/>
                </a:solidFill>
              </a:rPr>
              <a:t> for </a:t>
            </a:r>
            <a:r>
              <a:rPr lang="de-DE" sz="900" err="1">
                <a:solidFill>
                  <a:schemeClr val="tx2"/>
                </a:solidFill>
              </a:rPr>
              <a:t>memory</a:t>
            </a:r>
            <a:r>
              <a:rPr lang="de-DE" sz="900">
                <a:solidFill>
                  <a:schemeClr val="tx2"/>
                </a:solidFill>
              </a:rPr>
              <a:t> </a:t>
            </a:r>
            <a:r>
              <a:rPr lang="de-DE" sz="900" err="1">
                <a:solidFill>
                  <a:schemeClr val="tx2"/>
                </a:solidFill>
              </a:rPr>
              <a:t>allocated</a:t>
            </a:r>
            <a:r>
              <a:rPr lang="de-DE" sz="900">
                <a:solidFill>
                  <a:schemeClr val="tx2"/>
                </a:solidFill>
              </a:rPr>
              <a:t> </a:t>
            </a:r>
            <a:r>
              <a:rPr lang="de-DE" sz="900" err="1">
                <a:solidFill>
                  <a:schemeClr val="tx2"/>
                </a:solidFill>
              </a:rPr>
              <a:t>by</a:t>
            </a:r>
            <a:r>
              <a:rPr lang="de-DE" sz="900">
                <a:solidFill>
                  <a:schemeClr val="tx2"/>
                </a:solidFill>
              </a:rPr>
              <a:t> </a:t>
            </a:r>
            <a:r>
              <a:rPr lang="de-DE" sz="900" i="1" err="1">
                <a:solidFill>
                  <a:schemeClr val="tx2"/>
                </a:solidFill>
              </a:rPr>
              <a:t>alloc_pages</a:t>
            </a:r>
            <a:r>
              <a:rPr lang="de-DE" sz="900" i="1">
                <a:solidFill>
                  <a:schemeClr val="tx2"/>
                </a:solidFill>
              </a:rPr>
              <a:t>()</a:t>
            </a:r>
            <a:r>
              <a:rPr lang="de-DE" sz="900">
                <a:solidFill>
                  <a:schemeClr val="tx2"/>
                </a:solidFill>
              </a:rPr>
              <a:t>, such </a:t>
            </a:r>
            <a:r>
              <a:rPr lang="de-DE" sz="900" err="1">
                <a:solidFill>
                  <a:schemeClr val="tx2"/>
                </a:solidFill>
              </a:rPr>
              <a:t>memory</a:t>
            </a:r>
            <a:r>
              <a:rPr lang="de-DE" sz="900">
                <a:solidFill>
                  <a:schemeClr val="tx2"/>
                </a:solidFill>
              </a:rPr>
              <a:t> </a:t>
            </a:r>
            <a:r>
              <a:rPr lang="de-DE" sz="900" err="1">
                <a:solidFill>
                  <a:schemeClr val="tx2"/>
                </a:solidFill>
              </a:rPr>
              <a:t>has</a:t>
            </a:r>
            <a:br>
              <a:rPr lang="de-DE" sz="900">
                <a:solidFill>
                  <a:schemeClr val="tx2"/>
                </a:solidFill>
              </a:rPr>
            </a:br>
            <a:r>
              <a:rPr lang="de-DE" sz="900" err="1">
                <a:solidFill>
                  <a:schemeClr val="tx2"/>
                </a:solidFill>
              </a:rPr>
              <a:t>no</a:t>
            </a:r>
            <a:r>
              <a:rPr lang="de-DE" sz="900">
                <a:solidFill>
                  <a:schemeClr val="tx2"/>
                </a:solidFill>
              </a:rPr>
              <a:t> </a:t>
            </a:r>
            <a:r>
              <a:rPr lang="de-DE" sz="900" err="1">
                <a:solidFill>
                  <a:schemeClr val="tx2"/>
                </a:solidFill>
              </a:rPr>
              <a:t>memory</a:t>
            </a:r>
            <a:r>
              <a:rPr lang="de-DE" sz="900">
                <a:solidFill>
                  <a:schemeClr val="tx2"/>
                </a:solidFill>
              </a:rPr>
              <a:t> </a:t>
            </a:r>
            <a:r>
              <a:rPr lang="de-DE" sz="900" err="1">
                <a:solidFill>
                  <a:schemeClr val="tx2"/>
                </a:solidFill>
              </a:rPr>
              <a:t>leak</a:t>
            </a:r>
            <a:r>
              <a:rPr lang="de-DE" sz="900">
                <a:solidFill>
                  <a:schemeClr val="tx2"/>
                </a:solidFill>
              </a:rPr>
              <a:t> </a:t>
            </a:r>
            <a:r>
              <a:rPr lang="de-DE" sz="900" err="1">
                <a:solidFill>
                  <a:schemeClr val="tx2"/>
                </a:solidFill>
              </a:rPr>
              <a:t>marker</a:t>
            </a:r>
            <a:r>
              <a:rPr lang="de-DE" sz="900">
                <a:solidFill>
                  <a:schemeClr val="tx2"/>
                </a:solidFill>
              </a:rPr>
              <a:t> </a:t>
            </a:r>
            <a:r>
              <a:rPr lang="de-DE" sz="900" err="1">
                <a:solidFill>
                  <a:schemeClr val="tx2"/>
                </a:solidFill>
              </a:rPr>
              <a:t>which</a:t>
            </a:r>
            <a:r>
              <a:rPr lang="de-DE" sz="900">
                <a:solidFill>
                  <a:schemeClr val="tx2"/>
                </a:solidFill>
              </a:rPr>
              <a:t> </a:t>
            </a:r>
            <a:r>
              <a:rPr lang="de-DE" sz="900" err="1">
                <a:solidFill>
                  <a:schemeClr val="tx2"/>
                </a:solidFill>
              </a:rPr>
              <a:t>can</a:t>
            </a:r>
            <a:r>
              <a:rPr lang="de-DE" sz="900">
                <a:solidFill>
                  <a:schemeClr val="tx2"/>
                </a:solidFill>
              </a:rPr>
              <a:t> </a:t>
            </a:r>
            <a:r>
              <a:rPr lang="de-DE" sz="900" err="1">
                <a:solidFill>
                  <a:schemeClr val="tx2"/>
                </a:solidFill>
              </a:rPr>
              <a:t>be</a:t>
            </a:r>
            <a:r>
              <a:rPr lang="de-DE" sz="900">
                <a:solidFill>
                  <a:schemeClr val="tx2"/>
                </a:solidFill>
              </a:rPr>
              <a:t> </a:t>
            </a:r>
            <a:r>
              <a:rPr lang="de-DE" sz="900" err="1">
                <a:solidFill>
                  <a:schemeClr val="tx2"/>
                </a:solidFill>
              </a:rPr>
              <a:t>detected</a:t>
            </a:r>
            <a:r>
              <a:rPr lang="de-DE" sz="900">
                <a:solidFill>
                  <a:schemeClr val="tx2"/>
                </a:solidFill>
              </a:rPr>
              <a:t> </a:t>
            </a:r>
            <a:r>
              <a:rPr lang="de-DE" sz="900" err="1">
                <a:solidFill>
                  <a:schemeClr val="tx2"/>
                </a:solidFill>
              </a:rPr>
              <a:t>by</a:t>
            </a:r>
            <a:r>
              <a:rPr lang="de-DE" sz="900">
                <a:solidFill>
                  <a:schemeClr val="tx2"/>
                </a:solidFill>
              </a:rPr>
              <a:t> KMEMLEAK </a:t>
            </a:r>
            <a:r>
              <a:rPr lang="de-DE" sz="900" err="1">
                <a:solidFill>
                  <a:schemeClr val="tx2"/>
                </a:solidFill>
              </a:rPr>
              <a:t>debugger</a:t>
            </a:r>
            <a:r>
              <a:rPr lang="de-DE" sz="900">
                <a:solidFill>
                  <a:schemeClr val="tx2"/>
                </a:solidFill>
              </a:rPr>
              <a:t>.</a:t>
            </a:r>
            <a:br>
              <a:rPr lang="de-DE" sz="900">
                <a:solidFill>
                  <a:schemeClr val="tx2"/>
                </a:solidFill>
              </a:rPr>
            </a:br>
            <a:r>
              <a:rPr lang="de-DE" sz="900">
                <a:solidFill>
                  <a:schemeClr val="tx2"/>
                </a:solidFill>
              </a:rPr>
              <a:t>For </a:t>
            </a:r>
            <a:r>
              <a:rPr lang="de-DE" sz="900" err="1">
                <a:solidFill>
                  <a:schemeClr val="tx2"/>
                </a:solidFill>
              </a:rPr>
              <a:t>that</a:t>
            </a:r>
            <a:r>
              <a:rPr lang="de-DE" sz="900">
                <a:solidFill>
                  <a:schemeClr val="tx2"/>
                </a:solidFill>
              </a:rPr>
              <a:t> </a:t>
            </a:r>
            <a:r>
              <a:rPr lang="de-DE" sz="900">
                <a:solidFill>
                  <a:schemeClr val="tx2"/>
                </a:solidFill>
                <a:hlinkClick r:id="rId4"/>
              </a:rPr>
              <a:t>@page </a:t>
            </a:r>
            <a:r>
              <a:rPr lang="de-DE" sz="900" err="1">
                <a:solidFill>
                  <a:schemeClr val="tx2"/>
                </a:solidFill>
                <a:hlinkClick r:id="rId4"/>
              </a:rPr>
              <a:t>owner</a:t>
            </a:r>
            <a:r>
              <a:rPr lang="de-DE" sz="900">
                <a:solidFill>
                  <a:schemeClr val="tx2"/>
                </a:solidFill>
                <a:hlinkClick r:id="rId4"/>
              </a:rPr>
              <a:t> </a:t>
            </a:r>
            <a:r>
              <a:rPr lang="de-DE" sz="900" err="1">
                <a:solidFill>
                  <a:schemeClr val="tx2"/>
                </a:solidFill>
                <a:hlinkClick r:id="rId4"/>
              </a:rPr>
              <a:t>tracking</a:t>
            </a:r>
            <a:r>
              <a:rPr lang="de-DE" sz="900">
                <a:solidFill>
                  <a:schemeClr val="tx2"/>
                </a:solidFill>
                <a:hlinkClick r:id="rId4"/>
              </a:rPr>
              <a:t> </a:t>
            </a:r>
            <a:r>
              <a:rPr lang="de-DE" sz="900" err="1">
                <a:solidFill>
                  <a:schemeClr val="tx2"/>
                </a:solidFill>
                <a:hlinkClick r:id="rId4"/>
              </a:rPr>
              <a:t>facility</a:t>
            </a:r>
            <a:r>
              <a:rPr lang="de-DE" sz="900">
                <a:solidFill>
                  <a:schemeClr val="tx2"/>
                </a:solidFill>
              </a:rPr>
              <a:t> </a:t>
            </a:r>
            <a:r>
              <a:rPr lang="de-DE" sz="900" err="1">
                <a:solidFill>
                  <a:schemeClr val="tx2"/>
                </a:solidFill>
              </a:rPr>
              <a:t>supported</a:t>
            </a:r>
            <a:r>
              <a:rPr lang="de-DE" sz="900">
                <a:solidFill>
                  <a:schemeClr val="tx2"/>
                </a:solidFill>
              </a:rPr>
              <a:t> </a:t>
            </a:r>
            <a:r>
              <a:rPr lang="de-DE" sz="900" err="1">
                <a:solidFill>
                  <a:schemeClr val="tx2"/>
                </a:solidFill>
              </a:rPr>
              <a:t>by</a:t>
            </a:r>
            <a:r>
              <a:rPr lang="de-DE" sz="900">
                <a:solidFill>
                  <a:schemeClr val="tx2"/>
                </a:solidFill>
              </a:rPr>
              <a:t> </a:t>
            </a:r>
            <a:r>
              <a:rPr lang="de-DE" sz="900" err="1">
                <a:solidFill>
                  <a:schemeClr val="tx2"/>
                </a:solidFill>
              </a:rPr>
              <a:t>defconfig</a:t>
            </a:r>
            <a:r>
              <a:rPr lang="de-DE" sz="900">
                <a:solidFill>
                  <a:schemeClr val="tx2"/>
                </a:solidFill>
              </a:rPr>
              <a:t> </a:t>
            </a:r>
            <a:r>
              <a:rPr lang="de-DE" sz="900" err="1">
                <a:solidFill>
                  <a:schemeClr val="tx2"/>
                </a:solidFill>
              </a:rPr>
              <a:t>option</a:t>
            </a:r>
            <a:r>
              <a:rPr lang="de-DE" sz="900">
                <a:solidFill>
                  <a:schemeClr val="tx2"/>
                </a:solidFill>
              </a:rPr>
              <a:t> </a:t>
            </a:r>
            <a:r>
              <a:rPr lang="de-DE" sz="900" b="1">
                <a:solidFill>
                  <a:schemeClr val="tx2"/>
                </a:solidFill>
              </a:rPr>
              <a:t>CONFIG_PAGE_OWNER </a:t>
            </a:r>
            <a:r>
              <a:rPr lang="de-DE" sz="900" err="1">
                <a:solidFill>
                  <a:schemeClr val="tx2"/>
                </a:solidFill>
              </a:rPr>
              <a:t>is</a:t>
            </a:r>
            <a:r>
              <a:rPr lang="de-DE" sz="900">
                <a:solidFill>
                  <a:schemeClr val="tx2"/>
                </a:solidFill>
              </a:rPr>
              <a:t> </a:t>
            </a:r>
            <a:r>
              <a:rPr lang="de-DE" sz="900" err="1">
                <a:solidFill>
                  <a:schemeClr val="tx2"/>
                </a:solidFill>
              </a:rPr>
              <a:t>recommended</a:t>
            </a:r>
            <a:r>
              <a:rPr lang="de-DE" sz="900">
                <a:solidFill>
                  <a:schemeClr val="tx2"/>
                </a:solidFill>
              </a:rPr>
              <a:t>.</a:t>
            </a:r>
            <a:br>
              <a:rPr lang="de-DE" sz="900">
                <a:solidFill>
                  <a:schemeClr val="tx2"/>
                </a:solidFill>
              </a:rPr>
            </a:br>
            <a:br>
              <a:rPr lang="de-DE" sz="900">
                <a:solidFill>
                  <a:schemeClr val="tx2"/>
                </a:solidFill>
              </a:rPr>
            </a:br>
            <a:endParaRPr lang="de-DE" sz="900">
              <a:solidFill>
                <a:schemeClr val="tx2"/>
              </a:solidFill>
            </a:endParaRPr>
          </a:p>
          <a:p>
            <a:pPr algn="l">
              <a:spcAft>
                <a:spcPts val="300"/>
              </a:spcAft>
              <a:buSzPct val="100000"/>
            </a:pPr>
            <a:r>
              <a:rPr lang="de-DE" sz="900">
                <a:solidFill>
                  <a:schemeClr val="tx2"/>
                </a:solidFill>
              </a:rPr>
              <a:t>                                                                                      </a:t>
            </a:r>
            <a:r>
              <a:rPr lang="de-DE" sz="900">
                <a:solidFill>
                  <a:schemeClr val="tx2"/>
                </a:solidFill>
                <a:hlinkClick r:id="rId5"/>
              </a:rPr>
              <a:t>@Further </a:t>
            </a:r>
            <a:r>
              <a:rPr lang="de-DE" sz="900" err="1">
                <a:solidFill>
                  <a:schemeClr val="tx2"/>
                </a:solidFill>
                <a:hlinkClick r:id="rId5"/>
              </a:rPr>
              <a:t>details</a:t>
            </a:r>
            <a:r>
              <a:rPr lang="de-DE" sz="900">
                <a:solidFill>
                  <a:schemeClr val="tx2"/>
                </a:solidFill>
                <a:hlinkClick r:id="rId5"/>
              </a:rPr>
              <a:t> on </a:t>
            </a:r>
            <a:r>
              <a:rPr lang="de-DE" sz="900" err="1">
                <a:solidFill>
                  <a:schemeClr val="tx2"/>
                </a:solidFill>
                <a:hlinkClick r:id="rId5"/>
              </a:rPr>
              <a:t>memory</a:t>
            </a:r>
            <a:r>
              <a:rPr lang="de-DE" sz="900">
                <a:solidFill>
                  <a:schemeClr val="tx2"/>
                </a:solidFill>
                <a:hlinkClick r:id="rId5"/>
              </a:rPr>
              <a:t> </a:t>
            </a:r>
            <a:r>
              <a:rPr lang="de-DE" sz="900" err="1">
                <a:solidFill>
                  <a:schemeClr val="tx2"/>
                </a:solidFill>
                <a:hlinkClick r:id="rId5"/>
              </a:rPr>
              <a:t>zones</a:t>
            </a:r>
            <a:endParaRPr lang="de-DE" sz="900">
              <a:solidFill>
                <a:schemeClr val="tx2"/>
              </a:solidFill>
            </a:endParaRPr>
          </a:p>
        </p:txBody>
      </p:sp>
    </p:spTree>
    <p:extLst>
      <p:ext uri="{BB962C8B-B14F-4D97-AF65-F5344CB8AC3E}">
        <p14:creationId xmlns:p14="http://schemas.microsoft.com/office/powerpoint/2010/main" val="1522618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a:xfrm>
            <a:off x="1649518" y="590251"/>
            <a:ext cx="5373600" cy="309600"/>
          </a:xfrm>
        </p:spPr>
        <p:txBody>
          <a:bodyPr/>
          <a:lstStyle/>
          <a:p>
            <a:r>
              <a:rPr lang="de-DE"/>
              <a:t>Further </a:t>
            </a:r>
            <a:r>
              <a:rPr lang="de-DE" err="1"/>
              <a:t>reading</a:t>
            </a:r>
            <a:r>
              <a:rPr lang="de-DE"/>
              <a:t> </a:t>
            </a:r>
            <a:r>
              <a:rPr lang="de-DE" err="1"/>
              <a:t>and</a:t>
            </a:r>
            <a:r>
              <a:rPr lang="de-DE"/>
              <a:t> </a:t>
            </a:r>
            <a:r>
              <a:rPr lang="de-DE" err="1"/>
              <a:t>recommended</a:t>
            </a:r>
            <a:r>
              <a:rPr lang="de-DE"/>
              <a:t> </a:t>
            </a:r>
            <a:r>
              <a:rPr lang="de-DE" err="1"/>
              <a:t>trainings</a:t>
            </a:r>
            <a:endParaRPr lang="de-DE"/>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
        <p:nvSpPr>
          <p:cNvPr id="5" name="TextBox 4">
            <a:extLst>
              <a:ext uri="{FF2B5EF4-FFF2-40B4-BE49-F238E27FC236}">
                <a16:creationId xmlns:a16="http://schemas.microsoft.com/office/drawing/2014/main" id="{9A36123A-D18D-417B-B1F0-9BCFD96B2007}"/>
              </a:ext>
            </a:extLst>
          </p:cNvPr>
          <p:cNvSpPr txBox="1"/>
          <p:nvPr/>
        </p:nvSpPr>
        <p:spPr>
          <a:xfrm>
            <a:off x="368174" y="870409"/>
            <a:ext cx="7458972" cy="2914438"/>
          </a:xfrm>
          <a:prstGeom prst="rect">
            <a:avLst/>
          </a:prstGeom>
          <a:noFill/>
        </p:spPr>
        <p:txBody>
          <a:bodyPr wrap="none" lIns="72000" tIns="72000" rIns="72000" bIns="72000" rtlCol="0">
            <a:noAutofit/>
          </a:bodyPr>
          <a:lstStyle/>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a:p>
            <a:pPr algn="l">
              <a:spcAft>
                <a:spcPts val="300"/>
              </a:spcAft>
              <a:buSzPct val="100000"/>
            </a:pPr>
            <a:r>
              <a:rPr lang="de-DE" sz="700">
                <a:solidFill>
                  <a:schemeClr val="tx2"/>
                </a:solidFill>
              </a:rPr>
              <a:t> </a:t>
            </a:r>
          </a:p>
          <a:p>
            <a:pPr algn="l">
              <a:spcAft>
                <a:spcPts val="300"/>
              </a:spcAft>
              <a:buSzPct val="100000"/>
            </a:pPr>
            <a:endParaRPr lang="de-DE" sz="700">
              <a:solidFill>
                <a:schemeClr val="tx2"/>
              </a:solidFill>
            </a:endParaRPr>
          </a:p>
          <a:p>
            <a:pPr algn="l">
              <a:spcAft>
                <a:spcPts val="300"/>
              </a:spcAft>
              <a:buSzPct val="100000"/>
            </a:pPr>
            <a:endParaRPr lang="de-DE" sz="700">
              <a:solidFill>
                <a:schemeClr val="tx2"/>
              </a:solidFill>
            </a:endParaRPr>
          </a:p>
        </p:txBody>
      </p:sp>
      <p:sp>
        <p:nvSpPr>
          <p:cNvPr id="8" name="TextBox 7">
            <a:extLst>
              <a:ext uri="{FF2B5EF4-FFF2-40B4-BE49-F238E27FC236}">
                <a16:creationId xmlns:a16="http://schemas.microsoft.com/office/drawing/2014/main" id="{12622ECB-0CF9-4D4C-B8A1-10E8FD8FA478}"/>
              </a:ext>
            </a:extLst>
          </p:cNvPr>
          <p:cNvSpPr txBox="1"/>
          <p:nvPr/>
        </p:nvSpPr>
        <p:spPr>
          <a:xfrm>
            <a:off x="628584" y="1180009"/>
            <a:ext cx="7586219" cy="2970362"/>
          </a:xfrm>
          <a:prstGeom prst="rect">
            <a:avLst/>
          </a:prstGeom>
          <a:noFill/>
        </p:spPr>
        <p:txBody>
          <a:bodyPr wrap="none" lIns="72000" tIns="72000" rIns="72000" bIns="72000" rtlCol="0" anchor="t">
            <a:noAutofit/>
          </a:bodyPr>
          <a:lstStyle/>
          <a:p>
            <a:pPr marL="171450" indent="-171450" algn="l">
              <a:spcAft>
                <a:spcPts val="300"/>
              </a:spcAft>
              <a:buSzPct val="100000"/>
              <a:buFont typeface="Arial" panose="020B0604020202020204" pitchFamily="34" charset="0"/>
              <a:buChar char="•"/>
            </a:pPr>
            <a:r>
              <a:rPr lang="de-DE" sz="1000">
                <a:solidFill>
                  <a:schemeClr val="tx2"/>
                </a:solidFill>
                <a:hlinkClick r:id="rId2"/>
              </a:rPr>
              <a:t>@Kernel </a:t>
            </a:r>
            <a:r>
              <a:rPr lang="de-DE" sz="1000">
                <a:solidFill>
                  <a:schemeClr val="tx2"/>
                </a:solidFill>
                <a:hlinkClick r:id="rId2">
                  <a:extLst>
                    <a:ext uri="{A12FA001-AC4F-418D-AE19-62706E023703}">
                      <ahyp:hlinkClr xmlns:ahyp="http://schemas.microsoft.com/office/drawing/2018/hyperlinkcolor" val="tx"/>
                    </a:ext>
                  </a:extLst>
                </a:hlinkClick>
              </a:rPr>
              <a:t>documentation</a:t>
            </a:r>
            <a:endParaRPr lang="de-DE" sz="1000">
              <a:solidFill>
                <a:schemeClr val="tx2"/>
              </a:solidFill>
            </a:endParaRPr>
          </a:p>
          <a:p>
            <a:pPr marL="171450" indent="-171450" algn="l">
              <a:spcAft>
                <a:spcPts val="300"/>
              </a:spcAft>
              <a:buSzPct val="100000"/>
              <a:buFont typeface="Arial" panose="020B0604020202020204" pitchFamily="34" charset="0"/>
              <a:buChar char="•"/>
            </a:pPr>
            <a:r>
              <a:rPr lang="de-DE" sz="1000">
                <a:solidFill>
                  <a:schemeClr val="tx2"/>
                </a:solidFill>
                <a:hlinkClick r:id="rId3"/>
              </a:rPr>
              <a:t>@Linux </a:t>
            </a:r>
            <a:r>
              <a:rPr lang="de-DE" sz="1000">
                <a:solidFill>
                  <a:schemeClr val="tx2"/>
                </a:solidFill>
                <a:hlinkClick r:id="rId3">
                  <a:extLst>
                    <a:ext uri="{A12FA001-AC4F-418D-AE19-62706E023703}">
                      <ahyp:hlinkClr xmlns:ahyp="http://schemas.microsoft.com/office/drawing/2018/hyperlinkcolor" val="tx"/>
                    </a:ext>
                  </a:extLst>
                </a:hlinkClick>
              </a:rPr>
              <a:t>device</a:t>
            </a:r>
            <a:r>
              <a:rPr lang="de-DE" sz="1000">
                <a:solidFill>
                  <a:schemeClr val="tx2"/>
                </a:solidFill>
                <a:hlinkClick r:id="rId3"/>
              </a:rPr>
              <a:t> </a:t>
            </a:r>
            <a:r>
              <a:rPr lang="de-DE" sz="1000">
                <a:solidFill>
                  <a:schemeClr val="tx2"/>
                </a:solidFill>
                <a:hlinkClick r:id="rId3">
                  <a:extLst>
                    <a:ext uri="{A12FA001-AC4F-418D-AE19-62706E023703}">
                      <ahyp:hlinkClr xmlns:ahyp="http://schemas.microsoft.com/office/drawing/2018/hyperlinkcolor" val="tx"/>
                    </a:ext>
                  </a:extLst>
                </a:hlinkClick>
              </a:rPr>
              <a:t>drivers</a:t>
            </a:r>
            <a:endParaRPr lang="de-DE" sz="1000">
              <a:solidFill>
                <a:schemeClr val="tx2"/>
              </a:solidFill>
            </a:endParaRPr>
          </a:p>
          <a:p>
            <a:pPr marL="171450" indent="-171450" algn="l">
              <a:spcAft>
                <a:spcPts val="300"/>
              </a:spcAft>
              <a:buSzPct val="100000"/>
              <a:buFont typeface="Arial" panose="020B0604020202020204" pitchFamily="34" charset="0"/>
              <a:buChar char="•"/>
            </a:pPr>
            <a:r>
              <a:rPr lang="de-DE" sz="1000">
                <a:solidFill>
                  <a:schemeClr val="tx2"/>
                </a:solidFill>
                <a:hlinkClick r:id="rId4"/>
              </a:rPr>
              <a:t>@Linux </a:t>
            </a:r>
            <a:r>
              <a:rPr lang="de-DE" sz="1000">
                <a:solidFill>
                  <a:schemeClr val="tx2"/>
                </a:solidFill>
                <a:hlinkClick r:id="rId4">
                  <a:extLst>
                    <a:ext uri="{A12FA001-AC4F-418D-AE19-62706E023703}">
                      <ahyp:hlinkClr xmlns:ahyp="http://schemas.microsoft.com/office/drawing/2018/hyperlinkcolor" val="tx"/>
                    </a:ext>
                  </a:extLst>
                </a:hlinkClick>
              </a:rPr>
              <a:t>performance</a:t>
            </a:r>
            <a:r>
              <a:rPr lang="de-DE" sz="1000">
                <a:solidFill>
                  <a:schemeClr val="tx2"/>
                </a:solidFill>
                <a:hlinkClick r:id="rId4"/>
              </a:rPr>
              <a:t> </a:t>
            </a:r>
            <a:r>
              <a:rPr lang="de-DE" sz="1000">
                <a:solidFill>
                  <a:schemeClr val="tx2"/>
                </a:solidFill>
                <a:hlinkClick r:id="rId4">
                  <a:extLst>
                    <a:ext uri="{A12FA001-AC4F-418D-AE19-62706E023703}">
                      <ahyp:hlinkClr xmlns:ahyp="http://schemas.microsoft.com/office/drawing/2018/hyperlinkcolor" val="tx"/>
                    </a:ext>
                  </a:extLst>
                </a:hlinkClick>
              </a:rPr>
              <a:t>tuning</a:t>
            </a:r>
            <a:endParaRPr lang="de-DE" sz="1000">
              <a:solidFill>
                <a:schemeClr val="tx2"/>
              </a:solidFill>
            </a:endParaRPr>
          </a:p>
          <a:p>
            <a:pPr marL="171450" indent="-171450" algn="l">
              <a:spcAft>
                <a:spcPts val="300"/>
              </a:spcAft>
              <a:buSzPct val="100000"/>
              <a:buFont typeface="Arial" panose="020B0604020202020204" pitchFamily="34" charset="0"/>
              <a:buChar char="•"/>
            </a:pPr>
            <a:r>
              <a:rPr lang="de-DE" sz="1000">
                <a:solidFill>
                  <a:schemeClr val="tx2"/>
                </a:solidFill>
                <a:hlinkClick r:id="rId5"/>
              </a:rPr>
              <a:t>@Advanced Linux: The Linux Kernel</a:t>
            </a:r>
            <a:endParaRPr lang="de-DE" sz="1000">
              <a:solidFill>
                <a:schemeClr val="tx2"/>
              </a:solidFill>
            </a:endParaRPr>
          </a:p>
          <a:p>
            <a:pPr marL="171450" indent="-171450">
              <a:spcAft>
                <a:spcPts val="300"/>
              </a:spcAft>
              <a:buSzPct val="100000"/>
              <a:buFont typeface="Arial" panose="020B0604020202020204" pitchFamily="34" charset="0"/>
              <a:buChar char="•"/>
            </a:pPr>
            <a:r>
              <a:rPr lang="de-DE" sz="1000">
                <a:solidFill>
                  <a:schemeClr val="tx2"/>
                </a:solidFill>
                <a:hlinkClick r:id="rId6">
                  <a:extLst>
                    <a:ext uri="{A12FA001-AC4F-418D-AE19-62706E023703}">
                      <ahyp:hlinkClr xmlns:ahyp="http://schemas.microsoft.com/office/drawing/2018/hyperlinkcolor" val="tx"/>
                    </a:ext>
                  </a:extLst>
                </a:hlinkClick>
              </a:rPr>
              <a:t>@LFS Kernel Confluence</a:t>
            </a:r>
            <a:endParaRPr lang="de-DE" sz="1000">
              <a:solidFill>
                <a:schemeClr val="tx2"/>
              </a:solidFill>
            </a:endParaRPr>
          </a:p>
          <a:p>
            <a:pPr algn="l">
              <a:spcAft>
                <a:spcPts val="300"/>
              </a:spcAft>
              <a:buSzPct val="100000"/>
            </a:pPr>
            <a:endParaRPr lang="de-DE" sz="1000">
              <a:solidFill>
                <a:schemeClr val="tx2"/>
              </a:solidFill>
            </a:endParaRPr>
          </a:p>
          <a:p>
            <a:pPr marL="171450" indent="-171450">
              <a:spcAft>
                <a:spcPts val="300"/>
              </a:spcAft>
              <a:buSzPct val="100000"/>
              <a:buFont typeface="Arial" panose="020B0604020202020204" pitchFamily="34" charset="0"/>
              <a:buChar char="•"/>
            </a:pPr>
            <a:endParaRPr lang="de-DE" sz="1000">
              <a:solidFill>
                <a:schemeClr val="tx2"/>
              </a:solidFill>
            </a:endParaRPr>
          </a:p>
        </p:txBody>
      </p:sp>
    </p:spTree>
    <p:extLst>
      <p:ext uri="{BB962C8B-B14F-4D97-AF65-F5344CB8AC3E}">
        <p14:creationId xmlns:p14="http://schemas.microsoft.com/office/powerpoint/2010/main" val="3355507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17BCBC-662C-47F1-A53A-80578018A635}"/>
              </a:ext>
            </a:extLst>
          </p:cNvPr>
          <p:cNvSpPr>
            <a:spLocks noGrp="1"/>
          </p:cNvSpPr>
          <p:nvPr>
            <p:ph type="body" sz="quarter" idx="11"/>
          </p:nvPr>
        </p:nvSpPr>
        <p:spPr>
          <a:xfrm>
            <a:off x="3851429" y="2019555"/>
            <a:ext cx="1540276" cy="475070"/>
          </a:xfrm>
        </p:spPr>
        <p:txBody>
          <a:bodyPr/>
          <a:lstStyle/>
          <a:p>
            <a:r>
              <a:rPr lang="de-DE" sz="3600" b="1"/>
              <a:t>Q &amp; A</a:t>
            </a:r>
          </a:p>
        </p:txBody>
      </p:sp>
      <p:sp>
        <p:nvSpPr>
          <p:cNvPr id="6" name="Footer Placeholder 5">
            <a:extLst>
              <a:ext uri="{FF2B5EF4-FFF2-40B4-BE49-F238E27FC236}">
                <a16:creationId xmlns:a16="http://schemas.microsoft.com/office/drawing/2014/main" id="{A2883440-5976-4205-B53F-2E6BBA2EDF99}"/>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183167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18999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98AAEE1-937D-46E6-AD95-884DDB0A8532}"/>
              </a:ext>
            </a:extLst>
          </p:cNvPr>
          <p:cNvSpPr>
            <a:spLocks noGrp="1"/>
          </p:cNvSpPr>
          <p:nvPr>
            <p:ph type="body" sz="quarter" idx="11"/>
          </p:nvPr>
        </p:nvSpPr>
        <p:spPr/>
        <p:txBody>
          <a:bodyPr/>
          <a:lstStyle/>
          <a:p>
            <a:r>
              <a:rPr lang="de-DE"/>
              <a:t>References</a:t>
            </a:r>
          </a:p>
        </p:txBody>
      </p:sp>
      <p:sp>
        <p:nvSpPr>
          <p:cNvPr id="4" name="Text Placeholder 3">
            <a:extLst>
              <a:ext uri="{FF2B5EF4-FFF2-40B4-BE49-F238E27FC236}">
                <a16:creationId xmlns:a16="http://schemas.microsoft.com/office/drawing/2014/main" id="{9DD9F33C-5BA4-44D1-8B6B-87E2026F18AC}"/>
              </a:ext>
            </a:extLst>
          </p:cNvPr>
          <p:cNvSpPr>
            <a:spLocks noGrp="1"/>
          </p:cNvSpPr>
          <p:nvPr>
            <p:ph type="body" sz="quarter" idx="12"/>
          </p:nvPr>
        </p:nvSpPr>
        <p:spPr>
          <a:xfrm>
            <a:off x="417599" y="1080000"/>
            <a:ext cx="7760011" cy="3560400"/>
          </a:xfrm>
        </p:spPr>
        <p:txBody>
          <a:bodyPr>
            <a:normAutofit/>
          </a:bodyPr>
          <a:lstStyle/>
          <a:p>
            <a:r>
              <a:rPr lang="de-DE" sz="900"/>
              <a:t>[1] </a:t>
            </a:r>
            <a:r>
              <a:rPr lang="de-DE" sz="900">
                <a:hlinkClick r:id="rId2"/>
              </a:rPr>
              <a:t>https://nokia.sharepoint.com/:p:/r/sites/ps/lfs/_layouts/15/Doc.aspx?sourcedoc=%7B0A59D588-A7E4-4B64-AF3B-B91FB55F5B5A%7D&amp;file=LFS-_A_high_level_overview_of_the_Linux_for_NOKIAs_embedded_BTS_-_Martin_Krohn.pptx&amp;action=edit&amp;mobileredirect=true</a:t>
            </a:r>
            <a:endParaRPr lang="de-DE" sz="900"/>
          </a:p>
          <a:p>
            <a:r>
              <a:rPr lang="de-DE" sz="900"/>
              <a:t>[2] </a:t>
            </a:r>
            <a:r>
              <a:rPr lang="de-DE" sz="900">
                <a:hlinkClick r:id="rId3"/>
              </a:rPr>
              <a:t>https://cc4twc.ext.net.nokia.com/webapp/collaborator/document/aa9d1cc2-2ddf-4eea-b170-5dc7376ea320?viewId=bb07ce0d-0787-42d2-ba3a-0d2d6802597a&amp;viewType=model&amp;sectionId=85e49682-cb39-4009-9bf5-fd7c374bd1a5</a:t>
            </a:r>
            <a:endParaRPr lang="de-DE" sz="900"/>
          </a:p>
          <a:p>
            <a:r>
              <a:rPr lang="de-DE" sz="900"/>
              <a:t>[3] </a:t>
            </a:r>
            <a:r>
              <a:rPr lang="de-DE" sz="900">
                <a:hlinkClick r:id="rId4"/>
              </a:rPr>
              <a:t>https://www.kernel.org/doc/Documentation/RCU/stallwarn.txt</a:t>
            </a:r>
            <a:endParaRPr lang="de-DE" sz="900"/>
          </a:p>
          <a:p>
            <a:r>
              <a:rPr lang="de-DE" sz="900"/>
              <a:t>[4] </a:t>
            </a:r>
            <a:r>
              <a:rPr lang="de-DE" sz="900">
                <a:hlinkClick r:id="rId5"/>
              </a:rPr>
              <a:t>https://prepinsta.com/operating-systems/deadlock-introduction/</a:t>
            </a:r>
            <a:endParaRPr lang="de-DE" sz="900"/>
          </a:p>
          <a:p>
            <a:r>
              <a:rPr lang="de-DE" sz="900"/>
              <a:t>[5] </a:t>
            </a:r>
            <a:r>
              <a:rPr lang="de-DE" sz="900">
                <a:hlinkClick r:id="rId6"/>
              </a:rPr>
              <a:t>https://access.redhat.com/solutions/2260151</a:t>
            </a:r>
            <a:endParaRPr lang="de-DE" sz="900"/>
          </a:p>
          <a:p>
            <a:r>
              <a:rPr lang="de-DE" sz="900"/>
              <a:t>[6] </a:t>
            </a:r>
            <a:r>
              <a:rPr lang="de-DE" sz="900">
                <a:hlinkClick r:id="rId7"/>
              </a:rPr>
              <a:t>https://www.codetd.com/en/article/12667658</a:t>
            </a:r>
            <a:endParaRPr lang="de-DE" sz="900"/>
          </a:p>
          <a:p>
            <a:r>
              <a:rPr lang="de-DE" sz="900"/>
              <a:t>[7] </a:t>
            </a:r>
            <a:r>
              <a:rPr lang="de-DE" sz="900">
                <a:hlinkClick r:id="rId8"/>
              </a:rPr>
              <a:t>https://gerrit.ext.net.nokia.com/gerrit/gitweb?p=MN/RPSW/LFS/build/linux.git;a=commitdiff;h=89920e0c03483e2743eddd959d70d817d5dc264f</a:t>
            </a:r>
            <a:endParaRPr lang="de-DE" sz="900"/>
          </a:p>
          <a:p>
            <a:r>
              <a:rPr lang="de-DE" sz="900"/>
              <a:t>[8] </a:t>
            </a:r>
            <a:r>
              <a:rPr lang="de-DE" sz="900">
                <a:hlinkClick r:id="rId9"/>
              </a:rPr>
              <a:t>https://www.kernel.org/doc/html/latest/RCU/whatisRCU.html</a:t>
            </a:r>
            <a:endParaRPr lang="de-DE" sz="900"/>
          </a:p>
          <a:p>
            <a:r>
              <a:rPr lang="de-DE" sz="900"/>
              <a:t>[9] </a:t>
            </a:r>
            <a:r>
              <a:rPr lang="de-DE" sz="900">
                <a:hlinkClick r:id="rId10"/>
              </a:rPr>
              <a:t>https://docs.kernel.org/RCU/stallwarn.html</a:t>
            </a:r>
            <a:endParaRPr lang="de-DE" sz="900"/>
          </a:p>
          <a:p>
            <a:r>
              <a:rPr lang="de-DE" sz="900"/>
              <a:t>[10] </a:t>
            </a:r>
            <a:r>
              <a:rPr lang="de-DE" sz="900">
                <a:hlinkClick r:id="rId11"/>
              </a:rPr>
              <a:t>https://www.youtube.com/watch?v=23_GOr8Sz-E</a:t>
            </a:r>
            <a:r>
              <a:rPr lang="de-DE" sz="900"/>
              <a:t>   RCU stall </a:t>
            </a:r>
          </a:p>
          <a:p>
            <a:endParaRPr lang="de-DE" sz="900"/>
          </a:p>
          <a:p>
            <a:endParaRPr lang="de-DE" sz="1100"/>
          </a:p>
          <a:p>
            <a:endParaRPr lang="de-DE" sz="1100"/>
          </a:p>
          <a:p>
            <a:endParaRPr lang="de-DE" sz="1100"/>
          </a:p>
          <a:p>
            <a:endParaRPr lang="de-DE" sz="1100"/>
          </a:p>
          <a:p>
            <a:endParaRPr lang="de-DE" sz="1100"/>
          </a:p>
          <a:p>
            <a:endParaRPr lang="de-DE" sz="1100"/>
          </a:p>
        </p:txBody>
      </p:sp>
      <p:sp>
        <p:nvSpPr>
          <p:cNvPr id="6" name="Footer Placeholder 5">
            <a:extLst>
              <a:ext uri="{FF2B5EF4-FFF2-40B4-BE49-F238E27FC236}">
                <a16:creationId xmlns:a16="http://schemas.microsoft.com/office/drawing/2014/main" id="{B9C3EB18-2700-4A79-A869-7A71C1B80F27}"/>
              </a:ext>
            </a:extLst>
          </p:cNvPr>
          <p:cNvSpPr>
            <a:spLocks noGrp="1"/>
          </p:cNvSpPr>
          <p:nvPr>
            <p:ph type="ftr" sz="quarter" idx="14"/>
          </p:nvPr>
        </p:nvSpPr>
        <p:spPr/>
        <p:txBody>
          <a:bodyPr/>
          <a:lstStyle/>
          <a:p>
            <a:r>
              <a:rPr lang="en-GB"/>
              <a:t>01-04-2022</a:t>
            </a:r>
            <a:endParaRPr lang="en-US"/>
          </a:p>
        </p:txBody>
      </p:sp>
    </p:spTree>
    <p:extLst>
      <p:ext uri="{BB962C8B-B14F-4D97-AF65-F5344CB8AC3E}">
        <p14:creationId xmlns:p14="http://schemas.microsoft.com/office/powerpoint/2010/main" val="15711021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372448A6-34DF-4E7A-8BA7-A9D0E225C25A}"/>
              </a:ext>
            </a:extLst>
          </p:cNvPr>
          <p:cNvSpPr>
            <a:spLocks noGrp="1"/>
          </p:cNvSpPr>
          <p:nvPr>
            <p:ph type="ftr" sz="quarter" idx="10"/>
          </p:nvPr>
        </p:nvSpPr>
        <p:spPr/>
        <p:txBody>
          <a:bodyPr/>
          <a:lstStyle/>
          <a:p>
            <a:r>
              <a:rPr lang="en-GB"/>
              <a:t>01-04-2022</a:t>
            </a:r>
            <a:endParaRPr lang="en-US">
              <a:cs typeface="Arial" panose="020B0604020202020204" pitchFamily="34" charset="0"/>
            </a:endParaRPr>
          </a:p>
        </p:txBody>
      </p:sp>
      <p:sp>
        <p:nvSpPr>
          <p:cNvPr id="2" name="Text Placeholder 1">
            <a:extLst>
              <a:ext uri="{FF2B5EF4-FFF2-40B4-BE49-F238E27FC236}">
                <a16:creationId xmlns:a16="http://schemas.microsoft.com/office/drawing/2014/main" id="{4357E96F-6909-4AB2-AD25-75F80D99DA76}"/>
              </a:ext>
            </a:extLst>
          </p:cNvPr>
          <p:cNvSpPr>
            <a:spLocks noGrp="1"/>
          </p:cNvSpPr>
          <p:nvPr>
            <p:ph type="body" sz="quarter" idx="11"/>
          </p:nvPr>
        </p:nvSpPr>
        <p:spPr>
          <a:prstGeom prst="rect">
            <a:avLst/>
          </a:prstGeom>
        </p:spPr>
        <p:txBody>
          <a:bodyPr/>
          <a:lstStyle/>
          <a:p>
            <a:r>
              <a:rPr lang="en-GB"/>
              <a:t> </a:t>
            </a:r>
            <a:endParaRPr lang="en-US"/>
          </a:p>
        </p:txBody>
      </p:sp>
      <p:sp>
        <p:nvSpPr>
          <p:cNvPr id="3" name="Text Placeholder 2">
            <a:extLst>
              <a:ext uri="{FF2B5EF4-FFF2-40B4-BE49-F238E27FC236}">
                <a16:creationId xmlns:a16="http://schemas.microsoft.com/office/drawing/2014/main" id="{59A93D07-F1BE-43A0-8BF4-F5B77BB8DACA}"/>
              </a:ext>
            </a:extLst>
          </p:cNvPr>
          <p:cNvSpPr>
            <a:spLocks noGrp="1"/>
          </p:cNvSpPr>
          <p:nvPr>
            <p:ph type="body" sz="quarter" idx="12"/>
          </p:nvPr>
        </p:nvSpPr>
        <p:spPr>
          <a:prstGeom prst="rect">
            <a:avLst/>
          </a:prstGeom>
        </p:spPr>
        <p:txBody>
          <a:bodyPr/>
          <a:lstStyle/>
          <a:p>
            <a:r>
              <a:rPr lang="en-US"/>
              <a:t>Copyright and confidentiality</a:t>
            </a:r>
          </a:p>
        </p:txBody>
      </p:sp>
      <p:sp>
        <p:nvSpPr>
          <p:cNvPr id="10" name="Text Placeholder 4">
            <a:extLst>
              <a:ext uri="{FF2B5EF4-FFF2-40B4-BE49-F238E27FC236}">
                <a16:creationId xmlns:a16="http://schemas.microsoft.com/office/drawing/2014/main" id="{2E7CFBB7-C0D0-4D61-9889-F3BED7799A91}"/>
              </a:ext>
            </a:extLst>
          </p:cNvPr>
          <p:cNvSpPr txBox="1">
            <a:spLocks/>
          </p:cNvSpPr>
          <p:nvPr/>
        </p:nvSpPr>
        <p:spPr>
          <a:xfrm>
            <a:off x="417600" y="1563638"/>
            <a:ext cx="8308800" cy="2808312"/>
          </a:xfrm>
          <a:prstGeom prst="rect">
            <a:avLst/>
          </a:prstGeom>
        </p:spPr>
        <p:txBody>
          <a:bodyPr lIns="0" tIns="0" rIns="0" bIns="0" numCol="3" spcCol="144000">
            <a:normAutofit/>
          </a:bodyPr>
          <a:lstStyle>
            <a:lvl1pPr marL="0" indent="0" algn="l" defTabSz="914400" rtl="0" eaLnBrk="1" latinLnBrk="0" hangingPunct="1">
              <a:spcBef>
                <a:spcPts val="0"/>
              </a:spcBef>
              <a:spcAft>
                <a:spcPts val="600"/>
              </a:spcAft>
              <a:buFont typeface="Arial" panose="020B0604020202020204" pitchFamily="34" charset="0"/>
              <a:buNone/>
              <a:defRPr sz="1600" kern="1200">
                <a:solidFill>
                  <a:schemeClr val="tx2"/>
                </a:solidFill>
                <a:latin typeface="Nokia Pure Text Light" panose="020B0403020202020204" pitchFamily="34" charset="0"/>
                <a:ea typeface="Nokia Pure Text Light" panose="020B0403020202020204" pitchFamily="34" charset="0"/>
                <a:cs typeface="+mn-cs"/>
              </a:defRPr>
            </a:lvl1pPr>
            <a:lvl2pPr marL="230400" indent="0" algn="l" defTabSz="914400" rtl="0" eaLnBrk="1" latinLnBrk="0" hangingPunct="1">
              <a:spcBef>
                <a:spcPts val="0"/>
              </a:spcBef>
              <a:spcAft>
                <a:spcPts val="600"/>
              </a:spcAft>
              <a:buFont typeface="Arial" panose="020B0604020202020204" pitchFamily="34" charset="0"/>
              <a:buNone/>
              <a:defRPr sz="1400" kern="1200">
                <a:solidFill>
                  <a:schemeClr val="tx2"/>
                </a:solidFill>
                <a:latin typeface="Nokia Pure Text Light" panose="020B0403020202020204" pitchFamily="34" charset="0"/>
                <a:ea typeface="Nokia Pure Text Light" panose="020B0403020202020204" pitchFamily="34" charset="0"/>
                <a:cs typeface="+mn-cs"/>
              </a:defRPr>
            </a:lvl2pPr>
            <a:lvl3pPr marL="462600" indent="0" algn="l" defTabSz="914400" rtl="0" eaLnBrk="1" latinLnBrk="0" hangingPunct="1">
              <a:spcBef>
                <a:spcPts val="0"/>
              </a:spcBef>
              <a:spcAft>
                <a:spcPts val="600"/>
              </a:spcAft>
              <a:buFont typeface="Arial" panose="020B0604020202020204" pitchFamily="34" charset="0"/>
              <a:buNone/>
              <a:defRPr sz="1200" kern="1200">
                <a:solidFill>
                  <a:schemeClr val="tx2"/>
                </a:solidFill>
                <a:latin typeface="Nokia Pure Text Light" panose="020B0403020202020204" pitchFamily="34" charset="0"/>
                <a:ea typeface="Nokia Pure Text Light" panose="020B0403020202020204" pitchFamily="34" charset="0"/>
                <a:cs typeface="+mn-cs"/>
              </a:defRPr>
            </a:lvl3pPr>
            <a:lvl4pPr marL="693000" indent="0" algn="l" defTabSz="914400" rtl="0" eaLnBrk="1" latinLnBrk="0" hangingPunct="1">
              <a:spcBef>
                <a:spcPts val="0"/>
              </a:spcBef>
              <a:spcAft>
                <a:spcPts val="600"/>
              </a:spcAft>
              <a:buFont typeface="Arial" panose="020B0604020202020204" pitchFamily="34" charset="0"/>
              <a:buNone/>
              <a:defRPr sz="1000" kern="1200">
                <a:solidFill>
                  <a:schemeClr val="tx2"/>
                </a:solidFill>
                <a:latin typeface="Nokia Pure Text Light" panose="020B0403020202020204" pitchFamily="34" charset="0"/>
                <a:ea typeface="Nokia Pure Text Light" panose="020B0403020202020204" pitchFamily="34" charset="0"/>
                <a:cs typeface="+mn-cs"/>
              </a:defRPr>
            </a:lvl4pPr>
            <a:lvl5pPr marL="923400" indent="0" algn="l" defTabSz="914400" rtl="0" eaLnBrk="1" latinLnBrk="0" hangingPunct="1">
              <a:spcBef>
                <a:spcPts val="0"/>
              </a:spcBef>
              <a:spcAft>
                <a:spcPts val="600"/>
              </a:spcAft>
              <a:buFont typeface="Arial" panose="020B0604020202020204" pitchFamily="34" charset="0"/>
              <a:buNone/>
              <a:defRPr sz="800" kern="1200">
                <a:solidFill>
                  <a:schemeClr val="tx2"/>
                </a:solidFill>
                <a:latin typeface="Nokia Pure Text Light" panose="020B0403020202020204" pitchFamily="34" charset="0"/>
                <a:ea typeface="Nokia Pure Text Light" panose="020B0403020202020204" pitchFamily="34" charset="0"/>
                <a:cs typeface="+mn-cs"/>
              </a:defRPr>
            </a:lvl5pPr>
            <a:lvl6pPr marL="1382400" indent="-228600" algn="l" defTabSz="914400" rtl="0" eaLnBrk="1" latinLnBrk="0" hangingPunct="1">
              <a:spcBef>
                <a:spcPts val="0"/>
              </a:spcBef>
              <a:spcAft>
                <a:spcPts val="600"/>
              </a:spcAft>
              <a:buFont typeface="Nokia Pure Text" panose="020B0503020202020204" pitchFamily="34" charset="0"/>
              <a:buChar char="‒"/>
              <a:defRPr sz="800" kern="1200" baseline="0">
                <a:solidFill>
                  <a:schemeClr val="tx2"/>
                </a:solidFill>
                <a:latin typeface="Nokia Pure Text Light" panose="020B0403020202020204" pitchFamily="34" charset="0"/>
                <a:ea typeface="Nokia Pure Text Light" panose="020B0403020202020204" pitchFamily="34" charset="0"/>
                <a:cs typeface="+mn-cs"/>
              </a:defRPr>
            </a:lvl6pPr>
            <a:lvl7pPr marL="1612800" indent="-228600" algn="l" defTabSz="914400" rtl="0" eaLnBrk="1" latinLnBrk="0" hangingPunct="1">
              <a:spcBef>
                <a:spcPts val="0"/>
              </a:spcBef>
              <a:spcAft>
                <a:spcPts val="600"/>
              </a:spcAft>
              <a:buFont typeface="Arial" panose="020B0604020202020204" pitchFamily="34" charset="0"/>
              <a:buChar char="•"/>
              <a:defRPr sz="700" kern="1200">
                <a:solidFill>
                  <a:schemeClr val="tx2"/>
                </a:solidFill>
                <a:latin typeface="Nokia Pure Text Light" panose="020B0403020202020204" pitchFamily="34" charset="0"/>
                <a:ea typeface="Nokia Pure Text Light" panose="020B0403020202020204" pitchFamily="34" charset="0"/>
                <a:cs typeface="+mn-cs"/>
              </a:defRPr>
            </a:lvl7pPr>
            <a:lvl8pPr marL="1843200" indent="-228600" algn="l" defTabSz="914400" rtl="0" eaLnBrk="1" latinLnBrk="0" hangingPunct="1">
              <a:spcBef>
                <a:spcPts val="0"/>
              </a:spcBef>
              <a:spcAft>
                <a:spcPts val="600"/>
              </a:spcAft>
              <a:buFont typeface="Arial" panose="020B0604020202020204" pitchFamily="34" charset="0"/>
              <a:buChar char="•"/>
              <a:defRPr sz="600" kern="1200">
                <a:solidFill>
                  <a:schemeClr val="tx2"/>
                </a:solidFill>
                <a:latin typeface="Nokia Pure Text Light" panose="020B0403020202020204" pitchFamily="34" charset="0"/>
                <a:ea typeface="Nokia Pure Text Light" panose="020B0403020202020204" pitchFamily="34" charset="0"/>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The contents of this document are proprietary and confidential property of Nokia. This document is provided subject to confidentiality obligations of the applicable agreement(s).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is intended for use of Nokia’s customers and collaborators only for the purpose for which this document is submitted by Nokia. No part of this document may be reproduced or made available to the public or to any third party in any form or means without the prior written permission of Nokia. This document is to be used by properly trained professional personnel. Any use of the contents in this document is limited strictly to the use(s) specifically created in the applicable agreement(s) under which the document is submitted. The user of this document may voluntarily provide suggestions, comments or other feedback to Nokia in respect of the contents of this document ("Feedback"). </a:t>
            </a:r>
            <a:b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Such Feedback may be used in Nokia products and related specifications or other documentation. Accordingly, if the user of this document gives Nokia Feedback on the contents of this document, Nokia may freely use, disclose, reproduce, license, distribute and otherwise commercialize the feedback in any Nokia product, technology, service, specification or other documentation.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operates a policy of ongoing development. Nokia reserves the right to make changes and improvements to any of the products and/or services described in this document or withdraw this document at any time without prior notice.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The contents of this document are provided "as is". Except as required by applicable law, no warranties of any kind, either express or implied, including, but not limited to, the implied warranties of merchantability and fitness for a particular purpose, are made in relation to the accuracy, reliability or contents of this document. NOKIA SHALL NOT BE RESPONSIBLE IN ANY EVENT FOR ERRORS IN THIS DOCUMENT or for any loss of data or income or any special, incidental, consequential, indirect or direct damages howsoever caused, that might arise from the use of this document or any contents of this document.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This document and the product(s) it describes</a:t>
            </a:r>
            <a:b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are protected by copyright according to the</a:t>
            </a:r>
            <a:b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b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applicable laws. </a:t>
            </a: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endPar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ct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Arial" panose="020B0604020202020204" pitchFamily="34" charset="0"/>
              </a:rPr>
              <a:t>Nokia is a registered trademark of Nokia Corporation. Other product and company names mentioned herein may be trademarks or trade names of their respective owners.</a:t>
            </a:r>
            <a:endParaRPr kumimoji="0" lang="en-US" sz="900" b="0" i="0" u="none" strike="noStrike" kern="1200" cap="none" spc="0" normalizeH="0" baseline="0" noProof="0">
              <a:ln>
                <a:noFill/>
              </a:ln>
              <a:solidFill>
                <a:srgbClr val="001135"/>
              </a:solidFill>
              <a:effectLst/>
              <a:uLnTx/>
              <a:uFillTx/>
              <a:latin typeface="Nokia Pure Text Light" panose="020B0403020202020204" pitchFamily="34" charset="0"/>
              <a:ea typeface="Nokia Pure Text Light" panose="020B0403020202020204" pitchFamily="34" charset="0"/>
              <a:cs typeface="+mn-cs"/>
            </a:endParaRPr>
          </a:p>
        </p:txBody>
      </p:sp>
      <p:cxnSp>
        <p:nvCxnSpPr>
          <p:cNvPr id="11" name="Straight Connector 10">
            <a:extLst>
              <a:ext uri="{FF2B5EF4-FFF2-40B4-BE49-F238E27FC236}">
                <a16:creationId xmlns:a16="http://schemas.microsoft.com/office/drawing/2014/main" id="{CAA3E0A3-741D-424C-860E-ED01C8EBD767}"/>
              </a:ext>
            </a:extLst>
          </p:cNvPr>
          <p:cNvCxnSpPr/>
          <p:nvPr/>
        </p:nvCxnSpPr>
        <p:spPr>
          <a:xfrm>
            <a:off x="417600" y="1470025"/>
            <a:ext cx="8318251" cy="0"/>
          </a:xfrm>
          <a:prstGeom prst="line">
            <a:avLst/>
          </a:prstGeom>
          <a:noFill/>
          <a:ln w="9525" cap="flat" cmpd="sng" algn="ctr">
            <a:solidFill>
              <a:srgbClr val="124191"/>
            </a:solidFill>
            <a:prstDash val="solid"/>
          </a:ln>
          <a:effectLst/>
        </p:spPr>
      </p:cxnSp>
    </p:spTree>
    <p:extLst>
      <p:ext uri="{BB962C8B-B14F-4D97-AF65-F5344CB8AC3E}">
        <p14:creationId xmlns:p14="http://schemas.microsoft.com/office/powerpoint/2010/main" val="2903654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DD958E-1EC7-4749-8907-9259FB38F6F3}"/>
              </a:ext>
            </a:extLst>
          </p:cNvPr>
          <p:cNvSpPr>
            <a:spLocks noGrp="1"/>
          </p:cNvSpPr>
          <p:nvPr>
            <p:ph type="ftr" sz="quarter" idx="10"/>
          </p:nvPr>
        </p:nvSpPr>
        <p:spPr/>
        <p:txBody>
          <a:bodyPr/>
          <a:lstStyle/>
          <a:p>
            <a:r>
              <a:rPr lang="en-GB"/>
              <a:t>01-04-2022</a:t>
            </a:r>
            <a:endParaRPr lang="en-US">
              <a:cs typeface="Arial" panose="020B0604020202020204" pitchFamily="34" charset="0"/>
            </a:endParaRPr>
          </a:p>
        </p:txBody>
      </p:sp>
      <p:sp>
        <p:nvSpPr>
          <p:cNvPr id="2" name="Text Placeholder 1">
            <a:extLst>
              <a:ext uri="{FF2B5EF4-FFF2-40B4-BE49-F238E27FC236}">
                <a16:creationId xmlns:a16="http://schemas.microsoft.com/office/drawing/2014/main" id="{E60E7E51-4268-48F8-9341-CF4C41228016}"/>
              </a:ext>
            </a:extLst>
          </p:cNvPr>
          <p:cNvSpPr>
            <a:spLocks noGrp="1"/>
          </p:cNvSpPr>
          <p:nvPr>
            <p:ph type="body" sz="quarter" idx="11"/>
          </p:nvPr>
        </p:nvSpPr>
        <p:spPr>
          <a:prstGeom prst="rect">
            <a:avLst/>
          </a:prstGeom>
        </p:spPr>
        <p:txBody>
          <a:bodyPr/>
          <a:lstStyle/>
          <a:p>
            <a:r>
              <a:rPr lang="en-US"/>
              <a:t>Please delete this slide if document is uncontrolled</a:t>
            </a:r>
          </a:p>
        </p:txBody>
      </p:sp>
      <p:sp>
        <p:nvSpPr>
          <p:cNvPr id="3" name="Text Placeholder 2">
            <a:extLst>
              <a:ext uri="{FF2B5EF4-FFF2-40B4-BE49-F238E27FC236}">
                <a16:creationId xmlns:a16="http://schemas.microsoft.com/office/drawing/2014/main" id="{3A02FC7B-89F4-47A4-82F7-23AE74151938}"/>
              </a:ext>
            </a:extLst>
          </p:cNvPr>
          <p:cNvSpPr>
            <a:spLocks noGrp="1"/>
          </p:cNvSpPr>
          <p:nvPr>
            <p:ph type="body" sz="quarter" idx="12"/>
          </p:nvPr>
        </p:nvSpPr>
        <p:spPr>
          <a:prstGeom prst="rect">
            <a:avLst/>
          </a:prstGeom>
        </p:spPr>
        <p:txBody>
          <a:bodyPr/>
          <a:lstStyle/>
          <a:p>
            <a:r>
              <a:rPr lang="en-US"/>
              <a:t>Revision history and metadata</a:t>
            </a:r>
          </a:p>
        </p:txBody>
      </p:sp>
      <p:graphicFrame>
        <p:nvGraphicFramePr>
          <p:cNvPr id="5" name="Table 4">
            <a:extLst>
              <a:ext uri="{FF2B5EF4-FFF2-40B4-BE49-F238E27FC236}">
                <a16:creationId xmlns:a16="http://schemas.microsoft.com/office/drawing/2014/main" id="{A13B8FE0-9970-4164-A136-C1D599E1B5CE}"/>
              </a:ext>
            </a:extLst>
          </p:cNvPr>
          <p:cNvGraphicFramePr>
            <a:graphicFrameLocks noGrp="1"/>
          </p:cNvGraphicFramePr>
          <p:nvPr>
            <p:extLst>
              <p:ext uri="{D42A27DB-BD31-4B8C-83A1-F6EECF244321}">
                <p14:modId xmlns:p14="http://schemas.microsoft.com/office/powerpoint/2010/main" val="3054294132"/>
              </p:ext>
            </p:extLst>
          </p:nvPr>
        </p:nvGraphicFramePr>
        <p:xfrm>
          <a:off x="418396" y="1103461"/>
          <a:ext cx="8316000" cy="2926080"/>
        </p:xfrm>
        <a:graphic>
          <a:graphicData uri="http://schemas.openxmlformats.org/drawingml/2006/table">
            <a:tbl>
              <a:tblPr firstRow="1" bandRow="1">
                <a:tableStyleId>{2D5ABB26-0587-4C30-8999-92F81FD0307C}</a:tableStyleId>
              </a:tblPr>
              <a:tblGrid>
                <a:gridCol w="5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792000">
                  <a:extLst>
                    <a:ext uri="{9D8B030D-6E8A-4147-A177-3AD203B41FA5}">
                      <a16:colId xmlns:a16="http://schemas.microsoft.com/office/drawing/2014/main" val="20002"/>
                    </a:ext>
                  </a:extLst>
                </a:gridCol>
                <a:gridCol w="774000">
                  <a:extLst>
                    <a:ext uri="{9D8B030D-6E8A-4147-A177-3AD203B41FA5}">
                      <a16:colId xmlns:a16="http://schemas.microsoft.com/office/drawing/2014/main" val="20003"/>
                    </a:ext>
                  </a:extLst>
                </a:gridCol>
                <a:gridCol w="774000">
                  <a:extLst>
                    <a:ext uri="{9D8B030D-6E8A-4147-A177-3AD203B41FA5}">
                      <a16:colId xmlns:a16="http://schemas.microsoft.com/office/drawing/2014/main" val="20004"/>
                    </a:ext>
                  </a:extLst>
                </a:gridCol>
                <a:gridCol w="774000">
                  <a:extLst>
                    <a:ext uri="{9D8B030D-6E8A-4147-A177-3AD203B41FA5}">
                      <a16:colId xmlns:a16="http://schemas.microsoft.com/office/drawing/2014/main" val="20005"/>
                    </a:ext>
                  </a:extLst>
                </a:gridCol>
                <a:gridCol w="774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gridCol w="792000">
                  <a:extLst>
                    <a:ext uri="{9D8B030D-6E8A-4147-A177-3AD203B41FA5}">
                      <a16:colId xmlns:a16="http://schemas.microsoft.com/office/drawing/2014/main" val="20008"/>
                    </a:ext>
                  </a:extLst>
                </a:gridCol>
                <a:gridCol w="792000">
                  <a:extLst>
                    <a:ext uri="{9D8B030D-6E8A-4147-A177-3AD203B41FA5}">
                      <a16:colId xmlns:a16="http://schemas.microsoft.com/office/drawing/2014/main" val="20009"/>
                    </a:ext>
                  </a:extLst>
                </a:gridCol>
              </a:tblGrid>
              <a:tr h="184650">
                <a:tc gridSpan="10">
                  <a:txBody>
                    <a:bodyPr/>
                    <a:lstStyle/>
                    <a:p>
                      <a:r>
                        <a:rPr lang="en-US" sz="1000" b="1">
                          <a:solidFill>
                            <a:schemeClr val="tx2"/>
                          </a:solidFill>
                        </a:rPr>
                        <a:t>Document ID: DXXXXXXXXX</a:t>
                      </a:r>
                    </a:p>
                    <a:p>
                      <a:r>
                        <a:rPr lang="en-US" sz="1000" b="1">
                          <a:solidFill>
                            <a:schemeClr val="tx2"/>
                          </a:solidFill>
                        </a:rPr>
                        <a:t>Document Location:</a:t>
                      </a:r>
                    </a:p>
                    <a:p>
                      <a:r>
                        <a:rPr lang="en-US" sz="1000" b="1">
                          <a:solidFill>
                            <a:schemeClr val="tx2"/>
                          </a:solidFill>
                        </a:rPr>
                        <a:t>Organization:</a:t>
                      </a:r>
                      <a:endParaRPr lang="en-US" sz="1000" b="1">
                        <a:solidFill>
                          <a:schemeClr val="tx2"/>
                        </a:solidFill>
                        <a:latin typeface="Nokia Pure Text Light" panose="020B0403020202020204" pitchFamily="34" charset="0"/>
                        <a:ea typeface="Nokia Pure Text Light" panose="020B0403020202020204" pitchFamily="34" charset="0"/>
                      </a:endParaRPr>
                    </a:p>
                  </a:txBody>
                  <a:tcPr>
                    <a:no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tc hMerge="1">
                  <a:txBody>
                    <a:bodyPr/>
                    <a:lstStyle/>
                    <a:p>
                      <a:endParaRPr lang="en-US" sz="800"/>
                    </a:p>
                  </a:txBody>
                  <a:tcPr>
                    <a:solidFill>
                      <a:schemeClr val="tx1"/>
                    </a:solidFill>
                  </a:tcPr>
                </a:tc>
                <a:extLst>
                  <a:ext uri="{0D108BD9-81ED-4DB2-BD59-A6C34878D82A}">
                    <a16:rowId xmlns:a16="http://schemas.microsoft.com/office/drawing/2014/main" val="10000"/>
                  </a:ext>
                </a:extLst>
              </a:tr>
              <a:tr h="0">
                <a:tc>
                  <a:txBody>
                    <a:bodyPr/>
                    <a:lstStyle/>
                    <a:p>
                      <a:r>
                        <a:rPr lang="en-US" sz="800" b="1">
                          <a:solidFill>
                            <a:schemeClr val="tx2"/>
                          </a:solidFill>
                        </a:rPr>
                        <a:t>Version</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Description of changes</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Date</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Author</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Owner</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Status</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Reviewed by</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Reviewed</a:t>
                      </a:r>
                      <a:r>
                        <a:rPr lang="en-US" sz="800" b="1" baseline="0">
                          <a:solidFill>
                            <a:schemeClr val="tx2"/>
                          </a:solidFill>
                        </a:rPr>
                        <a:t> date</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Approver</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tc>
                  <a:txBody>
                    <a:bodyPr/>
                    <a:lstStyle/>
                    <a:p>
                      <a:r>
                        <a:rPr lang="en-US" sz="800" b="1">
                          <a:solidFill>
                            <a:schemeClr val="tx2"/>
                          </a:solidFill>
                        </a:rPr>
                        <a:t>Approval date</a:t>
                      </a:r>
                      <a:endParaRPr lang="en-US" sz="800" b="1">
                        <a:solidFill>
                          <a:schemeClr val="tx2"/>
                        </a:solidFill>
                        <a:latin typeface="Nokia Pure Text Light" panose="020B0403020202020204" pitchFamily="34" charset="0"/>
                        <a:ea typeface="Nokia Pure Text Light" panose="020B0403020202020204" pitchFamily="34" charset="0"/>
                      </a:endParaRPr>
                    </a:p>
                  </a:txBody>
                  <a:tcPr anchor="b">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en-US" sz="800">
                          <a:solidFill>
                            <a:schemeClr val="tx2"/>
                          </a:solidFill>
                          <a:latin typeface="Nokia Pure Text Light" panose="020B0403020202020204" pitchFamily="34" charset="0"/>
                          <a:ea typeface="Nokia Pure Text Light" panose="020B0403020202020204" pitchFamily="34" charset="0"/>
                        </a:rPr>
                        <a:t>1.0</a:t>
                      </a: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r>
                        <a:rPr lang="en-US" sz="800">
                          <a:solidFill>
                            <a:schemeClr val="tx2"/>
                          </a:solidFill>
                          <a:latin typeface="Nokia Pure Text Light" panose="020B0403020202020204" pitchFamily="34" charset="0"/>
                          <a:ea typeface="Nokia Pure Text Light" panose="020B0403020202020204" pitchFamily="34" charset="0"/>
                        </a:rPr>
                        <a:t>Initial version</a:t>
                      </a: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r>
                        <a:rPr lang="en-US" sz="800">
                          <a:solidFill>
                            <a:schemeClr val="tx2"/>
                          </a:solidFill>
                        </a:rPr>
                        <a:t>01-04-2022</a:t>
                      </a:r>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r>
                        <a:rPr lang="en-US" sz="800">
                          <a:solidFill>
                            <a:schemeClr val="tx2"/>
                          </a:solidFill>
                          <a:latin typeface="Nokia Pure Text Light" panose="020B0403020202020204" pitchFamily="34" charset="0"/>
                          <a:ea typeface="Nokia Pure Text Light" panose="020B0403020202020204" pitchFamily="34" charset="0"/>
                        </a:rPr>
                        <a:t>Wladislav Wiebe</a:t>
                      </a: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r>
                        <a:rPr lang="en-US" sz="800">
                          <a:solidFill>
                            <a:schemeClr val="tx2"/>
                          </a:solidFill>
                          <a:latin typeface="Nokia Pure Text Light" panose="020B0403020202020204" pitchFamily="34" charset="0"/>
                          <a:ea typeface="Nokia Pure Text Light" panose="020B0403020202020204" pitchFamily="34" charset="0"/>
                        </a:rPr>
                        <a:t>LFS</a:t>
                      </a: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tx2"/>
                          </a:solidFill>
                        </a:rPr>
                        <a:t>DD-MM-YYYY</a:t>
                      </a:r>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tx2"/>
                          </a:solidFill>
                        </a:rPr>
                        <a:t>DD-MM-YYYY</a:t>
                      </a:r>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lnB w="31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tc>
                  <a:txBody>
                    <a:bodyPr/>
                    <a:lstStyle/>
                    <a:p>
                      <a:endParaRPr lang="en-US" sz="800">
                        <a:solidFill>
                          <a:schemeClr val="tx2"/>
                        </a:solidFill>
                        <a:latin typeface="Nokia Pure Text Light" panose="020B0403020202020204" pitchFamily="34" charset="0"/>
                        <a:ea typeface="Nokia Pure Text Light" panose="020B0403020202020204" pitchFamily="34" charset="0"/>
                      </a:endParaRPr>
                    </a:p>
                  </a:txBody>
                  <a:tcPr anchor="ctr">
                    <a:lnT w="3175" cap="flat" cmpd="sng" algn="ctr">
                      <a:solidFill>
                        <a:schemeClr val="bg2"/>
                      </a:solidFill>
                      <a:prstDash val="solid"/>
                      <a:round/>
                      <a:headEnd type="none" w="med" len="med"/>
                      <a:tailEnd type="none" w="med" len="med"/>
                    </a:lnT>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30529890"/>
      </p:ext>
    </p:extLst>
  </p:cSld>
  <p:clrMapOvr>
    <a:masterClrMapping/>
  </p:clrMapOvr>
</p:sld>
</file>

<file path=ppt/theme/theme1.xml><?xml version="1.0" encoding="utf-8"?>
<a:theme xmlns:a="http://schemas.openxmlformats.org/drawingml/2006/main" name="1 White Master">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Nokia 2018">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72000" rIns="72000" bIns="72000" rtlCol="0">
        <a:noAutofit/>
      </a:bodyPr>
      <a:lstStyle>
        <a:defPPr algn="l">
          <a:spcAft>
            <a:spcPts val="300"/>
          </a:spcAft>
          <a:buSzPct val="100000"/>
          <a:defRPr sz="1200" dirty="0" smtClean="0">
            <a:solidFill>
              <a:schemeClr val="tx2"/>
            </a:solidFill>
          </a:defRPr>
        </a:defPPr>
      </a:lstStyle>
    </a:txDef>
  </a:objectDefaults>
  <a:extraClrSchemeLst/>
  <a:extLst>
    <a:ext uri="{05A4C25C-085E-4340-85A3-A5531E510DB2}">
      <thm15:themeFamily xmlns:thm15="http://schemas.microsoft.com/office/thememl/2012/main" name="Nokia Pure PowerPoint" id="{7BAB860A-E724-4F4A-99B4-1006A8C659F1}" vid="{FE952FBB-5457-4A32-BE2A-8D02ACC009B9}"/>
    </a:ext>
  </a:extLst>
</a:theme>
</file>

<file path=ppt/theme/theme2.xml><?xml version="1.0" encoding="utf-8"?>
<a:theme xmlns:a="http://schemas.openxmlformats.org/drawingml/2006/main" name="1_c 2018 Nokia">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Nokia 2018">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72000" rIns="72000" bIns="72000" rtlCol="0">
        <a:noAutofit/>
      </a:bodyPr>
      <a:lstStyle>
        <a:defPPr algn="l">
          <a:spcAft>
            <a:spcPts val="300"/>
          </a:spcAft>
          <a:buSzPct val="100000"/>
          <a:defRPr sz="1200" dirty="0" smtClean="0">
            <a:solidFill>
              <a:schemeClr val="tx2"/>
            </a:solidFill>
          </a:defRPr>
        </a:defPPr>
      </a:lstStyle>
    </a:txDef>
  </a:objectDefaults>
  <a:extraClrSchemeLst/>
  <a:extLst>
    <a:ext uri="{05A4C25C-085E-4340-85A3-A5531E510DB2}">
      <thm15:themeFamily xmlns:thm15="http://schemas.microsoft.com/office/thememl/2012/main" name="Nokia Pure PowerPoint" id="{7BAB860A-E724-4F4A-99B4-1006A8C659F1}" vid="{2FF4314B-668A-49AD-9774-BC143480C335}"/>
    </a:ext>
  </a:extLst>
</a:theme>
</file>

<file path=ppt/theme/theme3.xml><?xml version="1.0" encoding="utf-8"?>
<a:theme xmlns:a="http://schemas.openxmlformats.org/drawingml/2006/main" name="3_Blue">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kia Pure PowerPoint" id="{7BAB860A-E724-4F4A-99B4-1006A8C659F1}" vid="{5E366942-1386-43A1-A4AE-179B92C3E21C}"/>
    </a:ext>
  </a:extLst>
</a:theme>
</file>

<file path=ppt/theme/theme4.xml><?xml version="1.0" encoding="utf-8"?>
<a:theme xmlns:a="http://schemas.openxmlformats.org/drawingml/2006/main" name="4_Blue End Slide">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kia Pure PowerPoint" id="{7BAB860A-E724-4F4A-99B4-1006A8C659F1}" vid="{FD6C4E76-89B8-4BA5-9C01-02F76A5B8718}"/>
    </a:ext>
  </a:extLst>
</a:theme>
</file>

<file path=ppt/theme/theme5.xml><?xml version="1.0" encoding="utf-8"?>
<a:theme xmlns:a="http://schemas.openxmlformats.org/drawingml/2006/main" name="5_White End Slide">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kia Pure PowerPoint" id="{7BAB860A-E724-4F4A-99B4-1006A8C659F1}" vid="{075DBFAE-4D9C-465C-9E26-5CEFE93D3E5F}"/>
    </a:ext>
  </a:extLst>
</a:theme>
</file>

<file path=ppt/theme/theme6.xml><?xml version="1.0" encoding="utf-8"?>
<a:theme xmlns:a="http://schemas.openxmlformats.org/drawingml/2006/main" name="6_Gray">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kia Pure PowerPoint" id="{7BAB860A-E724-4F4A-99B4-1006A8C659F1}" vid="{0CCAEB13-9316-4900-BA03-AE0C1C45B73A}"/>
    </a:ext>
  </a:extLst>
</a:theme>
</file>

<file path=ppt/theme/theme7.xml><?xml version="1.0" encoding="utf-8"?>
<a:theme xmlns:a="http://schemas.openxmlformats.org/drawingml/2006/main" name="4_1 White Master">
  <a:themeElements>
    <a:clrScheme name="C 2018 Nokia">
      <a:dk1>
        <a:srgbClr val="124191"/>
      </a:dk1>
      <a:lt1>
        <a:srgbClr val="FFFFFF"/>
      </a:lt1>
      <a:dk2>
        <a:srgbClr val="001135"/>
      </a:dk2>
      <a:lt2>
        <a:srgbClr val="4D5766"/>
      </a:lt2>
      <a:accent1>
        <a:srgbClr val="98A2AE"/>
      </a:accent1>
      <a:accent2>
        <a:srgbClr val="BEC8D2"/>
      </a:accent2>
      <a:accent3>
        <a:srgbClr val="00C9FF"/>
      </a:accent3>
      <a:accent4>
        <a:srgbClr val="FF3154"/>
      </a:accent4>
      <a:accent5>
        <a:srgbClr val="FFFB00"/>
      </a:accent5>
      <a:accent6>
        <a:srgbClr val="4BDD33"/>
      </a:accent6>
      <a:hlink>
        <a:srgbClr val="124191"/>
      </a:hlink>
      <a:folHlink>
        <a:srgbClr val="001135"/>
      </a:folHlink>
    </a:clrScheme>
    <a:fontScheme name="Nokia 2018">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3175"/>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tIns="72000" rIns="72000" bIns="72000" rtlCol="0">
        <a:noAutofit/>
      </a:bodyPr>
      <a:lstStyle>
        <a:defPPr algn="l">
          <a:spcAft>
            <a:spcPts val="300"/>
          </a:spcAft>
          <a:buSzPct val="100000"/>
          <a:defRPr sz="1200" dirty="0" smtClean="0">
            <a:solidFill>
              <a:schemeClr val="tx2"/>
            </a:solidFill>
          </a:defRPr>
        </a:defPPr>
      </a:lstStyle>
    </a:txDef>
  </a:objectDefaults>
  <a:extraClrSchemeLst/>
  <a:extLst>
    <a:ext uri="{05A4C25C-085E-4340-85A3-A5531E510DB2}">
      <thm15:themeFamily xmlns:thm15="http://schemas.microsoft.com/office/thememl/2012/main" name="RS21015_Nokia Pure PowerPoint" id="{DB366936-CDBD-4680-BE6A-529E8906FE8F}" vid="{596A7182-A3CB-4127-A499-66CF58D365AE}"/>
    </a:ext>
  </a:extLst>
</a:theme>
</file>

<file path=ppt/theme/theme8.xml><?xml version="1.0" encoding="utf-8"?>
<a:theme xmlns:a="http://schemas.openxmlformats.org/drawingml/2006/main" name="7_Nokia Master Blue Background">
  <a:themeElements>
    <a:clrScheme name="Nokia Master Theme">
      <a:dk1>
        <a:srgbClr val="124191"/>
      </a:dk1>
      <a:lt1>
        <a:srgbClr val="FFFFFF"/>
      </a:lt1>
      <a:dk2>
        <a:srgbClr val="FFFFFF"/>
      </a:dk2>
      <a:lt2>
        <a:srgbClr val="68717A"/>
      </a:lt2>
      <a:accent1>
        <a:srgbClr val="00C9FF"/>
      </a:accent1>
      <a:accent2>
        <a:srgbClr val="00C9FF"/>
      </a:accent2>
      <a:accent3>
        <a:srgbClr val="00C9FF"/>
      </a:accent3>
      <a:accent4>
        <a:srgbClr val="A8BBC0"/>
      </a:accent4>
      <a:accent5>
        <a:srgbClr val="A8BBC0"/>
      </a:accent5>
      <a:accent6>
        <a:srgbClr val="D8D9DA"/>
      </a:accent6>
      <a:hlink>
        <a:srgbClr val="124191"/>
      </a:hlink>
      <a:folHlink>
        <a:srgbClr val="124191"/>
      </a:folHlink>
    </a:clrScheme>
    <a:fontScheme name="Nokia Pure v2">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tIns="90000" bIns="90000" rtlCol="0" anchor="t" anchorCtr="0"/>
      <a:lstStyle>
        <a:defPPr algn="ctr" fontAlgn="auto">
          <a:spcBef>
            <a:spcPts val="0"/>
          </a:spcBef>
          <a:spcAft>
            <a:spcPts val="0"/>
          </a:spcAft>
          <a:defRPr dirty="0" smtClean="0">
            <a:solidFill>
              <a:schemeClr val="accent4"/>
            </a:solidFill>
          </a:defRPr>
        </a:defPPr>
      </a:lstStyle>
      <a:style>
        <a:lnRef idx="1">
          <a:schemeClr val="accent1"/>
        </a:lnRef>
        <a:fillRef idx="3">
          <a:schemeClr val="accent1"/>
        </a:fillRef>
        <a:effectRef idx="2">
          <a:schemeClr val="accent1"/>
        </a:effectRef>
        <a:fontRef idx="minor">
          <a:schemeClr val="lt1"/>
        </a:fontRef>
      </a:style>
    </a:spDef>
    <a:lnDef>
      <a:spPr>
        <a:ln w="19050" cmpd="sng">
          <a:solidFill>
            <a:schemeClr val="accent3"/>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latin typeface="+mn-lt"/>
          </a:defRPr>
        </a:defPPr>
      </a:lstStyle>
    </a:txDef>
  </a:objectDefaults>
  <a:extraClrSchemeLst/>
  <a:extLst>
    <a:ext uri="{05A4C25C-085E-4340-85A3-A5531E510DB2}">
      <thm15:themeFamily xmlns:thm15="http://schemas.microsoft.com/office/thememl/2012/main" name="Nokia PowerPoint Template Nokia Pure v12" id="{7AC05BEF-BBDF-4CF1-AA23-A676535EABCE}" vid="{AF106B15-0C1E-44CE-A53A-F2CB8A6EA7E7}"/>
    </a:ext>
  </a:extLst>
</a:theme>
</file>

<file path=ppt/theme/theme9.xml><?xml version="1.0" encoding="utf-8"?>
<a:theme xmlns:a="http://schemas.openxmlformats.org/drawingml/2006/main" name="Nokia_PowerPoint_Template">
  <a:themeElements>
    <a:clrScheme name="Nokia Master Theme">
      <a:dk1>
        <a:srgbClr val="124191"/>
      </a:dk1>
      <a:lt1>
        <a:srgbClr val="FFFFFF"/>
      </a:lt1>
      <a:dk2>
        <a:srgbClr val="FFFFFF"/>
      </a:dk2>
      <a:lt2>
        <a:srgbClr val="68717A"/>
      </a:lt2>
      <a:accent1>
        <a:srgbClr val="00C9FF"/>
      </a:accent1>
      <a:accent2>
        <a:srgbClr val="00C9FF"/>
      </a:accent2>
      <a:accent3>
        <a:srgbClr val="00C9FF"/>
      </a:accent3>
      <a:accent4>
        <a:srgbClr val="A8BBC0"/>
      </a:accent4>
      <a:accent5>
        <a:srgbClr val="A8BBC0"/>
      </a:accent5>
      <a:accent6>
        <a:srgbClr val="D8D9DA"/>
      </a:accent6>
      <a:hlink>
        <a:srgbClr val="124191"/>
      </a:hlink>
      <a:folHlink>
        <a:srgbClr val="124191"/>
      </a:folHlink>
    </a:clrScheme>
    <a:fontScheme name="Nokia Pure v2">
      <a:majorFont>
        <a:latin typeface="Nokia Pure Headline Light"/>
        <a:ea typeface=""/>
        <a:cs typeface=""/>
      </a:majorFont>
      <a:minorFont>
        <a:latin typeface="Nokia Pure Tex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effectLst/>
      </a:spPr>
      <a:bodyPr tIns="90000" bIns="90000" rtlCol="0" anchor="t" anchorCtr="0"/>
      <a:lstStyle>
        <a:defPPr algn="ctr" fontAlgn="auto">
          <a:spcBef>
            <a:spcPts val="0"/>
          </a:spcBef>
          <a:spcAft>
            <a:spcPts val="0"/>
          </a:spcAft>
          <a:defRPr dirty="0" smtClean="0">
            <a:solidFill>
              <a:schemeClr val="accent4"/>
            </a:solidFill>
          </a:defRPr>
        </a:defPPr>
      </a:lstStyle>
      <a:style>
        <a:lnRef idx="1">
          <a:schemeClr val="accent1"/>
        </a:lnRef>
        <a:fillRef idx="3">
          <a:schemeClr val="accent1"/>
        </a:fillRef>
        <a:effectRef idx="2">
          <a:schemeClr val="accent1"/>
        </a:effectRef>
        <a:fontRef idx="minor">
          <a:schemeClr val="lt1"/>
        </a:fontRef>
      </a:style>
    </a:spDef>
    <a:lnDef>
      <a:spPr>
        <a:ln w="19050" cmpd="sng">
          <a:solidFill>
            <a:schemeClr val="accent3"/>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okia PowerPoint Template Nokia Pure v12" id="{7AC05BEF-BBDF-4CF1-AA23-A676535EABCE}" vid="{991539CA-B441-4AED-8339-F6770207F6A2}"/>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HideFromDelve xmlns="71c5aaf6-e6ce-465b-b873-5148d2a4c105">false</HideFromDelve>
    <_dlc_DocId xmlns="71c5aaf6-e6ce-465b-b873-5148d2a4c105">T3I5PANI4T4B-1427775025-10047</_dlc_DocId>
    <_dlc_DocIdUrl xmlns="71c5aaf6-e6ce-465b-b873-5148d2a4c105">
      <Url>https://nokia.sharepoint.com/sites/ps/lfs/_layouts/15/DocIdRedir.aspx?ID=T3I5PANI4T4B-1427775025-10047</Url>
      <Description>T3I5PANI4T4B-1427775025-10047</Description>
    </_dlc_DocIdUrl>
    <Category xmlns="47af9d2c-9a3f-4170-975a-183aabef2f3a">
      <Value>Guide</Value>
    </Category>
    <Description0 xmlns="47af9d2c-9a3f-4170-975a-183aabef2f3a" xsi:nil="true"/>
    <Creator xmlns="47af9d2c-9a3f-4170-975a-183aabef2f3a">
      <UserInfo>
        <DisplayName/>
        <AccountId xsi:nil="true"/>
        <AccountType/>
      </UserInfo>
    </Creator>
    <Owner_x0020_Team xmlns="47af9d2c-9a3f-4170-975a-183aabef2f3a">LFS</Owner_x0020_Team>
    <TaxCatchAll xmlns="71c5aaf6-e6ce-465b-b873-5148d2a4c105" xsi:nil="true"/>
    <lcf76f155ced4ddcb4097134ff3c332f xmlns="47af9d2c-9a3f-4170-975a-183aabef2f3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04D278BB16E644EACFED6C07A2DD1CC" ma:contentTypeVersion="485" ma:contentTypeDescription="Create a new document." ma:contentTypeScope="" ma:versionID="114e925b6e6fa9f459dbbff1eda88786">
  <xsd:schema xmlns:xsd="http://www.w3.org/2001/XMLSchema" xmlns:xs="http://www.w3.org/2001/XMLSchema" xmlns:p="http://schemas.microsoft.com/office/2006/metadata/properties" xmlns:ns2="71c5aaf6-e6ce-465b-b873-5148d2a4c105" xmlns:ns3="47af9d2c-9a3f-4170-975a-183aabef2f3a" xmlns:ns4="8376696b-01bc-4451-8dd2-77c323e19ccf" targetNamespace="http://schemas.microsoft.com/office/2006/metadata/properties" ma:root="true" ma:fieldsID="9cebfadfe6029f2930fa67d958108b9d" ns2:_="" ns3:_="" ns4:_="">
    <xsd:import namespace="71c5aaf6-e6ce-465b-b873-5148d2a4c105"/>
    <xsd:import namespace="47af9d2c-9a3f-4170-975a-183aabef2f3a"/>
    <xsd:import namespace="8376696b-01bc-4451-8dd2-77c323e19ccf"/>
    <xsd:element name="properties">
      <xsd:complexType>
        <xsd:sequence>
          <xsd:element name="documentManagement">
            <xsd:complexType>
              <xsd:all>
                <xsd:element ref="ns2:_dlc_DocId" minOccurs="0"/>
                <xsd:element ref="ns2:_dlc_DocIdUrl" minOccurs="0"/>
                <xsd:element ref="ns2:_dlc_DocIdPersistId" minOccurs="0"/>
                <xsd:element ref="ns2:HideFromDelve" minOccurs="0"/>
                <xsd:element ref="ns3:Category" minOccurs="0"/>
                <xsd:element ref="ns3:Creator" minOccurs="0"/>
                <xsd:element ref="ns3:Description0" minOccurs="0"/>
                <xsd:element ref="ns4:SharedWithUsers" minOccurs="0"/>
                <xsd:element ref="ns4:SharedWithDetails" minOccurs="0"/>
                <xsd:element ref="ns3:MediaServiceMetadata" minOccurs="0"/>
                <xsd:element ref="ns3:MediaServiceFastMetadata" minOccurs="0"/>
                <xsd:element ref="ns3:Owner_x0020_Team" minOccurs="0"/>
                <xsd:element ref="ns3:MediaServiceDateTaken" minOccurs="0"/>
                <xsd:element ref="ns3:MediaServiceLocatio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c5aaf6-e6ce-465b-b873-5148d2a4c10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HideFromDelve" ma:index="11" nillable="true" ma:displayName="HideFromDelve" ma:default="0" ma:internalName="HideFromDelve">
      <xsd:simpleType>
        <xsd:restriction base="dms:Boolean"/>
      </xsd:simpleType>
    </xsd:element>
    <xsd:element name="TaxCatchAll" ma:index="31" nillable="true" ma:displayName="Taxonomy Catch All Column" ma:hidden="true" ma:list="{274bb343-4a73-4ac2-8739-c391a848314d}" ma:internalName="TaxCatchAll" ma:showField="CatchAllData" ma:web="8376696b-01bc-4451-8dd2-77c323e19cc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af9d2c-9a3f-4170-975a-183aabef2f3a" elementFormDefault="qualified">
    <xsd:import namespace="http://schemas.microsoft.com/office/2006/documentManagement/types"/>
    <xsd:import namespace="http://schemas.microsoft.com/office/infopath/2007/PartnerControls"/>
    <xsd:element name="Category" ma:index="12" nillable="true" ma:displayName="Category" ma:default="Guide" ma:internalName="Category">
      <xsd:complexType>
        <xsd:complexContent>
          <xsd:extension base="dms:MultiChoice">
            <xsd:sequence>
              <xsd:element name="Value" maxOccurs="unbounded" minOccurs="0" nillable="true">
                <xsd:simpleType>
                  <xsd:restriction base="dms:Choice">
                    <xsd:enumeration value="Description"/>
                    <xsd:enumeration value="Guide"/>
                    <xsd:enumeration value="Minutes"/>
                    <xsd:enumeration value="Newsletter"/>
                    <xsd:enumeration value="OrgChart"/>
                    <xsd:enumeration value="External Cooperation"/>
                    <xsd:enumeration value="Research"/>
                    <xsd:enumeration value="Template"/>
                    <xsd:enumeration value="(other)"/>
                  </xsd:restriction>
                </xsd:simpleType>
              </xsd:element>
            </xsd:sequence>
          </xsd:extension>
        </xsd:complexContent>
      </xsd:complexType>
    </xsd:element>
    <xsd:element name="Creator" ma:index="13" nillable="true" ma:displayName="Creator" ma:list="UserInfo" ma:SharePointGroup="0" ma:internalName="Creat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cription0" ma:index="14" nillable="true" ma:displayName="Description" ma:internalName="Description0">
      <xsd:simpleType>
        <xsd:restriction base="dms:Note">
          <xsd:maxLength value="255"/>
        </xsd:restriction>
      </xsd:simpleType>
    </xsd:element>
    <xsd:element name="MediaServiceMetadata" ma:index="17" nillable="true" ma:displayName="MediaServiceMetadata" ma:description="" ma:hidden="true" ma:internalName="MediaServiceMetadata" ma:readOnly="true">
      <xsd:simpleType>
        <xsd:restriction base="dms:Note"/>
      </xsd:simpleType>
    </xsd:element>
    <xsd:element name="MediaServiceFastMetadata" ma:index="18" nillable="true" ma:displayName="MediaServiceFastMetadata" ma:description="" ma:hidden="true" ma:internalName="MediaServiceFastMetadata" ma:readOnly="true">
      <xsd:simpleType>
        <xsd:restriction base="dms:Note"/>
      </xsd:simpleType>
    </xsd:element>
    <xsd:element name="Owner_x0020_Team" ma:index="19" nillable="true" ma:displayName="Owner Team" ma:default="LFS" ma:format="Dropdown" ma:internalName="Owner_x0020_Team">
      <xsd:simpleType>
        <xsd:restriction base="dms:Choice">
          <xsd:enumeration value="LFS"/>
          <xsd:enumeration value="PS1"/>
          <xsd:enumeration value="PS1 LFS1 (Paris)"/>
          <xsd:enumeration value="PS1 LFS2 (Paris)"/>
          <xsd:enumeration value="PS1 LFS3 (Paris)"/>
          <xsd:enumeration value="PS1 LFS4 (US)"/>
          <xsd:enumeration value="PS2"/>
          <xsd:enumeration value="PS2 LFS1 (Ulm)"/>
          <xsd:enumeration value="PS2 LFS2 (Wroclaw)"/>
          <xsd:enumeration value="PS2 LFS3 (Oulu)"/>
          <xsd:enumeration value="PS2 LFS4 (Ulm)"/>
          <xsd:enumeration value="PS2 LFS5 (Wroclaw)"/>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ServiceAutoTags" ma:index="22" nillable="true" ma:displayName="Tags" ma:internalName="MediaServiceAutoTag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AutoKeyPoints" ma:index="26" nillable="true" ma:displayName="MediaServiceAutoKeyPoints" ma:hidden="true" ma:internalName="MediaServiceAutoKeyPoints" ma:readOnly="true">
      <xsd:simpleType>
        <xsd:restriction base="dms:Note"/>
      </xsd:simpleType>
    </xsd:element>
    <xsd:element name="MediaServiceKeyPoints" ma:index="27" nillable="true" ma:displayName="KeyPoints" ma:internalName="MediaServiceKeyPoints" ma:readOnly="true">
      <xsd:simpleType>
        <xsd:restriction base="dms:Note">
          <xsd:maxLength value="255"/>
        </xsd:restriction>
      </xsd:simpleType>
    </xsd:element>
    <xsd:element name="MediaLengthInSeconds" ma:index="28" nillable="true" ma:displayName="Length (seconds)"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34c87397-5fc1-491e-85e7-d6110dbe9cb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376696b-01bc-4451-8dd2-77c323e19ccf" elementFormDefault="qualified">
    <xsd:import namespace="http://schemas.microsoft.com/office/2006/documentManagement/types"/>
    <xsd:import namespace="http://schemas.microsoft.com/office/infopath/2007/PartnerControls"/>
    <xsd:element name="SharedWithUsers" ma:index="15"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939405ac-235b-4c6a-9859-c70ae8c02984" ContentTypeId="0x0101" PreviousValue="true"/>
</file>

<file path=customXml/item5.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1A5087E-D875-4389-9B23-8434F51180AC}">
  <ds:schemaRefs>
    <ds:schemaRef ds:uri="47af9d2c-9a3f-4170-975a-183aabef2f3a"/>
    <ds:schemaRef ds:uri="71c5aaf6-e6ce-465b-b873-5148d2a4c105"/>
    <ds:schemaRef ds:uri="8376696b-01bc-4451-8dd2-77c323e19cc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DED2D23-3C7F-41E8-ACA8-DA4828291003}">
  <ds:schemaRefs>
    <ds:schemaRef ds:uri="http://schemas.microsoft.com/sharepoint/v3/contenttype/forms"/>
  </ds:schemaRefs>
</ds:datastoreItem>
</file>

<file path=customXml/itemProps3.xml><?xml version="1.0" encoding="utf-8"?>
<ds:datastoreItem xmlns:ds="http://schemas.openxmlformats.org/officeDocument/2006/customXml" ds:itemID="{C16D804A-EF29-48D4-A7E1-874BF2548E29}"/>
</file>

<file path=customXml/itemProps4.xml><?xml version="1.0" encoding="utf-8"?>
<ds:datastoreItem xmlns:ds="http://schemas.openxmlformats.org/officeDocument/2006/customXml" ds:itemID="{D4BAEEFA-3B73-4304-8136-2D4119A2C47D}">
  <ds:schemaRefs>
    <ds:schemaRef ds:uri="Microsoft.SharePoint.Taxonomy.ContentTypeSync"/>
  </ds:schemaRefs>
</ds:datastoreItem>
</file>

<file path=customXml/itemProps5.xml><?xml version="1.0" encoding="utf-8"?>
<ds:datastoreItem xmlns:ds="http://schemas.openxmlformats.org/officeDocument/2006/customXml" ds:itemID="{94F9E805-0F99-428A-92BB-FC3CB76DE706}">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41</Slides>
  <Notes>0</Notes>
  <HiddenSlides>0</HiddenSlides>
  <ScaleCrop>false</ScaleCrop>
  <HeadingPairs>
    <vt:vector size="4" baseType="variant">
      <vt:variant>
        <vt:lpstr>Theme</vt:lpstr>
      </vt:variant>
      <vt:variant>
        <vt:i4>9</vt:i4>
      </vt:variant>
      <vt:variant>
        <vt:lpstr>Slide Titles</vt:lpstr>
      </vt:variant>
      <vt:variant>
        <vt:i4>41</vt:i4>
      </vt:variant>
    </vt:vector>
  </HeadingPairs>
  <TitlesOfParts>
    <vt:vector size="50" baseType="lpstr">
      <vt:lpstr>1 White Master</vt:lpstr>
      <vt:lpstr>1_c 2018 Nokia</vt:lpstr>
      <vt:lpstr>3_Blue</vt:lpstr>
      <vt:lpstr>4_Blue End Slide</vt:lpstr>
      <vt:lpstr>5_White End Slide</vt:lpstr>
      <vt:lpstr>6_Gray</vt:lpstr>
      <vt:lpstr>4_1 White Master</vt:lpstr>
      <vt:lpstr>7_Nokia Master Blue Background</vt:lpstr>
      <vt:lpstr>Nokia_PowerPoint_Template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Wiebe, Wladislav (Nokia - DE/Ulm)</dc:creator>
  <cp:revision>1</cp:revision>
  <dcterms:created xsi:type="dcterms:W3CDTF">2021-04-23T08:42:50Z</dcterms:created>
  <dcterms:modified xsi:type="dcterms:W3CDTF">2022-04-29T06:39:59Z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0x010100404D278BB16E644EACFED6C07A2DD1CC</vt:lpwstr>
  </property>
  <property fmtid="{D5CDD505-2E9C-101B-9397-08002B2CF9AE}" pid="3" name="_dlc_DocIdItemGuid">
    <vt:lpwstr>1a5994c3-dfa8-481b-8103-d17b7a4756bc</vt:lpwstr>
  </property>
  <property fmtid="{D5CDD505-2E9C-101B-9397-08002B2CF9AE}" pid="4" name="MSIP_Label_46cc7c65-2b09-40ab-abef-d10548338a3b_Enabled">
    <vt:lpwstr>true</vt:lpwstr>
  </property>
  <property fmtid="{D5CDD505-2E9C-101B-9397-08002B2CF9AE}" pid="5" name="MSIP_Label_46cc7c65-2b09-40ab-abef-d10548338a3b_SetDate">
    <vt:lpwstr>2021-10-07T11:55:04Z</vt:lpwstr>
  </property>
  <property fmtid="{D5CDD505-2E9C-101B-9397-08002B2CF9AE}" pid="6" name="MSIP_Label_46cc7c65-2b09-40ab-abef-d10548338a3b_Method">
    <vt:lpwstr>Privileged</vt:lpwstr>
  </property>
  <property fmtid="{D5CDD505-2E9C-101B-9397-08002B2CF9AE}" pid="7" name="MSIP_Label_46cc7c65-2b09-40ab-abef-d10548338a3b_Name">
    <vt:lpwstr>46cc7c65-2b09-40ab-abef-d10548338a3b</vt:lpwstr>
  </property>
  <property fmtid="{D5CDD505-2E9C-101B-9397-08002B2CF9AE}" pid="8" name="MSIP_Label_46cc7c65-2b09-40ab-abef-d10548338a3b_SiteId">
    <vt:lpwstr>5d471751-9675-428d-917b-70f44f9630b0</vt:lpwstr>
  </property>
  <property fmtid="{D5CDD505-2E9C-101B-9397-08002B2CF9AE}" pid="9" name="MSIP_Label_46cc7c65-2b09-40ab-abef-d10548338a3b_ActionId">
    <vt:lpwstr>b3f123fc-19cd-4ecc-bbb5-a663aff66f1d</vt:lpwstr>
  </property>
  <property fmtid="{D5CDD505-2E9C-101B-9397-08002B2CF9AE}" pid="10" name="MSIP_Label_46cc7c65-2b09-40ab-abef-d10548338a3b_ContentBits">
    <vt:lpwstr>2</vt:lpwstr>
  </property>
</Properties>
</file>