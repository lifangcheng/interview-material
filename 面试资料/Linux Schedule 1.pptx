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50" r:id="rId5"/>
    <p:sldMasterId id="2147483660" r:id="rId6"/>
    <p:sldMasterId id="2147483662" r:id="rId7"/>
    <p:sldMasterId id="2147483667" r:id="rId8"/>
    <p:sldMasterId id="2147483669" r:id="rId9"/>
    <p:sldMasterId id="2147483675" r:id="rId10"/>
  </p:sldMasterIdLst>
  <p:notesMasterIdLst>
    <p:notesMasterId r:id="rId27"/>
  </p:notesMasterIdLst>
  <p:handoutMasterIdLst>
    <p:handoutMasterId r:id="rId28"/>
  </p:handoutMasterIdLst>
  <p:sldIdLst>
    <p:sldId id="256" r:id="rId11"/>
    <p:sldId id="334" r:id="rId12"/>
    <p:sldId id="314" r:id="rId13"/>
    <p:sldId id="315" r:id="rId14"/>
    <p:sldId id="319" r:id="rId15"/>
    <p:sldId id="318" r:id="rId16"/>
    <p:sldId id="320" r:id="rId17"/>
    <p:sldId id="317" r:id="rId18"/>
    <p:sldId id="321" r:id="rId19"/>
    <p:sldId id="324" r:id="rId20"/>
    <p:sldId id="323" r:id="rId21"/>
    <p:sldId id="333" r:id="rId22"/>
    <p:sldId id="325" r:id="rId23"/>
    <p:sldId id="326" r:id="rId24"/>
    <p:sldId id="312" r:id="rId25"/>
    <p:sldId id="257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41" autoAdjust="0"/>
  </p:normalViewPr>
  <p:slideViewPr>
    <p:cSldViewPr snapToGrid="0">
      <p:cViewPr varScale="1">
        <p:scale>
          <a:sx n="115" d="100"/>
          <a:sy n="115" d="100"/>
        </p:scale>
        <p:origin x="403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A89465-CE0D-4B39-B8B5-5B40FD41020B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67820-9C07-4A23-A314-1D46E1045A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9590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606B7A-D931-4D98-BBAC-7D170C3BA55E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E8580-4ED0-43D7-A417-589F979536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02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1 White - plain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68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4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375096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2 White - one col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76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 White - two col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2"/>
                </a:solidFill>
                <a:latin typeface="+mn-lt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2"/>
                </a:solidFill>
                <a:latin typeface="+mn-lt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2"/>
                </a:solidFill>
                <a:latin typeface="+mn-lt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tx2"/>
                </a:solidFill>
                <a:latin typeface="+mn-lt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2"/>
                </a:solidFill>
                <a:latin typeface="+mn-lt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2"/>
                </a:solidFill>
                <a:latin typeface="+mn-lt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2"/>
                </a:solidFill>
                <a:latin typeface="+mn-lt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tx2"/>
                </a:solidFill>
                <a:latin typeface="+mn-lt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70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4 White - three col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56321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5 White - four col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2952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 White - INTER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2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4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sz="800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sz="600" dirty="0"/>
              <a:t>Eighth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58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4 White - three col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4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354194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 Blue - EXTERNAL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6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sz="800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sz="600" dirty="0"/>
              <a:t>Eighth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8" y="34045"/>
            <a:ext cx="1589956" cy="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19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2 Blue - one tier text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7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36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1 Nokia Blue EXTERNAL Maste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872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1 Nokia White INTERNAL Maste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581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1 Nokia Divider Mas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6347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/>
          <a:lstStyle>
            <a:lvl1pPr marL="230400" indent="-230400">
              <a:spcBef>
                <a:spcPts val="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460800" indent="-230400"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691200">
              <a:spcBef>
                <a:spcPts val="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921600">
              <a:spcBef>
                <a:spcPts val="0"/>
              </a:spcBef>
              <a:spcAft>
                <a:spcPts val="600"/>
              </a:spcAft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1152000" indent="-2286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sz="800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sz="600" dirty="0"/>
              <a:t>Eighth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/>
          <p:cNvSpPr>
            <a:spLocks noGrp="1"/>
          </p:cNvSpPr>
          <p:nvPr>
            <p:ph type="title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slide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GB" sz="800" dirty="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charset="0"/>
              </a:rPr>
              <a:t>© 2016 Nokia</a:t>
            </a: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chemeClr val="tx2"/>
              </a:solidFill>
              <a:latin typeface="Nokia Pure Text" panose="020B0503020202020204" pitchFamily="34" charset="0"/>
              <a:ea typeface="Nokia Pure Text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6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73" r:id="rId4"/>
    <p:sldLayoutId id="2147483674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GB" sz="800" dirty="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charset="0"/>
              </a:rPr>
              <a:t>© 2016 Nokia</a:t>
            </a: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chemeClr val="tx2"/>
              </a:solidFill>
              <a:latin typeface="Nokia Pure Text" panose="020B0503020202020204" pitchFamily="34" charset="0"/>
              <a:ea typeface="Nokia Pure Text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2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51962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8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charset="0"/>
              </a:rPr>
              <a:t>© 2016 Nokia</a:t>
            </a: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chemeClr val="bg1"/>
              </a:solidFill>
              <a:latin typeface="Nokia Pure Text" panose="020B0503020202020204" pitchFamily="34" charset="0"/>
              <a:ea typeface="Nokia Pure Text" panose="020B05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Nokia Pure Text" panose="020B0503020202020204" pitchFamily="34" charset="0"/>
                <a:ea typeface="Nokia Pure Text" panose="020B0503020202020204" pitchFamily="34" charset="0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234552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15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>
          <a:xfrm>
            <a:off x="657000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  <a:cs typeface="Arial" charset="0"/>
              </a:rPr>
              <a:t>© 2016 Nokia</a:t>
            </a: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419102" y="4816800"/>
            <a:ext cx="144462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GB" sz="800" smtClean="0">
                <a:solidFill>
                  <a:schemeClr val="bg1"/>
                </a:solidFill>
                <a:latin typeface="+mn-lt"/>
                <a:ea typeface="Nokia Pure Text Light" panose="020B0403020202020204" pitchFamily="34" charset="0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en-GB" dirty="0">
              <a:solidFill>
                <a:schemeClr val="bg1"/>
              </a:solidFill>
              <a:latin typeface="+mn-lt"/>
              <a:ea typeface="Nokia Pure Text Light" panose="020B0403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2692800" y="4816800"/>
            <a:ext cx="2581200" cy="1224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</p:spTree>
    <p:extLst>
      <p:ext uri="{BB962C8B-B14F-4D97-AF65-F5344CB8AC3E}">
        <p14:creationId xmlns:p14="http://schemas.microsoft.com/office/powerpoint/2010/main" val="3098006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pscigrok-dsp.emea.nsn-net.net/source/xref/master/SCI_Interface_FSM4/C_Platform/CCS_RT/CCS_Daemon/cfg/K2_ARM_FSM4/Lte/RTCCSConfig.xml" TargetMode="External"/><Relationship Id="rId2" Type="http://schemas.openxmlformats.org/officeDocument/2006/relationships/hyperlink" Target="http://pscigrok-dsp.emea.nsn-net.net/source/xref/master/SCI_Interface_FSM4/C_Platform/CCS_RT/CCS_Daemon/cfg/K2_ARM_FSM4/Lte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Nokia Internal Use</a:t>
            </a:r>
          </a:p>
        </p:txBody>
      </p:sp>
      <p:sp>
        <p:nvSpPr>
          <p:cNvPr id="49" name="Text Placeholder 4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000" dirty="0"/>
              <a:t>Linux </a:t>
            </a:r>
            <a:r>
              <a:rPr lang="en-US" altLang="zh-CN" sz="6000" dirty="0"/>
              <a:t>schedule</a:t>
            </a:r>
            <a:endParaRPr lang="en-US" sz="6000" dirty="0"/>
          </a:p>
        </p:txBody>
      </p:sp>
      <p:sp>
        <p:nvSpPr>
          <p:cNvPr id="48" name="Text Placeholder 47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marL="230400" indent="-2304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Dong Shaojie</a:t>
            </a:r>
          </a:p>
          <a:p>
            <a:pPr marL="230400" indent="-2304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2019</a:t>
            </a:r>
          </a:p>
        </p:txBody>
      </p:sp>
    </p:spTree>
    <p:extLst>
      <p:ext uri="{BB962C8B-B14F-4D97-AF65-F5344CB8AC3E}">
        <p14:creationId xmlns:p14="http://schemas.microsoft.com/office/powerpoint/2010/main" val="2957414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18CED-A62D-48D9-ADC3-5D5917DE9A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4450" y="1817842"/>
            <a:ext cx="1316785" cy="309600"/>
          </a:xfrm>
        </p:spPr>
        <p:txBody>
          <a:bodyPr/>
          <a:lstStyle/>
          <a:p>
            <a:r>
              <a:rPr lang="en-US" altLang="zh-CN" dirty="0"/>
              <a:t>Focus on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17468B-A9AF-42C9-AF36-14FF19F0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730" y="1128390"/>
            <a:ext cx="6965794" cy="39977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737BF7-A1BD-44AA-A0BF-E09009C666D1}"/>
              </a:ext>
            </a:extLst>
          </p:cNvPr>
          <p:cNvSpPr txBox="1"/>
          <p:nvPr/>
        </p:nvSpPr>
        <p:spPr>
          <a:xfrm>
            <a:off x="114450" y="2665619"/>
            <a:ext cx="3900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RT process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Normal process</a:t>
            </a:r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8E2370-BA07-4294-A416-A8EB0B05B5FD}"/>
              </a:ext>
            </a:extLst>
          </p:cNvPr>
          <p:cNvSpPr/>
          <p:nvPr/>
        </p:nvSpPr>
        <p:spPr>
          <a:xfrm>
            <a:off x="1835425" y="482059"/>
            <a:ext cx="70780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http://ccssysinfoparser.wroclaw.nsn-rdnet.net/</a:t>
            </a:r>
          </a:p>
        </p:txBody>
      </p:sp>
    </p:spTree>
    <p:extLst>
      <p:ext uri="{BB962C8B-B14F-4D97-AF65-F5344CB8AC3E}">
        <p14:creationId xmlns:p14="http://schemas.microsoft.com/office/powerpoint/2010/main" val="192978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0747E7-2C5A-474B-A205-12D45603F6B7}"/>
              </a:ext>
            </a:extLst>
          </p:cNvPr>
          <p:cNvSpPr/>
          <p:nvPr/>
        </p:nvSpPr>
        <p:spPr>
          <a:xfrm>
            <a:off x="293831" y="1377950"/>
            <a:ext cx="8572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assembly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752C3-1C8D-4C62-9DBB-672033677C65}"/>
              </a:ext>
            </a:extLst>
          </p:cNvPr>
          <p:cNvSpPr/>
          <p:nvPr/>
        </p:nvSpPr>
        <p:spPr>
          <a:xfrm>
            <a:off x="1284431" y="1377950"/>
            <a:ext cx="10160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>
                <a:solidFill>
                  <a:schemeClr val="bg1"/>
                </a:solidFill>
                <a:latin typeface="Open Sans"/>
              </a:rPr>
              <a:t>start_kernel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B47D5F-67AE-433E-9728-E82D6CDF191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51081" y="1549400"/>
            <a:ext cx="133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8FF5800-EBFF-49C2-BCA0-E186841140FE}"/>
              </a:ext>
            </a:extLst>
          </p:cNvPr>
          <p:cNvSpPr/>
          <p:nvPr/>
        </p:nvSpPr>
        <p:spPr>
          <a:xfrm>
            <a:off x="2802081" y="1377950"/>
            <a:ext cx="7747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rest_init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3F61A2-1E6C-4EC4-96BF-AD7CCD1FB11A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>
            <a:off x="2300431" y="1549400"/>
            <a:ext cx="5016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58BB0D-52A8-48CA-9E77-316385E5976B}"/>
              </a:ext>
            </a:extLst>
          </p:cNvPr>
          <p:cNvSpPr/>
          <p:nvPr/>
        </p:nvSpPr>
        <p:spPr>
          <a:xfrm>
            <a:off x="3767281" y="1377950"/>
            <a:ext cx="13525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创建</a:t>
            </a:r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号内核线程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67E2F13-F430-4DA2-A073-A9C0F4854119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3576781" y="1549400"/>
            <a:ext cx="190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11C1009-0AD2-4A95-9A9D-0F7E0AC8E7F8}"/>
              </a:ext>
            </a:extLst>
          </p:cNvPr>
          <p:cNvSpPr/>
          <p:nvPr/>
        </p:nvSpPr>
        <p:spPr>
          <a:xfrm>
            <a:off x="3767281" y="1981200"/>
            <a:ext cx="13589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创建</a:t>
            </a:r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号内核线程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1007A49-BCA1-4C25-8C5B-6E125939C1BE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>
            <a:off x="4443556" y="1720850"/>
            <a:ext cx="3175" cy="260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BB1933E-72DA-4673-A68F-1E121DB5B1A9}"/>
              </a:ext>
            </a:extLst>
          </p:cNvPr>
          <p:cNvSpPr/>
          <p:nvPr/>
        </p:nvSpPr>
        <p:spPr>
          <a:xfrm>
            <a:off x="5424631" y="1377950"/>
            <a:ext cx="8128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/>
              <a:t>/sbin/init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0CED33-23DB-4825-BA1A-CD5149495124}"/>
              </a:ext>
            </a:extLst>
          </p:cNvPr>
          <p:cNvCxnSpPr>
            <a:cxnSpLocks/>
            <a:stCxn id="22" idx="3"/>
            <a:endCxn id="37" idx="1"/>
          </p:cNvCxnSpPr>
          <p:nvPr/>
        </p:nvCxnSpPr>
        <p:spPr>
          <a:xfrm>
            <a:off x="5119831" y="15494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6C6B27C-ABD8-472A-B15C-C7236AEBA6AC}"/>
              </a:ext>
            </a:extLst>
          </p:cNvPr>
          <p:cNvSpPr/>
          <p:nvPr/>
        </p:nvSpPr>
        <p:spPr>
          <a:xfrm>
            <a:off x="5349953" y="1053584"/>
            <a:ext cx="3348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/>
              <a:t>/sbin/init -&gt; /lib/systemd/systemd</a:t>
            </a:r>
            <a:endParaRPr lang="en-US" altLang="zh-CN" sz="1600" dirty="0"/>
          </a:p>
          <a:p>
            <a:r>
              <a:rPr lang="en-US" altLang="zh-CN" sz="1600" dirty="0"/>
              <a:t>                  </a:t>
            </a:r>
            <a:r>
              <a:rPr lang="zh-CN" altLang="en-US" sz="1600" dirty="0"/>
              <a:t>用户态大哥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8AF1418-3186-4DBA-8327-B636A83B3848}"/>
              </a:ext>
            </a:extLst>
          </p:cNvPr>
          <p:cNvSpPr/>
          <p:nvPr/>
        </p:nvSpPr>
        <p:spPr>
          <a:xfrm>
            <a:off x="3754581" y="2527300"/>
            <a:ext cx="13906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>
                <a:solidFill>
                  <a:schemeClr val="bg1"/>
                </a:solidFill>
                <a:latin typeface="Open Sans"/>
              </a:rPr>
              <a:t>cpu_startup_entry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836FBE3-633E-4D09-B6BC-E1B7EEB3EA01}"/>
              </a:ext>
            </a:extLst>
          </p:cNvPr>
          <p:cNvCxnSpPr>
            <a:cxnSpLocks/>
            <a:stCxn id="29" idx="2"/>
            <a:endCxn id="60" idx="0"/>
          </p:cNvCxnSpPr>
          <p:nvPr/>
        </p:nvCxnSpPr>
        <p:spPr>
          <a:xfrm>
            <a:off x="4446731" y="2324100"/>
            <a:ext cx="3175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39BD0B39-DA7A-4212-A2CE-E382D92BBAE3}"/>
              </a:ext>
            </a:extLst>
          </p:cNvPr>
          <p:cNvSpPr/>
          <p:nvPr/>
        </p:nvSpPr>
        <p:spPr>
          <a:xfrm>
            <a:off x="5335731" y="2527300"/>
            <a:ext cx="11049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/>
              <a:t>cpu_idle_loop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CAC0140-BF3C-41A5-AD15-AB660DEB8EE9}"/>
              </a:ext>
            </a:extLst>
          </p:cNvPr>
          <p:cNvCxnSpPr>
            <a:cxnSpLocks/>
            <a:stCxn id="60" idx="3"/>
            <a:endCxn id="67" idx="1"/>
          </p:cNvCxnSpPr>
          <p:nvPr/>
        </p:nvCxnSpPr>
        <p:spPr>
          <a:xfrm>
            <a:off x="5145231" y="2698750"/>
            <a:ext cx="190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38A55FFC-8431-4067-A36F-D383B8EB6394}"/>
              </a:ext>
            </a:extLst>
          </p:cNvPr>
          <p:cNvSpPr/>
          <p:nvPr/>
        </p:nvSpPr>
        <p:spPr>
          <a:xfrm>
            <a:off x="287481" y="3530600"/>
            <a:ext cx="8572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assembly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C02C7EE2-D754-4004-9DDB-80052A3B8263}"/>
              </a:ext>
            </a:extLst>
          </p:cNvPr>
          <p:cNvSpPr/>
          <p:nvPr/>
        </p:nvSpPr>
        <p:spPr>
          <a:xfrm>
            <a:off x="1278081" y="3530600"/>
            <a:ext cx="17145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>
                <a:solidFill>
                  <a:schemeClr val="bg1"/>
                </a:solidFill>
                <a:latin typeface="Open Sans"/>
              </a:rPr>
              <a:t>secondary_start_kernel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1F040AA-6F31-4308-B798-8026205574DE}"/>
              </a:ext>
            </a:extLst>
          </p:cNvPr>
          <p:cNvCxnSpPr>
            <a:cxnSpLocks/>
            <a:stCxn id="72" idx="3"/>
            <a:endCxn id="73" idx="1"/>
          </p:cNvCxnSpPr>
          <p:nvPr/>
        </p:nvCxnSpPr>
        <p:spPr>
          <a:xfrm>
            <a:off x="1144731" y="3702050"/>
            <a:ext cx="133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C8A0793-6E17-4E00-A65C-62FF13F28C92}"/>
              </a:ext>
            </a:extLst>
          </p:cNvPr>
          <p:cNvSpPr/>
          <p:nvPr/>
        </p:nvSpPr>
        <p:spPr>
          <a:xfrm>
            <a:off x="3659331" y="3530600"/>
            <a:ext cx="13843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>
                <a:solidFill>
                  <a:schemeClr val="bg1"/>
                </a:solidFill>
                <a:latin typeface="Open Sans"/>
              </a:rPr>
              <a:t>cpu_startup_entry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3562F7C-305B-4E86-8D95-E6E28880FA42}"/>
              </a:ext>
            </a:extLst>
          </p:cNvPr>
          <p:cNvCxnSpPr>
            <a:cxnSpLocks/>
            <a:stCxn id="73" idx="3"/>
            <a:endCxn id="75" idx="1"/>
          </p:cNvCxnSpPr>
          <p:nvPr/>
        </p:nvCxnSpPr>
        <p:spPr>
          <a:xfrm>
            <a:off x="2992581" y="3702050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D9C62D96-2D7D-403E-8F8F-36AE3FF023E6}"/>
              </a:ext>
            </a:extLst>
          </p:cNvPr>
          <p:cNvSpPr/>
          <p:nvPr/>
        </p:nvSpPr>
        <p:spPr>
          <a:xfrm>
            <a:off x="5329381" y="3530600"/>
            <a:ext cx="11620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/>
              <a:t>cpu_idle_loop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9D0BC05D-2C24-4490-A348-2F3C8DFE9726}"/>
              </a:ext>
            </a:extLst>
          </p:cNvPr>
          <p:cNvCxnSpPr>
            <a:cxnSpLocks/>
            <a:stCxn id="75" idx="3"/>
            <a:endCxn id="77" idx="1"/>
          </p:cNvCxnSpPr>
          <p:nvPr/>
        </p:nvCxnSpPr>
        <p:spPr>
          <a:xfrm>
            <a:off x="5043631" y="3702050"/>
            <a:ext cx="285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Arrow: Down 124">
            <a:extLst>
              <a:ext uri="{FF2B5EF4-FFF2-40B4-BE49-F238E27FC236}">
                <a16:creationId xmlns:a16="http://schemas.microsoft.com/office/drawing/2014/main" id="{E56DEC89-93AE-479F-8740-E4683B7C55F8}"/>
              </a:ext>
            </a:extLst>
          </p:cNvPr>
          <p:cNvSpPr/>
          <p:nvPr/>
        </p:nvSpPr>
        <p:spPr>
          <a:xfrm rot="13402660">
            <a:off x="2205989" y="1509208"/>
            <a:ext cx="140513" cy="836427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57D6147-A08F-4822-B234-77053357D957}"/>
              </a:ext>
            </a:extLst>
          </p:cNvPr>
          <p:cNvSpPr txBox="1"/>
          <p:nvPr/>
        </p:nvSpPr>
        <p:spPr>
          <a:xfrm>
            <a:off x="897081" y="2266950"/>
            <a:ext cx="1860550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zh-CN" altLang="en-US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无中生有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0</a:t>
            </a:r>
            <a:r>
              <a:rPr lang="zh-CN" altLang="en-US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号进程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0893C2B-2C70-4D8A-B969-D0231301C9C6}"/>
              </a:ext>
            </a:extLst>
          </p:cNvPr>
          <p:cNvSpPr/>
          <p:nvPr/>
        </p:nvSpPr>
        <p:spPr>
          <a:xfrm>
            <a:off x="5073031" y="1961634"/>
            <a:ext cx="2256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K</a:t>
            </a:r>
            <a:r>
              <a:rPr lang="zh-CN" altLang="en-US" sz="1600" dirty="0"/>
              <a:t>threadd 内核态大哥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403DE8C-88FA-43C3-8202-B71592526343}"/>
              </a:ext>
            </a:extLst>
          </p:cNvPr>
          <p:cNvSpPr txBox="1">
            <a:spLocks/>
          </p:cNvSpPr>
          <p:nvPr/>
        </p:nvSpPr>
        <p:spPr>
          <a:xfrm>
            <a:off x="369108" y="128399"/>
            <a:ext cx="8308800" cy="82993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Idle process</a:t>
            </a:r>
            <a:br>
              <a:rPr lang="en-US" altLang="zh-CN" dirty="0"/>
            </a:br>
            <a:r>
              <a:rPr lang="en-US" altLang="zh-CN" dirty="0" err="1"/>
              <a:t>pid</a:t>
            </a:r>
            <a:r>
              <a:rPr lang="en-US" altLang="zh-CN" dirty="0"/>
              <a:t> zero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474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D7E6A5-86B4-4147-B122-8289D4DFEDCE}"/>
              </a:ext>
            </a:extLst>
          </p:cNvPr>
          <p:cNvSpPr/>
          <p:nvPr/>
        </p:nvSpPr>
        <p:spPr>
          <a:xfrm>
            <a:off x="1009650" y="1377950"/>
            <a:ext cx="11620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 dirty="0"/>
              <a:t>cpu_idle_loop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D61822-3636-4316-9AAE-374D7896D12C}"/>
              </a:ext>
            </a:extLst>
          </p:cNvPr>
          <p:cNvSpPr/>
          <p:nvPr/>
        </p:nvSpPr>
        <p:spPr>
          <a:xfrm>
            <a:off x="2844800" y="1384300"/>
            <a:ext cx="7493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/>
              <a:t>while(1)</a:t>
            </a:r>
            <a:endParaRPr lang="zh-CN" altLang="en-US" sz="12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288A8F-8E20-458C-9D8E-1E0894EC07C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171700" y="1549400"/>
            <a:ext cx="673100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7B2BF8-7EBF-4C40-936C-2E15542E94E0}"/>
              </a:ext>
            </a:extLst>
          </p:cNvPr>
          <p:cNvSpPr/>
          <p:nvPr/>
        </p:nvSpPr>
        <p:spPr>
          <a:xfrm>
            <a:off x="2393950" y="2063750"/>
            <a:ext cx="164465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/>
              <a:t>while(!</a:t>
            </a:r>
            <a:r>
              <a:rPr lang="en-US" altLang="zh-CN" sz="1200" dirty="0" err="1"/>
              <a:t>need_resched</a:t>
            </a:r>
            <a:r>
              <a:rPr lang="en-US" altLang="zh-CN" sz="1200" dirty="0"/>
              <a:t>())</a:t>
            </a:r>
            <a:endParaRPr lang="zh-CN" altLang="en-US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91F7EC-3B2C-44A8-BA8F-48D40FB389E3}"/>
              </a:ext>
            </a:extLst>
          </p:cNvPr>
          <p:cNvSpPr/>
          <p:nvPr/>
        </p:nvSpPr>
        <p:spPr>
          <a:xfrm>
            <a:off x="2387600" y="2819400"/>
            <a:ext cx="1657350" cy="3048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 err="1"/>
              <a:t>Cpu</a:t>
            </a:r>
            <a:r>
              <a:rPr lang="en-US" altLang="zh-CN" sz="1200" dirty="0"/>
              <a:t> low power  mode</a:t>
            </a:r>
            <a:endParaRPr lang="zh-CN" altLang="en-US" sz="12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F4B17B-75E2-45FF-B7DC-FC3324E6DF9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3216275" y="2406650"/>
            <a:ext cx="0" cy="412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D97798-AB0E-4415-954A-FC9B3DA9F2AF}"/>
              </a:ext>
            </a:extLst>
          </p:cNvPr>
          <p:cNvCxnSpPr>
            <a:stCxn id="6" idx="2"/>
            <a:endCxn id="12" idx="0"/>
          </p:cNvCxnSpPr>
          <p:nvPr/>
        </p:nvCxnSpPr>
        <p:spPr>
          <a:xfrm flipH="1">
            <a:off x="3216275" y="1727200"/>
            <a:ext cx="3175" cy="33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F0BAB3-B4FD-44C4-8761-05F3E5E11D45}"/>
              </a:ext>
            </a:extLst>
          </p:cNvPr>
          <p:cNvSpPr/>
          <p:nvPr/>
        </p:nvSpPr>
        <p:spPr>
          <a:xfrm>
            <a:off x="2800350" y="3562350"/>
            <a:ext cx="850900" cy="3429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/>
              <a:t>schedule()</a:t>
            </a:r>
            <a:endParaRPr lang="zh-CN" altLang="en-US" sz="12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3A8E99-AE58-47FF-B29C-E72F0A9F0C2E}"/>
              </a:ext>
            </a:extLst>
          </p:cNvPr>
          <p:cNvCxnSpPr>
            <a:cxnSpLocks/>
            <a:stCxn id="13" idx="2"/>
            <a:endCxn id="23" idx="0"/>
          </p:cNvCxnSpPr>
          <p:nvPr/>
        </p:nvCxnSpPr>
        <p:spPr>
          <a:xfrm>
            <a:off x="3216275" y="3124200"/>
            <a:ext cx="9525" cy="438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Curved Up 27">
            <a:extLst>
              <a:ext uri="{FF2B5EF4-FFF2-40B4-BE49-F238E27FC236}">
                <a16:creationId xmlns:a16="http://schemas.microsoft.com/office/drawing/2014/main" id="{6CD6F89E-3BAC-412C-AF79-BC2DB8D659C8}"/>
              </a:ext>
            </a:extLst>
          </p:cNvPr>
          <p:cNvSpPr/>
          <p:nvPr/>
        </p:nvSpPr>
        <p:spPr>
          <a:xfrm rot="16200000">
            <a:off x="3824288" y="2414587"/>
            <a:ext cx="879476" cy="292100"/>
          </a:xfrm>
          <a:prstGeom prst="curved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65D5FFE-70F8-467D-BCC1-EA7BDC46E290}"/>
              </a:ext>
            </a:extLst>
          </p:cNvPr>
          <p:cNvSpPr/>
          <p:nvPr/>
        </p:nvSpPr>
        <p:spPr>
          <a:xfrm rot="21216847">
            <a:off x="3755955" y="3456011"/>
            <a:ext cx="2417169" cy="273477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82854DB-7A36-41D0-B8AA-18A0B3156EB2}"/>
              </a:ext>
            </a:extLst>
          </p:cNvPr>
          <p:cNvSpPr/>
          <p:nvPr/>
        </p:nvSpPr>
        <p:spPr>
          <a:xfrm rot="11027394">
            <a:off x="3672437" y="1484937"/>
            <a:ext cx="2550864" cy="276770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1D110A-BF4A-4690-B07C-332BAE22C359}"/>
              </a:ext>
            </a:extLst>
          </p:cNvPr>
          <p:cNvSpPr/>
          <p:nvPr/>
        </p:nvSpPr>
        <p:spPr>
          <a:xfrm>
            <a:off x="6400800" y="1581150"/>
            <a:ext cx="108585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Task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EC0BD6B-3E34-4DE2-B4D7-EF3AD2B71E3B}"/>
              </a:ext>
            </a:extLst>
          </p:cNvPr>
          <p:cNvSpPr/>
          <p:nvPr/>
        </p:nvSpPr>
        <p:spPr>
          <a:xfrm>
            <a:off x="6400800" y="3149600"/>
            <a:ext cx="1085850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Task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4F8E2E-0F4E-49F0-AC70-2A364832D161}"/>
              </a:ext>
            </a:extLst>
          </p:cNvPr>
          <p:cNvCxnSpPr>
            <a:stCxn id="36" idx="2"/>
            <a:endCxn id="37" idx="0"/>
          </p:cNvCxnSpPr>
          <p:nvPr/>
        </p:nvCxnSpPr>
        <p:spPr>
          <a:xfrm>
            <a:off x="6943725" y="2038350"/>
            <a:ext cx="0" cy="1111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58D36B-59A6-4319-BE3C-7BF19AFBAED4}"/>
              </a:ext>
            </a:extLst>
          </p:cNvPr>
          <p:cNvSpPr txBox="1">
            <a:spLocks/>
          </p:cNvSpPr>
          <p:nvPr/>
        </p:nvSpPr>
        <p:spPr>
          <a:xfrm>
            <a:off x="369108" y="128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Idle loop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7706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E76283A-E191-4BAF-B2C2-CAA02B76E5E2}"/>
              </a:ext>
            </a:extLst>
          </p:cNvPr>
          <p:cNvSpPr/>
          <p:nvPr/>
        </p:nvSpPr>
        <p:spPr>
          <a:xfrm>
            <a:off x="720435" y="609602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Core 0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97D2EB-2DE0-468C-987D-43DC66933C15}"/>
              </a:ext>
            </a:extLst>
          </p:cNvPr>
          <p:cNvSpPr/>
          <p:nvPr/>
        </p:nvSpPr>
        <p:spPr>
          <a:xfrm>
            <a:off x="879764" y="1877291"/>
            <a:ext cx="796637" cy="17733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Run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991AB4-6940-4AB8-9C92-67200FCBEADF}"/>
              </a:ext>
            </a:extLst>
          </p:cNvPr>
          <p:cNvSpPr/>
          <p:nvPr/>
        </p:nvSpPr>
        <p:spPr>
          <a:xfrm>
            <a:off x="4184071" y="602674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Core 1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20BE8A9-63A0-43E5-8B67-A5371E2F0F7E}"/>
              </a:ext>
            </a:extLst>
          </p:cNvPr>
          <p:cNvCxnSpPr/>
          <p:nvPr/>
        </p:nvCxnSpPr>
        <p:spPr>
          <a:xfrm flipV="1">
            <a:off x="1163781" y="1364672"/>
            <a:ext cx="0" cy="39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541407-7773-4F6D-B97F-8E93AF11DDE0}"/>
              </a:ext>
            </a:extLst>
          </p:cNvPr>
          <p:cNvCxnSpPr>
            <a:cxnSpLocks/>
          </p:cNvCxnSpPr>
          <p:nvPr/>
        </p:nvCxnSpPr>
        <p:spPr>
          <a:xfrm>
            <a:off x="1343891" y="1378527"/>
            <a:ext cx="0" cy="38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5DD1FE0-00F8-4CF2-9643-C68252F76EF8}"/>
              </a:ext>
            </a:extLst>
          </p:cNvPr>
          <p:cNvSpPr/>
          <p:nvPr/>
        </p:nvSpPr>
        <p:spPr>
          <a:xfrm>
            <a:off x="4364182" y="1918856"/>
            <a:ext cx="796637" cy="17733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Run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6A9C51-7374-4F37-9336-026FB5983F26}"/>
              </a:ext>
            </a:extLst>
          </p:cNvPr>
          <p:cNvCxnSpPr/>
          <p:nvPr/>
        </p:nvCxnSpPr>
        <p:spPr>
          <a:xfrm flipV="1">
            <a:off x="4648199" y="1406237"/>
            <a:ext cx="0" cy="39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B99640-31C2-4646-8007-01472EE72524}"/>
              </a:ext>
            </a:extLst>
          </p:cNvPr>
          <p:cNvCxnSpPr>
            <a:cxnSpLocks/>
          </p:cNvCxnSpPr>
          <p:nvPr/>
        </p:nvCxnSpPr>
        <p:spPr>
          <a:xfrm>
            <a:off x="4828309" y="1420092"/>
            <a:ext cx="0" cy="38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A9C6893-9028-4304-9D55-4A61AF0408BD}"/>
              </a:ext>
            </a:extLst>
          </p:cNvPr>
          <p:cNvSpPr/>
          <p:nvPr/>
        </p:nvSpPr>
        <p:spPr>
          <a:xfrm>
            <a:off x="6144488" y="2112817"/>
            <a:ext cx="755075" cy="16002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Wait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323C3F-974E-4827-899F-BDF23A30486A}"/>
              </a:ext>
            </a:extLst>
          </p:cNvPr>
          <p:cNvSpPr/>
          <p:nvPr/>
        </p:nvSpPr>
        <p:spPr>
          <a:xfrm>
            <a:off x="6158186" y="3890303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B77C5"/>
                </a:solidFill>
                <a:latin typeface="Arial" panose="020B0604020202020204" pitchFamily="34" charset="0"/>
              </a:rPr>
              <a:t>double</a:t>
            </a:r>
            <a:r>
              <a:rPr lang="en-US" altLang="zh-CN" dirty="0">
                <a:solidFill>
                  <a:srgbClr val="999999"/>
                </a:solidFill>
                <a:latin typeface="Arial" panose="020B0604020202020204" pitchFamily="34" charset="0"/>
              </a:rPr>
              <a:t> </a:t>
            </a:r>
            <a:r>
              <a:rPr lang="en-US" altLang="zh-CN" b="1" dirty="0">
                <a:solidFill>
                  <a:srgbClr val="2B77C5"/>
                </a:solidFill>
                <a:latin typeface="Arial" panose="020B0604020202020204" pitchFamily="34" charset="0"/>
              </a:rPr>
              <a:t>linked</a:t>
            </a:r>
            <a:r>
              <a:rPr lang="en-US" altLang="zh-CN" dirty="0">
                <a:solidFill>
                  <a:srgbClr val="999999"/>
                </a:solidFill>
                <a:latin typeface="Arial" panose="020B0604020202020204" pitchFamily="34" charset="0"/>
              </a:rPr>
              <a:t> </a:t>
            </a:r>
            <a:r>
              <a:rPr lang="en-US" altLang="zh-CN" b="1" dirty="0">
                <a:solidFill>
                  <a:srgbClr val="2B77C5"/>
                </a:solidFill>
                <a:latin typeface="Arial" panose="020B0604020202020204" pitchFamily="34" charset="0"/>
              </a:rPr>
              <a:t>list</a:t>
            </a:r>
            <a:r>
              <a:rPr lang="en-US" altLang="zh-CN" dirty="0">
                <a:solidFill>
                  <a:srgbClr val="999999"/>
                </a:solidFill>
                <a:latin typeface="Arial" panose="020B0604020202020204" pitchFamily="34" charset="0"/>
              </a:rPr>
              <a:t> </a:t>
            </a:r>
            <a:endParaRPr lang="zh-CN" alt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3C0F60D-AB56-43F9-825A-D3CEE21C050F}"/>
              </a:ext>
            </a:extLst>
          </p:cNvPr>
          <p:cNvSpPr/>
          <p:nvPr/>
        </p:nvSpPr>
        <p:spPr>
          <a:xfrm>
            <a:off x="7910945" y="2119744"/>
            <a:ext cx="748146" cy="16002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Wait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AB6971-4A28-48FB-A6EB-59C84A8FD4CF}"/>
              </a:ext>
            </a:extLst>
          </p:cNvPr>
          <p:cNvCxnSpPr>
            <a:cxnSpLocks/>
          </p:cNvCxnSpPr>
          <p:nvPr/>
        </p:nvCxnSpPr>
        <p:spPr>
          <a:xfrm>
            <a:off x="6927271" y="2919844"/>
            <a:ext cx="949035" cy="6927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FD4C05C-33AF-497A-B806-70204DCD62D5}"/>
              </a:ext>
            </a:extLst>
          </p:cNvPr>
          <p:cNvSpPr/>
          <p:nvPr/>
        </p:nvSpPr>
        <p:spPr>
          <a:xfrm>
            <a:off x="838040" y="3807174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2B77C5"/>
                </a:solidFill>
                <a:latin typeface="Arial" panose="020B0604020202020204" pitchFamily="34" charset="0"/>
              </a:rPr>
              <a:t>struct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3E71D5-5E9A-4081-826F-17567583EBA6}"/>
              </a:ext>
            </a:extLst>
          </p:cNvPr>
          <p:cNvSpPr txBox="1"/>
          <p:nvPr/>
        </p:nvSpPr>
        <p:spPr>
          <a:xfrm>
            <a:off x="1392380" y="1309256"/>
            <a:ext cx="3228109" cy="51473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Each run task put itself to the queue and pop next task, then switch context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6417340-EB36-4382-ADBB-D6133E55A26D}"/>
              </a:ext>
            </a:extLst>
          </p:cNvPr>
          <p:cNvSpPr txBox="1">
            <a:spLocks/>
          </p:cNvSpPr>
          <p:nvPr/>
        </p:nvSpPr>
        <p:spPr>
          <a:xfrm>
            <a:off x="369108" y="128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Schedule queue</a:t>
            </a:r>
            <a:endParaRPr lang="zh-CN" alt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B1DB50-57CE-4929-9523-251676C89FF3}"/>
              </a:ext>
            </a:extLst>
          </p:cNvPr>
          <p:cNvSpPr/>
          <p:nvPr/>
        </p:nvSpPr>
        <p:spPr>
          <a:xfrm>
            <a:off x="921326" y="2417618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1F655AF-76FB-4604-84D3-D3AA72746032}"/>
              </a:ext>
            </a:extLst>
          </p:cNvPr>
          <p:cNvSpPr/>
          <p:nvPr/>
        </p:nvSpPr>
        <p:spPr>
          <a:xfrm>
            <a:off x="4412672" y="2493818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6179C6-B924-4091-9E18-886E0C6F78A2}"/>
              </a:ext>
            </a:extLst>
          </p:cNvPr>
          <p:cNvSpPr/>
          <p:nvPr/>
        </p:nvSpPr>
        <p:spPr>
          <a:xfrm>
            <a:off x="928253" y="2653145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4C3DEEE-0223-4D1B-9E61-317117094754}"/>
              </a:ext>
            </a:extLst>
          </p:cNvPr>
          <p:cNvSpPr/>
          <p:nvPr/>
        </p:nvSpPr>
        <p:spPr>
          <a:xfrm>
            <a:off x="914399" y="2895600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9E59BB-CA1B-4CC5-B3C6-8C04FEB06C88}"/>
              </a:ext>
            </a:extLst>
          </p:cNvPr>
          <p:cNvSpPr/>
          <p:nvPr/>
        </p:nvSpPr>
        <p:spPr>
          <a:xfrm>
            <a:off x="921326" y="3117272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F9787F3-574C-4A1A-87CA-0F834B25D5AC}"/>
              </a:ext>
            </a:extLst>
          </p:cNvPr>
          <p:cNvSpPr/>
          <p:nvPr/>
        </p:nvSpPr>
        <p:spPr>
          <a:xfrm>
            <a:off x="4426527" y="2757054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0987E74-200D-47DE-B17B-2855AA7774A7}"/>
              </a:ext>
            </a:extLst>
          </p:cNvPr>
          <p:cNvSpPr/>
          <p:nvPr/>
        </p:nvSpPr>
        <p:spPr>
          <a:xfrm>
            <a:off x="4419598" y="3027218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C65011C-BDF4-458B-9322-AAD23E608DBD}"/>
              </a:ext>
            </a:extLst>
          </p:cNvPr>
          <p:cNvSpPr/>
          <p:nvPr/>
        </p:nvSpPr>
        <p:spPr>
          <a:xfrm>
            <a:off x="7924799" y="2687782"/>
            <a:ext cx="713510" cy="19396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1C4095B-BBBC-4310-85EA-E0AF9679E76D}"/>
              </a:ext>
            </a:extLst>
          </p:cNvPr>
          <p:cNvSpPr/>
          <p:nvPr/>
        </p:nvSpPr>
        <p:spPr>
          <a:xfrm>
            <a:off x="6158345" y="2667000"/>
            <a:ext cx="713510" cy="19396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454E3D4-7A3C-4526-B227-C52674101B62}"/>
              </a:ext>
            </a:extLst>
          </p:cNvPr>
          <p:cNvSpPr/>
          <p:nvPr/>
        </p:nvSpPr>
        <p:spPr>
          <a:xfrm>
            <a:off x="6151417" y="2999508"/>
            <a:ext cx="713510" cy="19396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6555DD4-A20D-4F2E-9201-131E1A02F7AE}"/>
              </a:ext>
            </a:extLst>
          </p:cNvPr>
          <p:cNvSpPr/>
          <p:nvPr/>
        </p:nvSpPr>
        <p:spPr>
          <a:xfrm>
            <a:off x="900545" y="969818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25063CD-62F7-4602-86EC-D2847357FF71}"/>
              </a:ext>
            </a:extLst>
          </p:cNvPr>
          <p:cNvSpPr/>
          <p:nvPr/>
        </p:nvSpPr>
        <p:spPr>
          <a:xfrm>
            <a:off x="4378036" y="976745"/>
            <a:ext cx="713510" cy="19396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Task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66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0FE4AED-2083-474E-BE73-C189B2748F27}"/>
              </a:ext>
            </a:extLst>
          </p:cNvPr>
          <p:cNvSpPr/>
          <p:nvPr/>
        </p:nvSpPr>
        <p:spPr>
          <a:xfrm>
            <a:off x="1579417" y="886693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D09030-948C-4F72-B990-F3CB33B57A4B}"/>
              </a:ext>
            </a:extLst>
          </p:cNvPr>
          <p:cNvSpPr/>
          <p:nvPr/>
        </p:nvSpPr>
        <p:spPr>
          <a:xfrm>
            <a:off x="1558637" y="2202874"/>
            <a:ext cx="5721927" cy="177338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5C94D-76BA-4E3C-A4C1-23EA7FC3D974}"/>
              </a:ext>
            </a:extLst>
          </p:cNvPr>
          <p:cNvCxnSpPr/>
          <p:nvPr/>
        </p:nvCxnSpPr>
        <p:spPr>
          <a:xfrm flipV="1">
            <a:off x="2022763" y="1641763"/>
            <a:ext cx="0" cy="39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D37DD6-D5A5-4C97-A71F-A6E669D9EFA2}"/>
              </a:ext>
            </a:extLst>
          </p:cNvPr>
          <p:cNvCxnSpPr>
            <a:cxnSpLocks/>
          </p:cNvCxnSpPr>
          <p:nvPr/>
        </p:nvCxnSpPr>
        <p:spPr>
          <a:xfrm>
            <a:off x="2202873" y="1655618"/>
            <a:ext cx="0" cy="38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F7D7B4-F66E-4EB2-9C0D-3F2574BB1074}"/>
              </a:ext>
            </a:extLst>
          </p:cNvPr>
          <p:cNvSpPr/>
          <p:nvPr/>
        </p:nvSpPr>
        <p:spPr>
          <a:xfrm>
            <a:off x="1773381" y="2410691"/>
            <a:ext cx="907473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Stop class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2CA044-D77E-4AA6-A2D5-9C8056949318}"/>
              </a:ext>
            </a:extLst>
          </p:cNvPr>
          <p:cNvSpPr/>
          <p:nvPr/>
        </p:nvSpPr>
        <p:spPr>
          <a:xfrm>
            <a:off x="2930236" y="2653146"/>
            <a:ext cx="907473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DL class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6BBF1B-1868-4132-AA45-F485D0922C8F}"/>
              </a:ext>
            </a:extLst>
          </p:cNvPr>
          <p:cNvSpPr/>
          <p:nvPr/>
        </p:nvSpPr>
        <p:spPr>
          <a:xfrm>
            <a:off x="4038599" y="2833255"/>
            <a:ext cx="907473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 class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D14A59-4B61-4AEC-9B2C-D4368FC442CB}"/>
              </a:ext>
            </a:extLst>
          </p:cNvPr>
          <p:cNvSpPr/>
          <p:nvPr/>
        </p:nvSpPr>
        <p:spPr>
          <a:xfrm>
            <a:off x="5119254" y="3054928"/>
            <a:ext cx="907473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CFS class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29165-9814-4435-B18C-1CFD668C6617}"/>
              </a:ext>
            </a:extLst>
          </p:cNvPr>
          <p:cNvSpPr/>
          <p:nvPr/>
        </p:nvSpPr>
        <p:spPr>
          <a:xfrm>
            <a:off x="6158345" y="3235036"/>
            <a:ext cx="907473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IDLE class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611D14-0C13-4501-B6EF-C4D865E31547}"/>
              </a:ext>
            </a:extLst>
          </p:cNvPr>
          <p:cNvSpPr txBox="1">
            <a:spLocks/>
          </p:cNvSpPr>
          <p:nvPr/>
        </p:nvSpPr>
        <p:spPr>
          <a:xfrm>
            <a:off x="369108" y="128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Run queue</a:t>
            </a:r>
            <a:endParaRPr lang="zh-CN" alt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F78DB6F-01E6-4DE2-B993-11A26FA2C85B}"/>
              </a:ext>
            </a:extLst>
          </p:cNvPr>
          <p:cNvSpPr/>
          <p:nvPr/>
        </p:nvSpPr>
        <p:spPr>
          <a:xfrm>
            <a:off x="3969327" y="1794163"/>
            <a:ext cx="2126673" cy="2576945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With Priority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6094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0FE4AED-2083-474E-BE73-C189B2748F27}"/>
              </a:ext>
            </a:extLst>
          </p:cNvPr>
          <p:cNvSpPr/>
          <p:nvPr/>
        </p:nvSpPr>
        <p:spPr>
          <a:xfrm>
            <a:off x="1925779" y="69275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D09030-948C-4F72-B990-F3CB33B57A4B}"/>
              </a:ext>
            </a:extLst>
          </p:cNvPr>
          <p:cNvSpPr/>
          <p:nvPr/>
        </p:nvSpPr>
        <p:spPr>
          <a:xfrm>
            <a:off x="1911926" y="1281547"/>
            <a:ext cx="2639293" cy="327659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425C94D-76BA-4E3C-A4C1-23EA7FC3D974}"/>
              </a:ext>
            </a:extLst>
          </p:cNvPr>
          <p:cNvCxnSpPr>
            <a:cxnSpLocks/>
          </p:cNvCxnSpPr>
          <p:nvPr/>
        </p:nvCxnSpPr>
        <p:spPr>
          <a:xfrm flipV="1">
            <a:off x="2369125" y="824345"/>
            <a:ext cx="0" cy="394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D37DD6-D5A5-4C97-A71F-A6E669D9EFA2}"/>
              </a:ext>
            </a:extLst>
          </p:cNvPr>
          <p:cNvCxnSpPr>
            <a:cxnSpLocks/>
          </p:cNvCxnSpPr>
          <p:nvPr/>
        </p:nvCxnSpPr>
        <p:spPr>
          <a:xfrm>
            <a:off x="2549235" y="838200"/>
            <a:ext cx="0" cy="38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2CA044-D77E-4AA6-A2D5-9C8056949318}"/>
              </a:ext>
            </a:extLst>
          </p:cNvPr>
          <p:cNvSpPr/>
          <p:nvPr/>
        </p:nvSpPr>
        <p:spPr>
          <a:xfrm>
            <a:off x="2244435" y="2085110"/>
            <a:ext cx="2050475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DL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6BBF1B-1868-4132-AA45-F485D0922C8F}"/>
              </a:ext>
            </a:extLst>
          </p:cNvPr>
          <p:cNvSpPr/>
          <p:nvPr/>
        </p:nvSpPr>
        <p:spPr>
          <a:xfrm>
            <a:off x="2251361" y="2667002"/>
            <a:ext cx="1620985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D14A59-4B61-4AEC-9B2C-D4368FC442CB}"/>
              </a:ext>
            </a:extLst>
          </p:cNvPr>
          <p:cNvSpPr/>
          <p:nvPr/>
        </p:nvSpPr>
        <p:spPr>
          <a:xfrm>
            <a:off x="2265215" y="3262749"/>
            <a:ext cx="2036621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CFS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D29165-9814-4435-B18C-1CFD668C6617}"/>
              </a:ext>
            </a:extLst>
          </p:cNvPr>
          <p:cNvSpPr/>
          <p:nvPr/>
        </p:nvSpPr>
        <p:spPr>
          <a:xfrm>
            <a:off x="2299852" y="3844640"/>
            <a:ext cx="976748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IDLE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B43197-16BA-4B60-8FDE-BC5812FDB865}"/>
              </a:ext>
            </a:extLst>
          </p:cNvPr>
          <p:cNvSpPr/>
          <p:nvPr/>
        </p:nvSpPr>
        <p:spPr>
          <a:xfrm>
            <a:off x="2237507" y="1524000"/>
            <a:ext cx="976748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Stop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5E2204-E3E9-4503-A04C-3CE4D05E9B7E}"/>
              </a:ext>
            </a:extLst>
          </p:cNvPr>
          <p:cNvCxnSpPr>
            <a:cxnSpLocks/>
          </p:cNvCxnSpPr>
          <p:nvPr/>
        </p:nvCxnSpPr>
        <p:spPr>
          <a:xfrm flipH="1">
            <a:off x="4696692" y="1697183"/>
            <a:ext cx="1101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2AA61A-3951-4AD2-AAFB-ABADBF04A2B2}"/>
              </a:ext>
            </a:extLst>
          </p:cNvPr>
          <p:cNvCxnSpPr>
            <a:cxnSpLocks/>
          </p:cNvCxnSpPr>
          <p:nvPr/>
        </p:nvCxnSpPr>
        <p:spPr>
          <a:xfrm flipH="1">
            <a:off x="4717474" y="2313710"/>
            <a:ext cx="1101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DB176CE-68B1-4633-BC4F-BE8435B33DA7}"/>
              </a:ext>
            </a:extLst>
          </p:cNvPr>
          <p:cNvCxnSpPr>
            <a:cxnSpLocks/>
          </p:cNvCxnSpPr>
          <p:nvPr/>
        </p:nvCxnSpPr>
        <p:spPr>
          <a:xfrm flipH="1">
            <a:off x="4731328" y="2909456"/>
            <a:ext cx="1101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E16CD9-41D1-4F8D-99B6-94E4FE232196}"/>
              </a:ext>
            </a:extLst>
          </p:cNvPr>
          <p:cNvCxnSpPr>
            <a:cxnSpLocks/>
          </p:cNvCxnSpPr>
          <p:nvPr/>
        </p:nvCxnSpPr>
        <p:spPr>
          <a:xfrm flipH="1">
            <a:off x="4745183" y="3456710"/>
            <a:ext cx="1101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2A395B-3F11-455D-B182-689DE144E2B2}"/>
              </a:ext>
            </a:extLst>
          </p:cNvPr>
          <p:cNvCxnSpPr>
            <a:cxnSpLocks/>
          </p:cNvCxnSpPr>
          <p:nvPr/>
        </p:nvCxnSpPr>
        <p:spPr>
          <a:xfrm flipH="1">
            <a:off x="4738255" y="4010892"/>
            <a:ext cx="11014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FBC3667-7813-4189-A9B7-B715B5FF4E8B}"/>
              </a:ext>
            </a:extLst>
          </p:cNvPr>
          <p:cNvSpPr txBox="1"/>
          <p:nvPr/>
        </p:nvSpPr>
        <p:spPr>
          <a:xfrm>
            <a:off x="6130638" y="1468582"/>
            <a:ext cx="2147454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Queue depth = 1 (pointer)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C61BC8-D117-429F-A3E0-5E1F5FC5C723}"/>
              </a:ext>
            </a:extLst>
          </p:cNvPr>
          <p:cNvSpPr txBox="1"/>
          <p:nvPr/>
        </p:nvSpPr>
        <p:spPr>
          <a:xfrm>
            <a:off x="6158346" y="2119746"/>
            <a:ext cx="2057399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Queue depth = N (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rb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tree)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F5536-3F8B-4498-B34B-E7256B49B7D0}"/>
              </a:ext>
            </a:extLst>
          </p:cNvPr>
          <p:cNvSpPr txBox="1"/>
          <p:nvPr/>
        </p:nvSpPr>
        <p:spPr>
          <a:xfrm>
            <a:off x="6172201" y="2743200"/>
            <a:ext cx="2057399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Queue depth = 100 (array)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F02448-1842-4887-852F-DAB7E299C6A2}"/>
              </a:ext>
            </a:extLst>
          </p:cNvPr>
          <p:cNvSpPr txBox="1"/>
          <p:nvPr/>
        </p:nvSpPr>
        <p:spPr>
          <a:xfrm>
            <a:off x="6179129" y="3304310"/>
            <a:ext cx="2161308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Queue depth = N (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rb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tree)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B4C035-A021-420E-B8DE-9BFFC5454F8A}"/>
              </a:ext>
            </a:extLst>
          </p:cNvPr>
          <p:cNvSpPr txBox="1"/>
          <p:nvPr/>
        </p:nvSpPr>
        <p:spPr>
          <a:xfrm>
            <a:off x="6186055" y="3844636"/>
            <a:ext cx="2154381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Queue depth = 1 (pointer)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83F940-2B97-4478-98C3-9C66F3441F85}"/>
              </a:ext>
            </a:extLst>
          </p:cNvPr>
          <p:cNvSpPr/>
          <p:nvPr/>
        </p:nvSpPr>
        <p:spPr>
          <a:xfrm>
            <a:off x="665603" y="1597374"/>
            <a:ext cx="1204176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1</a:t>
            </a:r>
          </a:p>
          <a:p>
            <a:endParaRPr lang="en-US" altLang="zh-CN" dirty="0"/>
          </a:p>
          <a:p>
            <a:r>
              <a:rPr lang="en-US" altLang="zh-CN" dirty="0"/>
              <a:t>Number 2</a:t>
            </a:r>
          </a:p>
          <a:p>
            <a:endParaRPr lang="en-US" altLang="zh-CN" dirty="0"/>
          </a:p>
          <a:p>
            <a:r>
              <a:rPr lang="en-US" altLang="zh-CN" dirty="0"/>
              <a:t>Number 3</a:t>
            </a:r>
          </a:p>
          <a:p>
            <a:endParaRPr lang="en-US" altLang="zh-CN" dirty="0"/>
          </a:p>
          <a:p>
            <a:r>
              <a:rPr lang="en-US" altLang="zh-CN" dirty="0"/>
              <a:t>Number 4</a:t>
            </a:r>
          </a:p>
          <a:p>
            <a:endParaRPr lang="en-US" altLang="zh-CN" dirty="0"/>
          </a:p>
          <a:p>
            <a:r>
              <a:rPr lang="en-US" altLang="zh-CN" dirty="0"/>
              <a:t>Number 5</a:t>
            </a:r>
          </a:p>
          <a:p>
            <a:endParaRPr lang="zh-CN" alt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AEB61B9-EA48-4EF0-8D1E-F120BBAD2CD7}"/>
              </a:ext>
            </a:extLst>
          </p:cNvPr>
          <p:cNvSpPr txBox="1">
            <a:spLocks/>
          </p:cNvSpPr>
          <p:nvPr/>
        </p:nvSpPr>
        <p:spPr>
          <a:xfrm>
            <a:off x="362181" y="110836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Run queue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946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B5BD07-7DAB-4C6B-AD57-0AAD9C9DADAA}"/>
              </a:ext>
            </a:extLst>
          </p:cNvPr>
          <p:cNvSpPr/>
          <p:nvPr/>
        </p:nvSpPr>
        <p:spPr>
          <a:xfrm>
            <a:off x="2611580" y="1627910"/>
            <a:ext cx="976748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Stop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DE48EF-72F4-4790-B734-1A6D444D40D4}"/>
              </a:ext>
            </a:extLst>
          </p:cNvPr>
          <p:cNvCxnSpPr/>
          <p:nvPr/>
        </p:nvCxnSpPr>
        <p:spPr>
          <a:xfrm>
            <a:off x="3754582" y="1794164"/>
            <a:ext cx="1378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7270A1DF-DFBE-4A2D-9AB4-988ED43ABFD3}"/>
              </a:ext>
            </a:extLst>
          </p:cNvPr>
          <p:cNvSpPr/>
          <p:nvPr/>
        </p:nvSpPr>
        <p:spPr>
          <a:xfrm>
            <a:off x="5313219" y="1593274"/>
            <a:ext cx="1233053" cy="4641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Stop Task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7220D-C89B-42C7-ABE7-A1C1C460723D}"/>
              </a:ext>
            </a:extLst>
          </p:cNvPr>
          <p:cNvSpPr txBox="1"/>
          <p:nvPr/>
        </p:nvSpPr>
        <p:spPr>
          <a:xfrm>
            <a:off x="4038599" y="1503219"/>
            <a:ext cx="796637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Yes/No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EB3276-72C2-49AB-B100-E93C61DBD02B}"/>
              </a:ext>
            </a:extLst>
          </p:cNvPr>
          <p:cNvSpPr/>
          <p:nvPr/>
        </p:nvSpPr>
        <p:spPr>
          <a:xfrm>
            <a:off x="2632362" y="2964874"/>
            <a:ext cx="976748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IDLE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340739-3805-417B-9A7C-00ED62D24BEE}"/>
              </a:ext>
            </a:extLst>
          </p:cNvPr>
          <p:cNvCxnSpPr/>
          <p:nvPr/>
        </p:nvCxnSpPr>
        <p:spPr>
          <a:xfrm>
            <a:off x="3775364" y="3131128"/>
            <a:ext cx="1378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EEA4E21-C593-47A8-A332-6C26D0DEBF82}"/>
              </a:ext>
            </a:extLst>
          </p:cNvPr>
          <p:cNvSpPr/>
          <p:nvPr/>
        </p:nvSpPr>
        <p:spPr>
          <a:xfrm>
            <a:off x="5334001" y="2930238"/>
            <a:ext cx="1233053" cy="4641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IDLE Task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231804-3BAB-48DA-A60E-529DF8F9630D}"/>
              </a:ext>
            </a:extLst>
          </p:cNvPr>
          <p:cNvSpPr txBox="1"/>
          <p:nvPr/>
        </p:nvSpPr>
        <p:spPr>
          <a:xfrm>
            <a:off x="4149436" y="2840183"/>
            <a:ext cx="796637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always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6DA97E-3318-41F5-83B4-9D4AFDB7E2B2}"/>
              </a:ext>
            </a:extLst>
          </p:cNvPr>
          <p:cNvSpPr/>
          <p:nvPr/>
        </p:nvSpPr>
        <p:spPr>
          <a:xfrm>
            <a:off x="1150512" y="1604303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1</a:t>
            </a:r>
            <a:endParaRPr lang="zh-CN" alt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44C054-3C5E-4B27-89BB-B1C279B3D90C}"/>
              </a:ext>
            </a:extLst>
          </p:cNvPr>
          <p:cNvSpPr/>
          <p:nvPr/>
        </p:nvSpPr>
        <p:spPr>
          <a:xfrm>
            <a:off x="1192075" y="2948194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5</a:t>
            </a:r>
            <a:endParaRPr lang="zh-CN" alt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E64D08-818F-46D7-8FBE-98DEFEE0740C}"/>
              </a:ext>
            </a:extLst>
          </p:cNvPr>
          <p:cNvSpPr txBox="1">
            <a:spLocks/>
          </p:cNvSpPr>
          <p:nvPr/>
        </p:nvSpPr>
        <p:spPr>
          <a:xfrm>
            <a:off x="362181" y="110836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Depth 1 queue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1468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778E189-2E83-4AC0-A79A-EC3A13EC58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F2975-632F-4CD4-98FD-8A1235BACE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RB tree queue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B9ADFF-6C38-4AED-B605-3834E9554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cs typeface="Arial" panose="020B0604020202020204" pitchFamily="34" charset="0"/>
              </a:rPr>
              <a:t>Nokia Internal Use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EF7A040-7340-4FA8-96EB-4C263DD9B00C}"/>
              </a:ext>
            </a:extLst>
          </p:cNvPr>
          <p:cNvSpPr/>
          <p:nvPr/>
        </p:nvSpPr>
        <p:spPr>
          <a:xfrm>
            <a:off x="2708562" y="1205346"/>
            <a:ext cx="2050475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DL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86193F-124E-41F6-BE33-A9444A864A8E}"/>
              </a:ext>
            </a:extLst>
          </p:cNvPr>
          <p:cNvSpPr/>
          <p:nvPr/>
        </p:nvSpPr>
        <p:spPr>
          <a:xfrm>
            <a:off x="963476" y="1237158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2</a:t>
            </a:r>
            <a:endParaRPr lang="zh-CN" alt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29C3BC-06BA-409B-A4EB-B863418A155A}"/>
              </a:ext>
            </a:extLst>
          </p:cNvPr>
          <p:cNvSpPr/>
          <p:nvPr/>
        </p:nvSpPr>
        <p:spPr>
          <a:xfrm>
            <a:off x="5618019" y="1898073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51C55B-7B27-4A7F-B72E-2636257826DB}"/>
              </a:ext>
            </a:extLst>
          </p:cNvPr>
          <p:cNvSpPr/>
          <p:nvPr/>
        </p:nvSpPr>
        <p:spPr>
          <a:xfrm>
            <a:off x="5077691" y="2576944"/>
            <a:ext cx="311728" cy="3186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6B4C85-A2E6-4103-8DBD-BABBFA3B8E72}"/>
              </a:ext>
            </a:extLst>
          </p:cNvPr>
          <p:cNvSpPr/>
          <p:nvPr/>
        </p:nvSpPr>
        <p:spPr>
          <a:xfrm>
            <a:off x="6162434" y="2563088"/>
            <a:ext cx="311728" cy="3186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C1347E-6A99-4FDE-9F6C-ADDF75CFB5C8}"/>
              </a:ext>
            </a:extLst>
          </p:cNvPr>
          <p:cNvSpPr/>
          <p:nvPr/>
        </p:nvSpPr>
        <p:spPr>
          <a:xfrm>
            <a:off x="4485410" y="3318162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87992D-C65C-43B2-8C56-E235CCC21F10}"/>
              </a:ext>
            </a:extLst>
          </p:cNvPr>
          <p:cNvSpPr/>
          <p:nvPr/>
        </p:nvSpPr>
        <p:spPr>
          <a:xfrm>
            <a:off x="5295900" y="3318163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A8ABF2-46A4-44F1-B6E2-4762C5245171}"/>
              </a:ext>
            </a:extLst>
          </p:cNvPr>
          <p:cNvSpPr/>
          <p:nvPr/>
        </p:nvSpPr>
        <p:spPr>
          <a:xfrm>
            <a:off x="5971310" y="3325089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F9B091-7C55-4939-B538-C5648C50BD70}"/>
              </a:ext>
            </a:extLst>
          </p:cNvPr>
          <p:cNvSpPr/>
          <p:nvPr/>
        </p:nvSpPr>
        <p:spPr>
          <a:xfrm>
            <a:off x="6757556" y="3290454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6B552E-D09F-4D97-A0AF-A86F7FC1F65A}"/>
              </a:ext>
            </a:extLst>
          </p:cNvPr>
          <p:cNvSpPr/>
          <p:nvPr/>
        </p:nvSpPr>
        <p:spPr>
          <a:xfrm>
            <a:off x="882181" y="2712667"/>
            <a:ext cx="2198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323232"/>
                </a:solidFill>
                <a:latin typeface="Arial" panose="020B0604020202020204" pitchFamily="34" charset="0"/>
              </a:rPr>
              <a:t>Early Deadline First</a:t>
            </a:r>
            <a:endParaRPr lang="zh-CN" alt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B81011-1BD4-43C3-9770-9E9EE9F60ACD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flipH="1">
            <a:off x="5233555" y="2170061"/>
            <a:ext cx="430116" cy="4068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C4F71F-B9D2-48F8-803C-B7583D47AB93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5884095" y="2170061"/>
            <a:ext cx="434203" cy="39302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B916DA-0053-46D2-8387-FF7475719567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4641274" y="2848932"/>
            <a:ext cx="482069" cy="46923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19D79E-7E0F-4C12-A73B-9BF5C09E3A86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5343767" y="2848932"/>
            <a:ext cx="107997" cy="46923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E07DAD-6D70-41E2-B989-3766FD1B352E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 flipH="1">
            <a:off x="6127174" y="2835076"/>
            <a:ext cx="80912" cy="4900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B0E1E7-7D4B-4ADC-B377-9FD19A75C34D}"/>
              </a:ext>
            </a:extLst>
          </p:cNvPr>
          <p:cNvCxnSpPr>
            <a:cxnSpLocks/>
            <a:stCxn id="9" idx="5"/>
            <a:endCxn id="13" idx="0"/>
          </p:cNvCxnSpPr>
          <p:nvPr/>
        </p:nvCxnSpPr>
        <p:spPr>
          <a:xfrm>
            <a:off x="6428510" y="2835076"/>
            <a:ext cx="484910" cy="45537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00DCE8B-2B57-4865-B7E7-22B763119E08}"/>
              </a:ext>
            </a:extLst>
          </p:cNvPr>
          <p:cNvCxnSpPr/>
          <p:nvPr/>
        </p:nvCxnSpPr>
        <p:spPr>
          <a:xfrm flipH="1">
            <a:off x="4059382" y="4003964"/>
            <a:ext cx="3706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95E9552-CDEE-4FEA-907C-8BF3FC2C9152}"/>
              </a:ext>
            </a:extLst>
          </p:cNvPr>
          <p:cNvSpPr txBox="1"/>
          <p:nvPr/>
        </p:nvSpPr>
        <p:spPr>
          <a:xfrm>
            <a:off x="5022273" y="4149436"/>
            <a:ext cx="1655618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Deadline more early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1F81EE8-A39D-41E3-A37D-34E9C7303821}"/>
              </a:ext>
            </a:extLst>
          </p:cNvPr>
          <p:cNvSpPr/>
          <p:nvPr/>
        </p:nvSpPr>
        <p:spPr>
          <a:xfrm>
            <a:off x="824343" y="3311239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45" name="Arrow: Left 44">
            <a:extLst>
              <a:ext uri="{FF2B5EF4-FFF2-40B4-BE49-F238E27FC236}">
                <a16:creationId xmlns:a16="http://schemas.microsoft.com/office/drawing/2014/main" id="{E28B14CB-4A6E-4C1D-AACD-BDFC9DC45F1F}"/>
              </a:ext>
            </a:extLst>
          </p:cNvPr>
          <p:cNvSpPr/>
          <p:nvPr/>
        </p:nvSpPr>
        <p:spPr>
          <a:xfrm>
            <a:off x="2244437" y="3304308"/>
            <a:ext cx="1849582" cy="57496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 leftmost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043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94BA5-19B5-4C7B-A551-6B3F7AD9DD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3637" y="119345"/>
            <a:ext cx="8308800" cy="309600"/>
          </a:xfrm>
        </p:spPr>
        <p:txBody>
          <a:bodyPr/>
          <a:lstStyle/>
          <a:p>
            <a:r>
              <a:rPr lang="en-US" altLang="zh-CN" dirty="0"/>
              <a:t>Array queue</a:t>
            </a:r>
            <a:endParaRPr lang="zh-CN" alt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CB760-4C0E-442B-A27A-7DA0F56A5766}"/>
              </a:ext>
            </a:extLst>
          </p:cNvPr>
          <p:cNvSpPr/>
          <p:nvPr/>
        </p:nvSpPr>
        <p:spPr>
          <a:xfrm>
            <a:off x="1808015" y="1115291"/>
            <a:ext cx="1620985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D316C-F320-4922-942F-929E3B8E3020}"/>
              </a:ext>
            </a:extLst>
          </p:cNvPr>
          <p:cNvSpPr/>
          <p:nvPr/>
        </p:nvSpPr>
        <p:spPr>
          <a:xfrm>
            <a:off x="360804" y="1133248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3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2D799C-4641-40B9-949F-64DC67244B23}"/>
              </a:ext>
            </a:extLst>
          </p:cNvPr>
          <p:cNvSpPr/>
          <p:nvPr/>
        </p:nvSpPr>
        <p:spPr>
          <a:xfrm>
            <a:off x="5195455" y="1046019"/>
            <a:ext cx="976745" cy="228600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0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986C12-EBFD-4083-9B85-7FBD9D7019E1}"/>
              </a:ext>
            </a:extLst>
          </p:cNvPr>
          <p:cNvSpPr/>
          <p:nvPr/>
        </p:nvSpPr>
        <p:spPr>
          <a:xfrm>
            <a:off x="5195455" y="1274619"/>
            <a:ext cx="976745" cy="228600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1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636051-A538-469F-AC74-3B8481BD1BB8}"/>
              </a:ext>
            </a:extLst>
          </p:cNvPr>
          <p:cNvSpPr/>
          <p:nvPr/>
        </p:nvSpPr>
        <p:spPr>
          <a:xfrm>
            <a:off x="5195455" y="1503219"/>
            <a:ext cx="976745" cy="228600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2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36E533-5ABF-48EA-8007-372716638D14}"/>
              </a:ext>
            </a:extLst>
          </p:cNvPr>
          <p:cNvSpPr/>
          <p:nvPr/>
        </p:nvSpPr>
        <p:spPr>
          <a:xfrm>
            <a:off x="5195455" y="1731819"/>
            <a:ext cx="976745" cy="228600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3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0DEF2-9187-4607-825C-6FF2225C6E3D}"/>
              </a:ext>
            </a:extLst>
          </p:cNvPr>
          <p:cNvSpPr/>
          <p:nvPr/>
        </p:nvSpPr>
        <p:spPr>
          <a:xfrm>
            <a:off x="5181600" y="2507677"/>
            <a:ext cx="976745" cy="228600"/>
          </a:xfrm>
          <a:prstGeom prst="rect">
            <a:avLst/>
          </a:prstGeom>
          <a:noFill/>
          <a:ln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99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FECB4-00F0-4267-B2CC-8F8BCDE655E1}"/>
              </a:ext>
            </a:extLst>
          </p:cNvPr>
          <p:cNvSpPr txBox="1"/>
          <p:nvPr/>
        </p:nvSpPr>
        <p:spPr>
          <a:xfrm>
            <a:off x="5545045" y="2008908"/>
            <a:ext cx="391628" cy="471055"/>
          </a:xfrm>
          <a:prstGeom prst="rect">
            <a:avLst/>
          </a:prstGeom>
          <a:noFill/>
        </p:spPr>
        <p:txBody>
          <a:bodyPr vert="eaVert"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…...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D22D9B-977E-4142-ADA5-6475B95C2360}"/>
              </a:ext>
            </a:extLst>
          </p:cNvPr>
          <p:cNvSpPr/>
          <p:nvPr/>
        </p:nvSpPr>
        <p:spPr>
          <a:xfrm>
            <a:off x="6594765" y="1025241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FIFO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F552032-4868-4890-8467-A88ADBB26AD3}"/>
              </a:ext>
            </a:extLst>
          </p:cNvPr>
          <p:cNvCxnSpPr/>
          <p:nvPr/>
        </p:nvCxnSpPr>
        <p:spPr>
          <a:xfrm>
            <a:off x="7148942" y="1226129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5B3199-46C4-40FF-86C5-3B2DBF852FD6}"/>
              </a:ext>
            </a:extLst>
          </p:cNvPr>
          <p:cNvCxnSpPr>
            <a:cxnSpLocks/>
          </p:cNvCxnSpPr>
          <p:nvPr/>
        </p:nvCxnSpPr>
        <p:spPr>
          <a:xfrm flipH="1">
            <a:off x="7121233" y="1094510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180CD47-2F32-4AFC-9535-A71A1EDAF068}"/>
              </a:ext>
            </a:extLst>
          </p:cNvPr>
          <p:cNvCxnSpPr/>
          <p:nvPr/>
        </p:nvCxnSpPr>
        <p:spPr>
          <a:xfrm>
            <a:off x="6283037" y="1212275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9EF226-B12C-410A-94B0-318664FD8E2D}"/>
              </a:ext>
            </a:extLst>
          </p:cNvPr>
          <p:cNvCxnSpPr>
            <a:cxnSpLocks/>
          </p:cNvCxnSpPr>
          <p:nvPr/>
        </p:nvCxnSpPr>
        <p:spPr>
          <a:xfrm flipH="1">
            <a:off x="6255328" y="1080656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76D4B5C-AF44-4E6E-B2B7-7EB5F86C6CD0}"/>
              </a:ext>
            </a:extLst>
          </p:cNvPr>
          <p:cNvSpPr/>
          <p:nvPr/>
        </p:nvSpPr>
        <p:spPr>
          <a:xfrm>
            <a:off x="7474529" y="1025242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RR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A3C1E5-8827-4B6D-BE4F-5DE64F53A72C}"/>
              </a:ext>
            </a:extLst>
          </p:cNvPr>
          <p:cNvSpPr/>
          <p:nvPr/>
        </p:nvSpPr>
        <p:spPr>
          <a:xfrm>
            <a:off x="6553201" y="1724895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FIFO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53561CD-2A9C-412F-BEF4-F28533F5EAE0}"/>
              </a:ext>
            </a:extLst>
          </p:cNvPr>
          <p:cNvCxnSpPr/>
          <p:nvPr/>
        </p:nvCxnSpPr>
        <p:spPr>
          <a:xfrm>
            <a:off x="7107378" y="1925783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D667F17-2BFC-4DA8-99F2-1398A2195242}"/>
              </a:ext>
            </a:extLst>
          </p:cNvPr>
          <p:cNvCxnSpPr>
            <a:cxnSpLocks/>
          </p:cNvCxnSpPr>
          <p:nvPr/>
        </p:nvCxnSpPr>
        <p:spPr>
          <a:xfrm flipH="1">
            <a:off x="7079669" y="1794164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02D817-D06F-45BB-8883-1E2D39790330}"/>
              </a:ext>
            </a:extLst>
          </p:cNvPr>
          <p:cNvCxnSpPr/>
          <p:nvPr/>
        </p:nvCxnSpPr>
        <p:spPr>
          <a:xfrm>
            <a:off x="6241473" y="1911929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81B9C0-A38F-44E1-9C73-537F9F2D640D}"/>
              </a:ext>
            </a:extLst>
          </p:cNvPr>
          <p:cNvCxnSpPr>
            <a:cxnSpLocks/>
          </p:cNvCxnSpPr>
          <p:nvPr/>
        </p:nvCxnSpPr>
        <p:spPr>
          <a:xfrm flipH="1">
            <a:off x="6213764" y="1780310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68390995-33C8-4EDA-B924-BB9868F3ACB8}"/>
              </a:ext>
            </a:extLst>
          </p:cNvPr>
          <p:cNvSpPr/>
          <p:nvPr/>
        </p:nvSpPr>
        <p:spPr>
          <a:xfrm>
            <a:off x="7432965" y="1724896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FIFO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63398A3-3C58-483F-AFC4-D3CBBCD9E58F}"/>
              </a:ext>
            </a:extLst>
          </p:cNvPr>
          <p:cNvSpPr/>
          <p:nvPr/>
        </p:nvSpPr>
        <p:spPr>
          <a:xfrm>
            <a:off x="6608620" y="2486896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RR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C08E470-1D83-4325-948D-AAD978CE2760}"/>
              </a:ext>
            </a:extLst>
          </p:cNvPr>
          <p:cNvCxnSpPr/>
          <p:nvPr/>
        </p:nvCxnSpPr>
        <p:spPr>
          <a:xfrm>
            <a:off x="7162797" y="2687784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CBDA6B9-E653-4437-B120-5FB2A6CBF732}"/>
              </a:ext>
            </a:extLst>
          </p:cNvPr>
          <p:cNvCxnSpPr>
            <a:cxnSpLocks/>
          </p:cNvCxnSpPr>
          <p:nvPr/>
        </p:nvCxnSpPr>
        <p:spPr>
          <a:xfrm flipH="1">
            <a:off x="7135088" y="2556165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DD2FD9A-4ACB-40F4-844A-928C97603332}"/>
              </a:ext>
            </a:extLst>
          </p:cNvPr>
          <p:cNvCxnSpPr/>
          <p:nvPr/>
        </p:nvCxnSpPr>
        <p:spPr>
          <a:xfrm>
            <a:off x="6296892" y="2673930"/>
            <a:ext cx="284019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94AFF6A-9541-4E1B-A3E0-84F7C045FC9D}"/>
              </a:ext>
            </a:extLst>
          </p:cNvPr>
          <p:cNvCxnSpPr>
            <a:cxnSpLocks/>
          </p:cNvCxnSpPr>
          <p:nvPr/>
        </p:nvCxnSpPr>
        <p:spPr>
          <a:xfrm flipH="1">
            <a:off x="6269183" y="2542311"/>
            <a:ext cx="290945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38F21FA-2E7D-4DEC-B79E-6EA934D30849}"/>
              </a:ext>
            </a:extLst>
          </p:cNvPr>
          <p:cNvSpPr/>
          <p:nvPr/>
        </p:nvSpPr>
        <p:spPr>
          <a:xfrm>
            <a:off x="7488384" y="2486897"/>
            <a:ext cx="505690" cy="249380"/>
          </a:xfrm>
          <a:prstGeom prst="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1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FIFO</a:t>
            </a:r>
            <a:endParaRPr lang="zh-CN" altLang="en-US" sz="11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941B5BF-2FA8-4283-8445-4D6AE5C6697A}"/>
              </a:ext>
            </a:extLst>
          </p:cNvPr>
          <p:cNvCxnSpPr>
            <a:cxnSpLocks/>
          </p:cNvCxnSpPr>
          <p:nvPr/>
        </p:nvCxnSpPr>
        <p:spPr>
          <a:xfrm flipV="1">
            <a:off x="4779819" y="1018310"/>
            <a:ext cx="0" cy="170410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B30E54D-0D57-4BF3-9265-AFD2FB6D4B53}"/>
              </a:ext>
            </a:extLst>
          </p:cNvPr>
          <p:cNvSpPr txBox="1"/>
          <p:nvPr/>
        </p:nvSpPr>
        <p:spPr>
          <a:xfrm>
            <a:off x="3574474" y="1517074"/>
            <a:ext cx="1004454" cy="514738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Increase priority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73D0193-BDEF-482F-8B91-80AD70DE4FD5}"/>
              </a:ext>
            </a:extLst>
          </p:cNvPr>
          <p:cNvSpPr/>
          <p:nvPr/>
        </p:nvSpPr>
        <p:spPr>
          <a:xfrm>
            <a:off x="320634" y="4114799"/>
            <a:ext cx="3340359" cy="30776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9F60975-AE2B-4665-AFBB-F1C9CD089672}"/>
              </a:ext>
            </a:extLst>
          </p:cNvPr>
          <p:cNvSpPr/>
          <p:nvPr/>
        </p:nvSpPr>
        <p:spPr>
          <a:xfrm>
            <a:off x="3664103" y="4114800"/>
            <a:ext cx="3340359" cy="30395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Normal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ED5142F-C0FF-453D-B015-E6AD7680D955}"/>
              </a:ext>
            </a:extLst>
          </p:cNvPr>
          <p:cNvSpPr txBox="1"/>
          <p:nvPr/>
        </p:nvSpPr>
        <p:spPr>
          <a:xfrm>
            <a:off x="236659" y="4375915"/>
            <a:ext cx="6895322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0                                                                               99   100                                                                         139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453575-7134-4603-9D67-A95F9653EA84}"/>
              </a:ext>
            </a:extLst>
          </p:cNvPr>
          <p:cNvSpPr txBox="1"/>
          <p:nvPr/>
        </p:nvSpPr>
        <p:spPr>
          <a:xfrm>
            <a:off x="3544502" y="3826117"/>
            <a:ext cx="3526972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-20                          Nice                                         +19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6B26574-F6AB-4B99-AD8F-731D2839F436}"/>
              </a:ext>
            </a:extLst>
          </p:cNvPr>
          <p:cNvCxnSpPr>
            <a:cxnSpLocks/>
          </p:cNvCxnSpPr>
          <p:nvPr/>
        </p:nvCxnSpPr>
        <p:spPr>
          <a:xfrm flipH="1">
            <a:off x="1427017" y="3836155"/>
            <a:ext cx="39375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7CC00F6-BE3F-4769-979F-08AFB763B59C}"/>
              </a:ext>
            </a:extLst>
          </p:cNvPr>
          <p:cNvSpPr txBox="1"/>
          <p:nvPr/>
        </p:nvSpPr>
        <p:spPr>
          <a:xfrm>
            <a:off x="2538352" y="3453316"/>
            <a:ext cx="1203648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Higher Priority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2028B7F-7C9B-4942-854F-5990DA43B5BE}"/>
              </a:ext>
            </a:extLst>
          </p:cNvPr>
          <p:cNvSpPr/>
          <p:nvPr/>
        </p:nvSpPr>
        <p:spPr>
          <a:xfrm>
            <a:off x="263234" y="2105893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6" name="Arrow: Left 65">
            <a:extLst>
              <a:ext uri="{FF2B5EF4-FFF2-40B4-BE49-F238E27FC236}">
                <a16:creationId xmlns:a16="http://schemas.microsoft.com/office/drawing/2014/main" id="{C6670CDD-A066-4D3B-9902-7EDA4765B504}"/>
              </a:ext>
            </a:extLst>
          </p:cNvPr>
          <p:cNvSpPr/>
          <p:nvPr/>
        </p:nvSpPr>
        <p:spPr>
          <a:xfrm>
            <a:off x="1489364" y="2126671"/>
            <a:ext cx="3034144" cy="57496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 first non-empty</a:t>
            </a:r>
            <a:endParaRPr lang="zh-CN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9481B-3E60-411C-AB43-C344F732AD66}"/>
              </a:ext>
            </a:extLst>
          </p:cNvPr>
          <p:cNvSpPr txBox="1"/>
          <p:nvPr/>
        </p:nvSpPr>
        <p:spPr>
          <a:xfrm>
            <a:off x="6768059" y="607102"/>
            <a:ext cx="1787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linked list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019575-DD78-451E-BF78-85300A7F5912}"/>
              </a:ext>
            </a:extLst>
          </p:cNvPr>
          <p:cNvSpPr txBox="1"/>
          <p:nvPr/>
        </p:nvSpPr>
        <p:spPr>
          <a:xfrm>
            <a:off x="5165929" y="620959"/>
            <a:ext cx="1117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104783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5C610B-91CF-4E35-AFD3-E1B57EAF29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600" y="280800"/>
            <a:ext cx="3939655" cy="309600"/>
          </a:xfrm>
        </p:spPr>
        <p:txBody>
          <a:bodyPr/>
          <a:lstStyle/>
          <a:p>
            <a:r>
              <a:rPr lang="en-US" altLang="zh-CN" dirty="0"/>
              <a:t>RT tree queue</a:t>
            </a:r>
            <a:endParaRPr lang="zh-CN" alt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B72821-9EFD-4068-953B-15C52F06D512}"/>
              </a:ext>
            </a:extLst>
          </p:cNvPr>
          <p:cNvSpPr/>
          <p:nvPr/>
        </p:nvSpPr>
        <p:spPr>
          <a:xfrm>
            <a:off x="1794160" y="1288472"/>
            <a:ext cx="2036621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CFS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1DD8CF-5563-4575-B41A-1B8FF2CE4D5F}"/>
              </a:ext>
            </a:extLst>
          </p:cNvPr>
          <p:cNvSpPr/>
          <p:nvPr/>
        </p:nvSpPr>
        <p:spPr>
          <a:xfrm>
            <a:off x="554767" y="1271794"/>
            <a:ext cx="1204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Number 4</a:t>
            </a:r>
            <a:endParaRPr lang="zh-CN" alt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51FDD9-F240-46DB-AC2F-8178C1C724AC}"/>
              </a:ext>
            </a:extLst>
          </p:cNvPr>
          <p:cNvSpPr/>
          <p:nvPr/>
        </p:nvSpPr>
        <p:spPr>
          <a:xfrm>
            <a:off x="6594764" y="748145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FCADA8F-1187-4FC2-9037-FF87F9A53CED}"/>
              </a:ext>
            </a:extLst>
          </p:cNvPr>
          <p:cNvSpPr/>
          <p:nvPr/>
        </p:nvSpPr>
        <p:spPr>
          <a:xfrm>
            <a:off x="6054436" y="1427016"/>
            <a:ext cx="311728" cy="3186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8CC647-DFF0-4D76-8F0E-EEC78DE28AFD}"/>
              </a:ext>
            </a:extLst>
          </p:cNvPr>
          <p:cNvSpPr/>
          <p:nvPr/>
        </p:nvSpPr>
        <p:spPr>
          <a:xfrm>
            <a:off x="7139179" y="1413160"/>
            <a:ext cx="311728" cy="31865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EB3C36-BBB1-46B0-9324-1FF2C16167CF}"/>
              </a:ext>
            </a:extLst>
          </p:cNvPr>
          <p:cNvSpPr/>
          <p:nvPr/>
        </p:nvSpPr>
        <p:spPr>
          <a:xfrm>
            <a:off x="5462155" y="2168234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69C13B8-3B6A-41DB-A863-8AC75B44CD06}"/>
              </a:ext>
            </a:extLst>
          </p:cNvPr>
          <p:cNvSpPr/>
          <p:nvPr/>
        </p:nvSpPr>
        <p:spPr>
          <a:xfrm>
            <a:off x="6272645" y="2168235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92BAD2-B85E-4EC7-97C9-91623705A394}"/>
              </a:ext>
            </a:extLst>
          </p:cNvPr>
          <p:cNvSpPr/>
          <p:nvPr/>
        </p:nvSpPr>
        <p:spPr>
          <a:xfrm>
            <a:off x="6948055" y="2175161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BCBDEC3-AAD7-43B4-88AB-552CCBDD63C0}"/>
              </a:ext>
            </a:extLst>
          </p:cNvPr>
          <p:cNvSpPr/>
          <p:nvPr/>
        </p:nvSpPr>
        <p:spPr>
          <a:xfrm>
            <a:off x="7734301" y="2140526"/>
            <a:ext cx="311728" cy="31865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387D83D-7C1B-4623-A47D-79B773A3E398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 flipH="1">
            <a:off x="6210300" y="1020133"/>
            <a:ext cx="430116" cy="40688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FB6633-1867-4B75-AB12-ACB602951A37}"/>
              </a:ext>
            </a:extLst>
          </p:cNvPr>
          <p:cNvCxnSpPr>
            <a:cxnSpLocks/>
            <a:stCxn id="7" idx="5"/>
            <a:endCxn id="9" idx="0"/>
          </p:cNvCxnSpPr>
          <p:nvPr/>
        </p:nvCxnSpPr>
        <p:spPr>
          <a:xfrm>
            <a:off x="6860840" y="1020133"/>
            <a:ext cx="434203" cy="393027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27FF84-C5FD-4B4B-BBBE-410D7C0DB1C2}"/>
              </a:ext>
            </a:extLst>
          </p:cNvPr>
          <p:cNvCxnSpPr>
            <a:cxnSpLocks/>
            <a:stCxn id="8" idx="3"/>
            <a:endCxn id="10" idx="0"/>
          </p:cNvCxnSpPr>
          <p:nvPr/>
        </p:nvCxnSpPr>
        <p:spPr>
          <a:xfrm flipH="1">
            <a:off x="5618019" y="1699004"/>
            <a:ext cx="482069" cy="469230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F279F4-7FCF-484A-91B8-751AE9AB9DDF}"/>
              </a:ext>
            </a:extLst>
          </p:cNvPr>
          <p:cNvCxnSpPr>
            <a:cxnSpLocks/>
            <a:stCxn id="8" idx="5"/>
            <a:endCxn id="11" idx="0"/>
          </p:cNvCxnSpPr>
          <p:nvPr/>
        </p:nvCxnSpPr>
        <p:spPr>
          <a:xfrm>
            <a:off x="6320512" y="1699004"/>
            <a:ext cx="107997" cy="469231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426D515-5300-4E1E-A783-8A6466414C12}"/>
              </a:ext>
            </a:extLst>
          </p:cNvPr>
          <p:cNvCxnSpPr>
            <a:cxnSpLocks/>
            <a:stCxn id="9" idx="3"/>
            <a:endCxn id="12" idx="0"/>
          </p:cNvCxnSpPr>
          <p:nvPr/>
        </p:nvCxnSpPr>
        <p:spPr>
          <a:xfrm flipH="1">
            <a:off x="7103919" y="1685148"/>
            <a:ext cx="80912" cy="490013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6BA32B-0FC8-4C78-8498-F6A3E7D6C981}"/>
              </a:ext>
            </a:extLst>
          </p:cNvPr>
          <p:cNvCxnSpPr>
            <a:cxnSpLocks/>
            <a:stCxn id="9" idx="5"/>
            <a:endCxn id="13" idx="0"/>
          </p:cNvCxnSpPr>
          <p:nvPr/>
        </p:nvCxnSpPr>
        <p:spPr>
          <a:xfrm>
            <a:off x="7405255" y="1685148"/>
            <a:ext cx="484910" cy="455378"/>
          </a:xfrm>
          <a:prstGeom prst="straightConnector1">
            <a:avLst/>
          </a:prstGeom>
          <a:ln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D6C549-0200-453F-8DA6-9B7ACF6992B5}"/>
              </a:ext>
            </a:extLst>
          </p:cNvPr>
          <p:cNvCxnSpPr/>
          <p:nvPr/>
        </p:nvCxnSpPr>
        <p:spPr>
          <a:xfrm flipH="1">
            <a:off x="5036127" y="2854036"/>
            <a:ext cx="3706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82ABA2-3D33-4070-8A7C-486D5F0F3747}"/>
              </a:ext>
            </a:extLst>
          </p:cNvPr>
          <p:cNvSpPr txBox="1"/>
          <p:nvPr/>
        </p:nvSpPr>
        <p:spPr>
          <a:xfrm>
            <a:off x="5957454" y="2957945"/>
            <a:ext cx="2680854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Virtual runtime less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08ECBD-E279-4D5C-A903-E962433B13FD}"/>
              </a:ext>
            </a:extLst>
          </p:cNvPr>
          <p:cNvSpPr/>
          <p:nvPr/>
        </p:nvSpPr>
        <p:spPr>
          <a:xfrm>
            <a:off x="209797" y="4287981"/>
            <a:ext cx="3340359" cy="30776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C50469-03B7-4D11-AEA7-87CC02AA5FFD}"/>
              </a:ext>
            </a:extLst>
          </p:cNvPr>
          <p:cNvSpPr/>
          <p:nvPr/>
        </p:nvSpPr>
        <p:spPr>
          <a:xfrm>
            <a:off x="3553266" y="4287982"/>
            <a:ext cx="3340359" cy="30395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Normal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D7414-718A-4C55-8099-2C60E1F4FC3A}"/>
              </a:ext>
            </a:extLst>
          </p:cNvPr>
          <p:cNvSpPr txBox="1"/>
          <p:nvPr/>
        </p:nvSpPr>
        <p:spPr>
          <a:xfrm>
            <a:off x="125822" y="4549097"/>
            <a:ext cx="6895322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0                                                                               99   100                                                                         139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A0380D-3BE3-4DDA-9B5E-C2AA450ECD16}"/>
              </a:ext>
            </a:extLst>
          </p:cNvPr>
          <p:cNvSpPr txBox="1"/>
          <p:nvPr/>
        </p:nvSpPr>
        <p:spPr>
          <a:xfrm>
            <a:off x="3433665" y="3999299"/>
            <a:ext cx="3526972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-20                          Nice                                         +19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6DB042-0CBD-452D-A76C-5CB416AFC355}"/>
              </a:ext>
            </a:extLst>
          </p:cNvPr>
          <p:cNvCxnSpPr>
            <a:cxnSpLocks/>
          </p:cNvCxnSpPr>
          <p:nvPr/>
        </p:nvCxnSpPr>
        <p:spPr>
          <a:xfrm flipH="1">
            <a:off x="1316180" y="4009337"/>
            <a:ext cx="39375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84F49-F5F0-48B0-989A-AFA0E1E9BA2D}"/>
              </a:ext>
            </a:extLst>
          </p:cNvPr>
          <p:cNvSpPr txBox="1"/>
          <p:nvPr/>
        </p:nvSpPr>
        <p:spPr>
          <a:xfrm>
            <a:off x="2427515" y="3626498"/>
            <a:ext cx="1203648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Higher Priority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BCE0FA-EEB5-4B8A-8C71-2C069BE94363}"/>
              </a:ext>
            </a:extLst>
          </p:cNvPr>
          <p:cNvSpPr/>
          <p:nvPr/>
        </p:nvSpPr>
        <p:spPr>
          <a:xfrm>
            <a:off x="1627906" y="2209803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01107F81-83C6-4402-BAF6-19B3FFEEC7D3}"/>
              </a:ext>
            </a:extLst>
          </p:cNvPr>
          <p:cNvSpPr/>
          <p:nvPr/>
        </p:nvSpPr>
        <p:spPr>
          <a:xfrm>
            <a:off x="2923309" y="2216727"/>
            <a:ext cx="1849582" cy="57496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 leftmost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1624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C7680-FD63-48C7-AD64-3950FBCFA6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RT task throttling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3448F-B814-4A61-8432-C5C3DF0BC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cs typeface="Arial" panose="020B0604020202020204" pitchFamily="34" charset="0"/>
              </a:rPr>
              <a:t>Nokia Internal Use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65478-30C7-4116-BD75-A8F5A2A916A3}"/>
              </a:ext>
            </a:extLst>
          </p:cNvPr>
          <p:cNvSpPr txBox="1"/>
          <p:nvPr/>
        </p:nvSpPr>
        <p:spPr>
          <a:xfrm>
            <a:off x="4605365" y="3599920"/>
            <a:ext cx="4303108" cy="85329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Local board:</a:t>
            </a:r>
          </a:p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/proc/sys/kernel/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sched_rt_period_us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         1000000</a:t>
            </a:r>
          </a:p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/proc/sys/kernel/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sched_rt_runtime_us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                   -1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F0ACB-1AD0-474C-844A-405FFE90254C}"/>
              </a:ext>
            </a:extLst>
          </p:cNvPr>
          <p:cNvSpPr txBox="1"/>
          <p:nvPr/>
        </p:nvSpPr>
        <p:spPr>
          <a:xfrm>
            <a:off x="691456" y="1043756"/>
            <a:ext cx="4303108" cy="85329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PC server:</a:t>
            </a:r>
          </a:p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/proc/sys/kernel/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sched_rt_period_us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         1000000</a:t>
            </a:r>
          </a:p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/proc/sys/kernel/</a:t>
            </a:r>
            <a:r>
              <a:rPr lang="en-US" altLang="zh-CN" sz="1200" dirty="0" err="1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sched_rt_runtime_us</a:t>
            </a:r>
            <a:r>
              <a:rPr lang="en-US" altLang="zh-CN" sz="12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           950000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0AC375-0C5F-497A-9149-3320010D9543}"/>
              </a:ext>
            </a:extLst>
          </p:cNvPr>
          <p:cNvSpPr/>
          <p:nvPr/>
        </p:nvSpPr>
        <p:spPr>
          <a:xfrm>
            <a:off x="4412670" y="2279075"/>
            <a:ext cx="1620985" cy="39485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RT queue</a:t>
            </a:r>
            <a:endParaRPr lang="zh-CN" altLang="en-US" sz="1200" dirty="0">
              <a:solidFill>
                <a:schemeClr val="bg1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500FFD-270F-4031-BC04-DF8131ADE271}"/>
              </a:ext>
            </a:extLst>
          </p:cNvPr>
          <p:cNvSpPr/>
          <p:nvPr/>
        </p:nvSpPr>
        <p:spPr>
          <a:xfrm>
            <a:off x="2571577" y="2906630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latin typeface="Arial" panose="020B0604020202020204" pitchFamily="34" charset="0"/>
              </a:rPr>
              <a:t>Over time limit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4ABB0E-2A3B-4CD7-AC4C-A3471C024242}"/>
              </a:ext>
            </a:extLst>
          </p:cNvPr>
          <p:cNvSpPr/>
          <p:nvPr/>
        </p:nvSpPr>
        <p:spPr>
          <a:xfrm>
            <a:off x="1219197" y="2119748"/>
            <a:ext cx="1080655" cy="65809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CPU</a:t>
            </a:r>
            <a:endParaRPr lang="zh-CN" altLang="en-US" sz="16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7CC20800-AD83-4948-8C5B-17E5198C6F25}"/>
              </a:ext>
            </a:extLst>
          </p:cNvPr>
          <p:cNvSpPr/>
          <p:nvPr/>
        </p:nvSpPr>
        <p:spPr>
          <a:xfrm>
            <a:off x="2680855" y="2168236"/>
            <a:ext cx="1399309" cy="574964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 null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569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673D6-2D73-4340-A63A-D3261F7732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FSM4 config</a:t>
            </a:r>
            <a:endParaRPr lang="zh-CN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4B698-D9F3-4AF6-A8AE-FBA4BE44EDBB}"/>
              </a:ext>
            </a:extLst>
          </p:cNvPr>
          <p:cNvSpPr txBox="1"/>
          <p:nvPr/>
        </p:nvSpPr>
        <p:spPr>
          <a:xfrm>
            <a:off x="476250" y="1111250"/>
            <a:ext cx="8108950" cy="330072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1200" dirty="0">
                <a:hlinkClick r:id="rId2" action="ppaction://hlinkfile"/>
              </a:rPr>
              <a:t>/master/SCI_Interface_FSM4/</a:t>
            </a:r>
            <a:r>
              <a:rPr lang="en-US" altLang="zh-CN" sz="1200" dirty="0" err="1">
                <a:hlinkClick r:id="rId2" action="ppaction://hlinkfile"/>
              </a:rPr>
              <a:t>C_Platform</a:t>
            </a:r>
            <a:r>
              <a:rPr lang="en-US" altLang="zh-CN" sz="1200" dirty="0">
                <a:hlinkClick r:id="rId2" action="ppaction://hlinkfile"/>
              </a:rPr>
              <a:t>/CCS_RT/</a:t>
            </a:r>
            <a:r>
              <a:rPr lang="en-US" altLang="zh-CN" sz="1200" dirty="0" err="1">
                <a:hlinkClick r:id="rId2" action="ppaction://hlinkfile"/>
              </a:rPr>
              <a:t>CCS_Daemon</a:t>
            </a:r>
            <a:r>
              <a:rPr lang="en-US" altLang="zh-CN" sz="1200" dirty="0">
                <a:hlinkClick r:id="rId2" action="ppaction://hlinkfile"/>
              </a:rPr>
              <a:t>/</a:t>
            </a:r>
            <a:r>
              <a:rPr lang="en-US" altLang="zh-CN" sz="1200" dirty="0" err="1">
                <a:hlinkClick r:id="rId2" action="ppaction://hlinkfile"/>
              </a:rPr>
              <a:t>cfg</a:t>
            </a:r>
            <a:r>
              <a:rPr lang="en-US" altLang="zh-CN" sz="1200" dirty="0">
                <a:hlinkClick r:id="rId2" action="ppaction://hlinkfile"/>
              </a:rPr>
              <a:t>/K2_ARM_FSM4/</a:t>
            </a:r>
            <a:r>
              <a:rPr lang="en-US" altLang="zh-CN" sz="1200" dirty="0" err="1">
                <a:hlinkClick r:id="rId2" action="ppaction://hlinkfile"/>
              </a:rPr>
              <a:t>Lte</a:t>
            </a:r>
            <a:r>
              <a:rPr lang="en-US" altLang="zh-CN" sz="1200" dirty="0">
                <a:hlinkClick r:id="rId2" action="ppaction://hlinkfile"/>
              </a:rPr>
              <a:t>/</a:t>
            </a:r>
            <a:r>
              <a:rPr lang="en-US" altLang="zh-CN" sz="1200" dirty="0">
                <a:hlinkClick r:id="rId3" action="ppaction://hlinkpres?slideindex=1&amp;slidetitle="/>
              </a:rPr>
              <a:t>RTCCSConfig.xml</a:t>
            </a:r>
            <a:endParaRPr lang="zh-CN" altLang="en-US" sz="1200" dirty="0">
              <a:solidFill>
                <a:schemeClr val="tx2"/>
              </a:solidFill>
              <a:latin typeface="Nokia Pure Text Light" panose="020B0403020202020204" pitchFamily="34" charset="0"/>
              <a:ea typeface="Nokia Pure Text Light" panose="020B0403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62D385-817B-4DEE-922C-9618F3156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270" y="1473471"/>
            <a:ext cx="7359703" cy="238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1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B5864-ADD5-490C-9037-48C7E39F6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LRC config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5D095-23B4-435A-9C11-C56DA6A5C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cs typeface="Arial" panose="020B0604020202020204" pitchFamily="34" charset="0"/>
              </a:rPr>
              <a:t>Nokia Internal Use</a:t>
            </a:r>
            <a:endParaRPr lang="en-US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20841A-7639-41F1-94B3-0F38246A9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6" y="927818"/>
            <a:ext cx="8546559" cy="3348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39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ACDA6-3002-4323-807E-9D862E505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cs typeface="Arial" panose="020B0604020202020204" pitchFamily="34" charset="0"/>
              </a:rPr>
              <a:t>Nokia Internal Use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C6A18-F24F-46CC-BD34-3EB8FA32C45F}"/>
              </a:ext>
            </a:extLst>
          </p:cNvPr>
          <p:cNvSpPr txBox="1"/>
          <p:nvPr/>
        </p:nvSpPr>
        <p:spPr>
          <a:xfrm>
            <a:off x="2014653" y="1657814"/>
            <a:ext cx="5679687" cy="1161069"/>
          </a:xfrm>
          <a:prstGeom prst="rect">
            <a:avLst/>
          </a:prstGeom>
          <a:noFill/>
        </p:spPr>
        <p:txBody>
          <a:bodyPr wrap="square" lIns="72000" tIns="72000" rIns="72000" bIns="72000" rtlCol="0">
            <a:spAutoFit/>
          </a:bodyPr>
          <a:lstStyle/>
          <a:p>
            <a:pPr defTabSz="360000">
              <a:spcAft>
                <a:spcPts val="600"/>
              </a:spcAft>
              <a:tabLst>
                <a:tab pos="360000" algn="l"/>
              </a:tabLst>
            </a:pPr>
            <a:r>
              <a:rPr lang="en-US" altLang="zh-CN" sz="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Thank you </a:t>
            </a:r>
            <a:r>
              <a:rPr lang="zh-CN" altLang="en-US" sz="6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142650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295784"/>
      </p:ext>
    </p:extLst>
  </p:cSld>
  <p:clrMapOvr>
    <a:masterClrMapping/>
  </p:clrMapOvr>
</p:sld>
</file>

<file path=ppt/theme/theme1.xml><?xml version="1.0" encoding="utf-8"?>
<a:theme xmlns:a="http://schemas.openxmlformats.org/drawingml/2006/main" name="Nokia White Master with headline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bg1"/>
            </a:solidFill>
            <a:latin typeface="Nokia Pure Text Light" panose="020B0403020202020204" pitchFamily="34" charset="0"/>
            <a:ea typeface="Nokia Pure Text Light" panose="020B0403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72000" tIns="72000" rIns="72000" bIns="72000" rtlCol="0">
        <a:spAutoFit/>
      </a:bodyPr>
      <a:lstStyle>
        <a:defPPr defTabSz="360000">
          <a:spcAft>
            <a:spcPts val="600"/>
          </a:spcAft>
          <a:tabLst>
            <a:tab pos="360000" algn="l"/>
          </a:tabLst>
          <a:defRPr sz="1200" dirty="0" smtClean="0">
            <a:solidFill>
              <a:schemeClr val="tx2"/>
            </a:solidFill>
            <a:latin typeface="Nokia Pure Text Light" panose="020B0403020202020204" pitchFamily="34" charset="0"/>
            <a:ea typeface="Nokia Pure Text Light" panose="020B0403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_Pure_PPT_Corp_V2.2" id="{304F2240-B5D8-4434-8FBC-0E8FB7B36BB7}" vid="{5D251F6E-013E-43A3-87AB-3047ED4D5631}"/>
    </a:ext>
  </a:extLst>
</a:theme>
</file>

<file path=ppt/theme/theme2.xml><?xml version="1.0" encoding="utf-8"?>
<a:theme xmlns:a="http://schemas.openxmlformats.org/drawingml/2006/main" name="2 Nokia INTERNAL White Master plain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_Pure_PPT_Corp_V2.2" id="{304F2240-B5D8-4434-8FBC-0E8FB7B36BB7}" vid="{8581766E-9E32-46B2-B0AB-24AD5FA40877}"/>
    </a:ext>
  </a:extLst>
</a:theme>
</file>

<file path=ppt/theme/theme3.xml><?xml version="1.0" encoding="utf-8"?>
<a:theme xmlns:a="http://schemas.openxmlformats.org/drawingml/2006/main" name="3 Nokia Blue Master plain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_Pure_PPT_Corp_V2.2" id="{304F2240-B5D8-4434-8FBC-0E8FB7B36BB7}" vid="{BE2D4F60-B379-4C81-B2E5-B2D62A83780F}"/>
    </a:ext>
  </a:extLst>
</a:theme>
</file>

<file path=ppt/theme/theme4.xml><?xml version="1.0" encoding="utf-8"?>
<a:theme xmlns:a="http://schemas.openxmlformats.org/drawingml/2006/main" name="4 Nokia Blue EXTERNAL Master end slide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_Pure_PPT_Corp_V2.2" id="{304F2240-B5D8-4434-8FBC-0E8FB7B36BB7}" vid="{F43DB9B2-AB1F-4F7C-A645-9C01DC50081F}"/>
    </a:ext>
  </a:extLst>
</a:theme>
</file>

<file path=ppt/theme/theme5.xml><?xml version="1.0" encoding="utf-8"?>
<a:theme xmlns:a="http://schemas.openxmlformats.org/drawingml/2006/main" name="5 Nokia White INTERNAL Master end slide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2016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_Pure_PPT_Corp_V2.2" id="{304F2240-B5D8-4434-8FBC-0E8FB7B36BB7}" vid="{EF07E924-C0B4-4E53-BC0A-E4EB10FC4156}"/>
    </a:ext>
  </a:extLst>
</a:theme>
</file>

<file path=ppt/theme/theme6.xml><?xml version="1.0" encoding="utf-8"?>
<a:theme xmlns:a="http://schemas.openxmlformats.org/drawingml/2006/main" name="6 Nokia Divider Master plain">
  <a:themeElements>
    <a:clrScheme name="Nokia April 2016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0645AD"/>
      </a:hlink>
      <a:folHlink>
        <a:srgbClr val="0B0080"/>
      </a:folHlink>
    </a:clrScheme>
    <a:fontScheme name="Nokia April 2016">
      <a:majorFont>
        <a:latin typeface="Nokia Pure Headline Light"/>
        <a:ea typeface=""/>
        <a:cs typeface=""/>
      </a:majorFont>
      <a:minorFont>
        <a:latin typeface="Nokia Pure Text"/>
        <a:ea typeface=""/>
        <a:cs typeface="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_Pure_PPT_Corp_V2.2" id="{304F2240-B5D8-4434-8FBC-0E8FB7B36BB7}" vid="{4D8917B4-0CEF-487E-A4CC-788D2F372258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��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F46A49E79AD742B3172523306D5317" ma:contentTypeVersion="0" ma:contentTypeDescription="Create a new document." ma:contentTypeScope="" ma:versionID="b3148c416ae16d325a928d3560fa1cb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AFE176-0F38-4571-AA90-803695887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EFEBA42-51A9-41B8-B427-AB7D7E5B37BA}">
  <ds:schemaRefs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83F4445-A36F-4A47-B0C6-F416F63356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4.xml><?xml version="1.0" encoding="utf-8"?>
<ds:datastoreItem xmlns:ds="http://schemas.openxmlformats.org/officeDocument/2006/customXml" ds:itemID="{5E9CA1CB-0173-4DAB-B027-2ADFD6CFAE19}">
  <ds:schemaRefs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Nokia_Pure_PPT_CORP_V2.2</Template>
  <TotalTime>0</TotalTime>
  <Words>479</Words>
  <Application>Microsoft Office PowerPoint</Application>
  <PresentationFormat>On-screen Show (16:9)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Arial</vt:lpstr>
      <vt:lpstr>Calibri</vt:lpstr>
      <vt:lpstr>Nokia Pure Headline Light</vt:lpstr>
      <vt:lpstr>Nokia Pure Headline Ultra Light</vt:lpstr>
      <vt:lpstr>Nokia Pure Text</vt:lpstr>
      <vt:lpstr>Nokia Pure Text Light</vt:lpstr>
      <vt:lpstr>Open Sans</vt:lpstr>
      <vt:lpstr>Nokia White Master with headline</vt:lpstr>
      <vt:lpstr>2 Nokia INTERNAL White Master plain</vt:lpstr>
      <vt:lpstr>3 Nokia Blue Master plain</vt:lpstr>
      <vt:lpstr>4 Nokia Blue EXTERNAL Master end slide</vt:lpstr>
      <vt:lpstr>5 Nokia White INTERNAL Master end slide</vt:lpstr>
      <vt:lpstr>6 Nokia Divider Master plain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2016-11-21T02:07:42Z</dcterms:created>
  <dcterms:modified xsi:type="dcterms:W3CDTF">2022-09-07T08:36:01Z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bjectLinks">
    <vt:lpwstr>{AEFEBA42-51A9-41B8-B427-AB7D7E5B37BA}</vt:lpwstr>
  </property>
  <property fmtid="{D5CDD505-2E9C-101B-9397-08002B2CF9AE}" pid="3" name="ContentTypeId">
    <vt:lpwstr>0x01010044F46A49E79AD742B3172523306D5317</vt:lpwstr>
  </property>
</Properties>
</file>